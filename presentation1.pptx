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4"/>
  </p:notesMasterIdLst>
  <p:sldIdLst>
    <p:sldId id="256" r:id="rId2"/>
    <p:sldId id="260" r:id="rId3"/>
    <p:sldId id="259" r:id="rId4"/>
    <p:sldId id="279" r:id="rId5"/>
    <p:sldId id="277" r:id="rId6"/>
    <p:sldId id="281" r:id="rId7"/>
    <p:sldId id="301" r:id="rId8"/>
    <p:sldId id="290" r:id="rId9"/>
    <p:sldId id="285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3" r:id="rId19"/>
    <p:sldId id="283" r:id="rId20"/>
    <p:sldId id="278" r:id="rId21"/>
    <p:sldId id="300" r:id="rId22"/>
    <p:sldId id="304" r:id="rId23"/>
  </p:sldIdLst>
  <p:sldSz cx="9144000" cy="5143500" type="screen16x9"/>
  <p:notesSz cx="6858000" cy="9144000"/>
  <p:embeddedFontLst>
    <p:embeddedFont>
      <p:font typeface="ID初心少女体简" panose="02010600030101010101" charset="-122"/>
      <p:regular r:id="rId25"/>
    </p:embeddedFont>
    <p:embeddedFont>
      <p:font typeface="Fira Sans" panose="020B0503050000020004" pitchFamily="34" charset="0"/>
      <p:regular r:id="rId26"/>
      <p:bold r:id="rId27"/>
      <p:italic r:id="rId28"/>
      <p:boldItalic r:id="rId29"/>
    </p:embeddedFont>
    <p:embeddedFont>
      <p:font typeface="Nunito Light" pitchFamily="2" charset="0"/>
      <p:regular r:id="rId30"/>
      <p:italic r:id="rId31"/>
    </p:embeddedFont>
    <p:embeddedFont>
      <p:font typeface="华文楷体" panose="02010600040101010101" pitchFamily="2" charset="-122"/>
      <p:regular r:id="rId32"/>
    </p:embeddedFont>
    <p:embeddedFont>
      <p:font typeface="华文新魏" panose="02010800040101010101" pitchFamily="2" charset="-122"/>
      <p:regular r:id="rId33"/>
    </p:embeddedFont>
    <p:embeddedFont>
      <p:font typeface="微软雅黑" panose="020B0503020204020204" pitchFamily="34" charset="-122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74C958-33E1-42EE-9B64-5DE6043564DC}">
  <a:tblStyle styleId="{6674C958-33E1-42EE-9B64-5DE6043564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5A00B69-F43C-42D9-B612-7CBFE77CFEB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20" autoAdjust="0"/>
  </p:normalViewPr>
  <p:slideViewPr>
    <p:cSldViewPr snapToGrid="0">
      <p:cViewPr varScale="1">
        <p:scale>
          <a:sx n="136" d="100"/>
          <a:sy n="136" d="100"/>
        </p:scale>
        <p:origin x="360" y="17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1224a59d8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1224a59d8d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1224a59d8d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1224a59d8d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>
          <a:extLst>
            <a:ext uri="{FF2B5EF4-FFF2-40B4-BE49-F238E27FC236}">
              <a16:creationId xmlns:a16="http://schemas.microsoft.com/office/drawing/2014/main" id="{A49FF06E-4C23-4F0A-0ADE-8B314A88F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1224a59d8d2_0_20:notes">
            <a:extLst>
              <a:ext uri="{FF2B5EF4-FFF2-40B4-BE49-F238E27FC236}">
                <a16:creationId xmlns:a16="http://schemas.microsoft.com/office/drawing/2014/main" id="{48194561-DF3A-DF96-A8F4-071DE6ECD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1224a59d8d2_0_20:notes">
            <a:extLst>
              <a:ext uri="{FF2B5EF4-FFF2-40B4-BE49-F238E27FC236}">
                <a16:creationId xmlns:a16="http://schemas.microsoft.com/office/drawing/2014/main" id="{9698497D-B218-F836-D222-C877C73537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5083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g128df02aa99_0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5" name="Google Shape;2945;g128df02aa99_0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>
          <a:extLst>
            <a:ext uri="{FF2B5EF4-FFF2-40B4-BE49-F238E27FC236}">
              <a16:creationId xmlns:a16="http://schemas.microsoft.com/office/drawing/2014/main" id="{B1D6DA63-EB9C-302D-66F9-FDCCBE405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1224a59d8d2_0_20:notes">
            <a:extLst>
              <a:ext uri="{FF2B5EF4-FFF2-40B4-BE49-F238E27FC236}">
                <a16:creationId xmlns:a16="http://schemas.microsoft.com/office/drawing/2014/main" id="{558F62AE-25FA-270A-3FA0-E21330266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1224a59d8d2_0_20:notes">
            <a:extLst>
              <a:ext uri="{FF2B5EF4-FFF2-40B4-BE49-F238E27FC236}">
                <a16:creationId xmlns:a16="http://schemas.microsoft.com/office/drawing/2014/main" id="{FFD4DF4F-DC21-1353-EA90-EF8DD7ED68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3778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1AB13834-C963-E9ED-0ABD-A8A7D4B54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D7443DBC-8A30-A797-5271-DE6473ED82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193660EB-6ECA-5DBF-2013-3032AEFB0B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34643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FFCEBD3A-13D5-EEA9-CFCB-111FBEAF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E80D87DD-EBB7-F9EB-D7C4-5C0A8F2BB5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F02538EB-A353-1928-1C7D-DEE09A0A04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7650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FB580750-AC7E-5DAC-77C4-95E7E920E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B6DD1DC0-7F44-1005-FB2F-D198966D23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F4A87FE3-E7B1-2930-E3F6-30E906BA52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5353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EB79CFCF-D28F-FD53-372B-729995F8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3CDF8F4B-178C-8DEA-9BF8-77F27C909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0CF93FEA-2AF7-97C8-4F5D-2EFA0BB436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4813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D5360D95-C8BC-6346-72D0-D8C85DF0E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5F2301AE-0C77-5DA4-B402-C1D8415BBA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6EE571EC-3616-1C75-F828-0732B0A8D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078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C0CFC698-C7ED-AFEF-8AC3-0D92E681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B5D55B08-5120-9F44-B795-569460178B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7DBEB612-F70C-037F-0EE9-2080DC88D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685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354D4641-3A69-2E4A-1BBD-5310E064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2B6452D7-08DC-10E2-168F-438E0BC2F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998225E2-51CF-684F-2A3B-644099FFB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8760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6F987287-5985-45BE-6152-35753579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24760918-FEDD-767F-A0EC-949837DE11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D728E057-DE02-DA62-558D-9CA2F69662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7235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6528C0CC-6579-6304-7D67-E40BC76A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ADA634EF-FD72-5B17-1083-0F96F2DAC5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92EDD736-060A-0256-DAED-3E196AEB3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1203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6EA59A6E-7D00-D1DE-ACC9-2A7326D9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5E665565-805F-3BF2-111D-737DA615F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FEFFB277-DC83-9315-43CD-2C183E920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77969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3C08AB3A-3200-9D4D-0BA7-13847027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C88A58F3-6BFD-3E25-5391-0BA0D0D227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915F553B-2667-3E6A-89CE-06754A4651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759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C479110B-7F19-6239-EE84-3C6FF2C01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E1E278D7-3E65-349A-02E6-41770AAE51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AE8B0FFC-286F-D401-29A1-A9B63C8F2C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0519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1224a59d8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1224a59d8d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>
          <a:extLst>
            <a:ext uri="{FF2B5EF4-FFF2-40B4-BE49-F238E27FC236}">
              <a16:creationId xmlns:a16="http://schemas.microsoft.com/office/drawing/2014/main" id="{55A039C2-B6A2-EC60-E49D-A191CD41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1224a59d8d2_0_20:notes">
            <a:extLst>
              <a:ext uri="{FF2B5EF4-FFF2-40B4-BE49-F238E27FC236}">
                <a16:creationId xmlns:a16="http://schemas.microsoft.com/office/drawing/2014/main" id="{AA24B047-7636-BABF-BAD4-F8A4176CD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1224a59d8d2_0_20:notes">
            <a:extLst>
              <a:ext uri="{FF2B5EF4-FFF2-40B4-BE49-F238E27FC236}">
                <a16:creationId xmlns:a16="http://schemas.microsoft.com/office/drawing/2014/main" id="{126FCCBB-0B2A-7810-303B-F10FD6CB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74687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>
          <a:extLst>
            <a:ext uri="{FF2B5EF4-FFF2-40B4-BE49-F238E27FC236}">
              <a16:creationId xmlns:a16="http://schemas.microsoft.com/office/drawing/2014/main" id="{201A34AC-E752-CBFD-79BF-BA06417B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0173fbd902_0_25:notes">
            <a:extLst>
              <a:ext uri="{FF2B5EF4-FFF2-40B4-BE49-F238E27FC236}">
                <a16:creationId xmlns:a16="http://schemas.microsoft.com/office/drawing/2014/main" id="{C3C442EE-ADFC-C99E-78A4-9C5CF2424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0173fbd902_0_25:notes">
            <a:extLst>
              <a:ext uri="{FF2B5EF4-FFF2-40B4-BE49-F238E27FC236}">
                <a16:creationId xmlns:a16="http://schemas.microsoft.com/office/drawing/2014/main" id="{53217AD2-3D01-4319-6F7F-EC9EA351DD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39430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>
          <a:extLst>
            <a:ext uri="{FF2B5EF4-FFF2-40B4-BE49-F238E27FC236}">
              <a16:creationId xmlns:a16="http://schemas.microsoft.com/office/drawing/2014/main" id="{CCD7EB40-8EDD-2F20-8686-1730B33E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:notes">
            <a:extLst>
              <a:ext uri="{FF2B5EF4-FFF2-40B4-BE49-F238E27FC236}">
                <a16:creationId xmlns:a16="http://schemas.microsoft.com/office/drawing/2014/main" id="{FBC87E59-709D-4451-2363-33AF89AEB8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p:notes">
            <a:extLst>
              <a:ext uri="{FF2B5EF4-FFF2-40B4-BE49-F238E27FC236}">
                <a16:creationId xmlns:a16="http://schemas.microsoft.com/office/drawing/2014/main" id="{C35E8036-C5F6-CC43-7E35-F652692CA5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3797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84067" y="1276788"/>
            <a:ext cx="4350000" cy="189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Rajdhani"/>
                <a:ea typeface="Rajdhani"/>
                <a:cs typeface="Rajdhani"/>
                <a:sym typeface="Rajdhani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79625" y="3348926"/>
            <a:ext cx="4350000" cy="450000"/>
          </a:xfrm>
          <a:prstGeom prst="rect">
            <a:avLst/>
          </a:prstGeom>
          <a:solidFill>
            <a:schemeClr val="accent5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2928" y="3347336"/>
            <a:ext cx="352095" cy="453196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3090769" y="4730889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1919729" y="466139"/>
            <a:ext cx="257508" cy="137732"/>
          </a:xfrm>
          <a:custGeom>
            <a:avLst/>
            <a:gdLst/>
            <a:ahLst/>
            <a:cxnLst/>
            <a:rect l="l" t="t" r="r" b="b"/>
            <a:pathLst>
              <a:path w="6798" h="3636" extrusionOk="0">
                <a:moveTo>
                  <a:pt x="3296" y="1118"/>
                </a:moveTo>
                <a:cubicBezTo>
                  <a:pt x="3503" y="1511"/>
                  <a:pt x="3562" y="1964"/>
                  <a:pt x="3473" y="2397"/>
                </a:cubicBezTo>
                <a:cubicBezTo>
                  <a:pt x="3385" y="2810"/>
                  <a:pt x="3089" y="3272"/>
                  <a:pt x="2647" y="3370"/>
                </a:cubicBezTo>
                <a:cubicBezTo>
                  <a:pt x="2617" y="3377"/>
                  <a:pt x="2587" y="3380"/>
                  <a:pt x="2556" y="3380"/>
                </a:cubicBezTo>
                <a:cubicBezTo>
                  <a:pt x="2495" y="3380"/>
                  <a:pt x="2434" y="3367"/>
                  <a:pt x="2381" y="3341"/>
                </a:cubicBezTo>
                <a:cubicBezTo>
                  <a:pt x="2254" y="3262"/>
                  <a:pt x="2234" y="3065"/>
                  <a:pt x="2234" y="2947"/>
                </a:cubicBezTo>
                <a:cubicBezTo>
                  <a:pt x="2224" y="2328"/>
                  <a:pt x="2578" y="1679"/>
                  <a:pt x="3178" y="1216"/>
                </a:cubicBezTo>
                <a:cubicBezTo>
                  <a:pt x="3217" y="1187"/>
                  <a:pt x="3257" y="1157"/>
                  <a:pt x="3296" y="1118"/>
                </a:cubicBezTo>
                <a:close/>
                <a:moveTo>
                  <a:pt x="2120" y="0"/>
                </a:moveTo>
                <a:cubicBezTo>
                  <a:pt x="1852" y="0"/>
                  <a:pt x="1582" y="70"/>
                  <a:pt x="1349" y="203"/>
                </a:cubicBezTo>
                <a:cubicBezTo>
                  <a:pt x="601" y="597"/>
                  <a:pt x="110" y="1334"/>
                  <a:pt x="11" y="2161"/>
                </a:cubicBezTo>
                <a:cubicBezTo>
                  <a:pt x="1" y="2256"/>
                  <a:pt x="71" y="2309"/>
                  <a:pt x="140" y="2309"/>
                </a:cubicBezTo>
                <a:cubicBezTo>
                  <a:pt x="199" y="2309"/>
                  <a:pt x="258" y="2271"/>
                  <a:pt x="267" y="2190"/>
                </a:cubicBezTo>
                <a:cubicBezTo>
                  <a:pt x="355" y="1443"/>
                  <a:pt x="808" y="794"/>
                  <a:pt x="1467" y="430"/>
                </a:cubicBezTo>
                <a:cubicBezTo>
                  <a:pt x="1673" y="318"/>
                  <a:pt x="1902" y="259"/>
                  <a:pt x="2134" y="259"/>
                </a:cubicBezTo>
                <a:cubicBezTo>
                  <a:pt x="2167" y="259"/>
                  <a:pt x="2200" y="260"/>
                  <a:pt x="2234" y="262"/>
                </a:cubicBezTo>
                <a:cubicBezTo>
                  <a:pt x="2529" y="312"/>
                  <a:pt x="2785" y="459"/>
                  <a:pt x="2981" y="676"/>
                </a:cubicBezTo>
                <a:cubicBezTo>
                  <a:pt x="3050" y="744"/>
                  <a:pt x="3109" y="823"/>
                  <a:pt x="3168" y="902"/>
                </a:cubicBezTo>
                <a:cubicBezTo>
                  <a:pt x="3119" y="941"/>
                  <a:pt x="3070" y="971"/>
                  <a:pt x="3021" y="1010"/>
                </a:cubicBezTo>
                <a:cubicBezTo>
                  <a:pt x="2362" y="1521"/>
                  <a:pt x="1968" y="2249"/>
                  <a:pt x="1968" y="2947"/>
                </a:cubicBezTo>
                <a:cubicBezTo>
                  <a:pt x="1978" y="3242"/>
                  <a:pt x="2077" y="3459"/>
                  <a:pt x="2254" y="3567"/>
                </a:cubicBezTo>
                <a:cubicBezTo>
                  <a:pt x="2332" y="3616"/>
                  <a:pt x="2431" y="3636"/>
                  <a:pt x="2529" y="3636"/>
                </a:cubicBezTo>
                <a:cubicBezTo>
                  <a:pt x="2588" y="3636"/>
                  <a:pt x="2637" y="3636"/>
                  <a:pt x="2696" y="3626"/>
                </a:cubicBezTo>
                <a:cubicBezTo>
                  <a:pt x="3296" y="3498"/>
                  <a:pt x="3621" y="2918"/>
                  <a:pt x="3719" y="2456"/>
                </a:cubicBezTo>
                <a:cubicBezTo>
                  <a:pt x="3827" y="1964"/>
                  <a:pt x="3748" y="1443"/>
                  <a:pt x="3512" y="990"/>
                </a:cubicBezTo>
                <a:cubicBezTo>
                  <a:pt x="3793" y="820"/>
                  <a:pt x="4110" y="738"/>
                  <a:pt x="4439" y="738"/>
                </a:cubicBezTo>
                <a:cubicBezTo>
                  <a:pt x="4490" y="738"/>
                  <a:pt x="4542" y="740"/>
                  <a:pt x="4594" y="744"/>
                </a:cubicBezTo>
                <a:cubicBezTo>
                  <a:pt x="4909" y="794"/>
                  <a:pt x="5204" y="921"/>
                  <a:pt x="5450" y="1128"/>
                </a:cubicBezTo>
                <a:cubicBezTo>
                  <a:pt x="6178" y="1688"/>
                  <a:pt x="6512" y="2672"/>
                  <a:pt x="6246" y="3469"/>
                </a:cubicBezTo>
                <a:cubicBezTo>
                  <a:pt x="6217" y="3528"/>
                  <a:pt x="6256" y="3606"/>
                  <a:pt x="6325" y="3626"/>
                </a:cubicBezTo>
                <a:cubicBezTo>
                  <a:pt x="6341" y="3633"/>
                  <a:pt x="6357" y="3636"/>
                  <a:pt x="6373" y="3636"/>
                </a:cubicBezTo>
                <a:cubicBezTo>
                  <a:pt x="6427" y="3636"/>
                  <a:pt x="6477" y="3600"/>
                  <a:pt x="6492" y="3547"/>
                </a:cubicBezTo>
                <a:cubicBezTo>
                  <a:pt x="6797" y="2652"/>
                  <a:pt x="6423" y="1551"/>
                  <a:pt x="5607" y="921"/>
                </a:cubicBezTo>
                <a:cubicBezTo>
                  <a:pt x="5322" y="685"/>
                  <a:pt x="4988" y="538"/>
                  <a:pt x="4624" y="489"/>
                </a:cubicBezTo>
                <a:cubicBezTo>
                  <a:pt x="4551" y="480"/>
                  <a:pt x="4478" y="476"/>
                  <a:pt x="4405" y="476"/>
                </a:cubicBezTo>
                <a:cubicBezTo>
                  <a:pt x="4047" y="476"/>
                  <a:pt x="3695" y="576"/>
                  <a:pt x="3385" y="764"/>
                </a:cubicBezTo>
                <a:cubicBezTo>
                  <a:pt x="3326" y="666"/>
                  <a:pt x="3247" y="577"/>
                  <a:pt x="3168" y="498"/>
                </a:cubicBezTo>
                <a:cubicBezTo>
                  <a:pt x="2932" y="233"/>
                  <a:pt x="2617" y="56"/>
                  <a:pt x="2263" y="7"/>
                </a:cubicBezTo>
                <a:cubicBezTo>
                  <a:pt x="2216" y="2"/>
                  <a:pt x="2168" y="0"/>
                  <a:pt x="21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3391622">
            <a:off x="5525527" y="337227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-5644555">
            <a:off x="7092631" y="4388929"/>
            <a:ext cx="352102" cy="453206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7413790">
            <a:off x="8640067" y="1355868"/>
            <a:ext cx="246678" cy="155424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91063" y="2567988"/>
            <a:ext cx="2796900" cy="9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4891063" y="1333488"/>
            <a:ext cx="27969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500">
                <a:solidFill>
                  <a:schemeClr val="lt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/>
          <p:nvPr/>
        </p:nvSpPr>
        <p:spPr>
          <a:xfrm rot="7845159">
            <a:off x="6315187" y="4701552"/>
            <a:ext cx="352089" cy="453190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 rot="-8828498">
            <a:off x="2396778" y="4772538"/>
            <a:ext cx="246677" cy="155423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 rot="-6645472">
            <a:off x="2833286" y="188334"/>
            <a:ext cx="257500" cy="137727"/>
          </a:xfrm>
          <a:custGeom>
            <a:avLst/>
            <a:gdLst/>
            <a:ahLst/>
            <a:cxnLst/>
            <a:rect l="l" t="t" r="r" b="b"/>
            <a:pathLst>
              <a:path w="6798" h="3636" extrusionOk="0">
                <a:moveTo>
                  <a:pt x="3296" y="1118"/>
                </a:moveTo>
                <a:cubicBezTo>
                  <a:pt x="3503" y="1511"/>
                  <a:pt x="3562" y="1964"/>
                  <a:pt x="3473" y="2397"/>
                </a:cubicBezTo>
                <a:cubicBezTo>
                  <a:pt x="3385" y="2810"/>
                  <a:pt x="3089" y="3272"/>
                  <a:pt x="2647" y="3370"/>
                </a:cubicBezTo>
                <a:cubicBezTo>
                  <a:pt x="2617" y="3377"/>
                  <a:pt x="2587" y="3380"/>
                  <a:pt x="2556" y="3380"/>
                </a:cubicBezTo>
                <a:cubicBezTo>
                  <a:pt x="2495" y="3380"/>
                  <a:pt x="2434" y="3367"/>
                  <a:pt x="2381" y="3341"/>
                </a:cubicBezTo>
                <a:cubicBezTo>
                  <a:pt x="2254" y="3262"/>
                  <a:pt x="2234" y="3065"/>
                  <a:pt x="2234" y="2947"/>
                </a:cubicBezTo>
                <a:cubicBezTo>
                  <a:pt x="2224" y="2328"/>
                  <a:pt x="2578" y="1679"/>
                  <a:pt x="3178" y="1216"/>
                </a:cubicBezTo>
                <a:cubicBezTo>
                  <a:pt x="3217" y="1187"/>
                  <a:pt x="3257" y="1157"/>
                  <a:pt x="3296" y="1118"/>
                </a:cubicBezTo>
                <a:close/>
                <a:moveTo>
                  <a:pt x="2120" y="0"/>
                </a:moveTo>
                <a:cubicBezTo>
                  <a:pt x="1852" y="0"/>
                  <a:pt x="1582" y="70"/>
                  <a:pt x="1349" y="203"/>
                </a:cubicBezTo>
                <a:cubicBezTo>
                  <a:pt x="601" y="597"/>
                  <a:pt x="110" y="1334"/>
                  <a:pt x="11" y="2161"/>
                </a:cubicBezTo>
                <a:cubicBezTo>
                  <a:pt x="1" y="2256"/>
                  <a:pt x="71" y="2309"/>
                  <a:pt x="140" y="2309"/>
                </a:cubicBezTo>
                <a:cubicBezTo>
                  <a:pt x="199" y="2309"/>
                  <a:pt x="258" y="2271"/>
                  <a:pt x="267" y="2190"/>
                </a:cubicBezTo>
                <a:cubicBezTo>
                  <a:pt x="355" y="1443"/>
                  <a:pt x="808" y="794"/>
                  <a:pt x="1467" y="430"/>
                </a:cubicBezTo>
                <a:cubicBezTo>
                  <a:pt x="1673" y="318"/>
                  <a:pt x="1902" y="259"/>
                  <a:pt x="2134" y="259"/>
                </a:cubicBezTo>
                <a:cubicBezTo>
                  <a:pt x="2167" y="259"/>
                  <a:pt x="2200" y="260"/>
                  <a:pt x="2234" y="262"/>
                </a:cubicBezTo>
                <a:cubicBezTo>
                  <a:pt x="2529" y="312"/>
                  <a:pt x="2785" y="459"/>
                  <a:pt x="2981" y="676"/>
                </a:cubicBezTo>
                <a:cubicBezTo>
                  <a:pt x="3050" y="744"/>
                  <a:pt x="3109" y="823"/>
                  <a:pt x="3168" y="902"/>
                </a:cubicBezTo>
                <a:cubicBezTo>
                  <a:pt x="3119" y="941"/>
                  <a:pt x="3070" y="971"/>
                  <a:pt x="3021" y="1010"/>
                </a:cubicBezTo>
                <a:cubicBezTo>
                  <a:pt x="2362" y="1521"/>
                  <a:pt x="1968" y="2249"/>
                  <a:pt x="1968" y="2947"/>
                </a:cubicBezTo>
                <a:cubicBezTo>
                  <a:pt x="1978" y="3242"/>
                  <a:pt x="2077" y="3459"/>
                  <a:pt x="2254" y="3567"/>
                </a:cubicBezTo>
                <a:cubicBezTo>
                  <a:pt x="2332" y="3616"/>
                  <a:pt x="2431" y="3636"/>
                  <a:pt x="2529" y="3636"/>
                </a:cubicBezTo>
                <a:cubicBezTo>
                  <a:pt x="2588" y="3636"/>
                  <a:pt x="2637" y="3636"/>
                  <a:pt x="2696" y="3626"/>
                </a:cubicBezTo>
                <a:cubicBezTo>
                  <a:pt x="3296" y="3498"/>
                  <a:pt x="3621" y="2918"/>
                  <a:pt x="3719" y="2456"/>
                </a:cubicBezTo>
                <a:cubicBezTo>
                  <a:pt x="3827" y="1964"/>
                  <a:pt x="3748" y="1443"/>
                  <a:pt x="3512" y="990"/>
                </a:cubicBezTo>
                <a:cubicBezTo>
                  <a:pt x="3793" y="820"/>
                  <a:pt x="4110" y="738"/>
                  <a:pt x="4439" y="738"/>
                </a:cubicBezTo>
                <a:cubicBezTo>
                  <a:pt x="4490" y="738"/>
                  <a:pt x="4542" y="740"/>
                  <a:pt x="4594" y="744"/>
                </a:cubicBezTo>
                <a:cubicBezTo>
                  <a:pt x="4909" y="794"/>
                  <a:pt x="5204" y="921"/>
                  <a:pt x="5450" y="1128"/>
                </a:cubicBezTo>
                <a:cubicBezTo>
                  <a:pt x="6178" y="1688"/>
                  <a:pt x="6512" y="2672"/>
                  <a:pt x="6246" y="3469"/>
                </a:cubicBezTo>
                <a:cubicBezTo>
                  <a:pt x="6217" y="3528"/>
                  <a:pt x="6256" y="3606"/>
                  <a:pt x="6325" y="3626"/>
                </a:cubicBezTo>
                <a:cubicBezTo>
                  <a:pt x="6341" y="3633"/>
                  <a:pt x="6357" y="3636"/>
                  <a:pt x="6373" y="3636"/>
                </a:cubicBezTo>
                <a:cubicBezTo>
                  <a:pt x="6427" y="3636"/>
                  <a:pt x="6477" y="3600"/>
                  <a:pt x="6492" y="3547"/>
                </a:cubicBezTo>
                <a:cubicBezTo>
                  <a:pt x="6797" y="2652"/>
                  <a:pt x="6423" y="1551"/>
                  <a:pt x="5607" y="921"/>
                </a:cubicBezTo>
                <a:cubicBezTo>
                  <a:pt x="5322" y="685"/>
                  <a:pt x="4988" y="538"/>
                  <a:pt x="4624" y="489"/>
                </a:cubicBezTo>
                <a:cubicBezTo>
                  <a:pt x="4551" y="480"/>
                  <a:pt x="4478" y="476"/>
                  <a:pt x="4405" y="476"/>
                </a:cubicBezTo>
                <a:cubicBezTo>
                  <a:pt x="4047" y="476"/>
                  <a:pt x="3695" y="576"/>
                  <a:pt x="3385" y="764"/>
                </a:cubicBezTo>
                <a:cubicBezTo>
                  <a:pt x="3326" y="666"/>
                  <a:pt x="3247" y="577"/>
                  <a:pt x="3168" y="498"/>
                </a:cubicBezTo>
                <a:cubicBezTo>
                  <a:pt x="2932" y="233"/>
                  <a:pt x="2617" y="56"/>
                  <a:pt x="2263" y="7"/>
                </a:cubicBezTo>
                <a:cubicBezTo>
                  <a:pt x="2216" y="2"/>
                  <a:pt x="2168" y="0"/>
                  <a:pt x="21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 rot="3391622">
            <a:off x="5798702" y="256364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 rot="-4430405">
            <a:off x="281489" y="4427005"/>
            <a:ext cx="352087" cy="453186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 rot="7413790">
            <a:off x="8767417" y="2462105"/>
            <a:ext cx="246678" cy="155424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 rot="3391622">
            <a:off x="179102" y="3045552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 rot="2542404">
            <a:off x="4336213" y="4709704"/>
            <a:ext cx="246679" cy="155424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1388100" y="1098900"/>
            <a:ext cx="6367800" cy="294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>
            <a:spLocks noGrp="1"/>
          </p:cNvSpPr>
          <p:nvPr>
            <p:ph type="body" idx="1"/>
          </p:nvPr>
        </p:nvSpPr>
        <p:spPr>
          <a:xfrm>
            <a:off x="1116650" y="1785925"/>
            <a:ext cx="3512400" cy="20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/>
          <p:nvPr/>
        </p:nvSpPr>
        <p:spPr>
          <a:xfrm rot="4559421">
            <a:off x="281490" y="247964"/>
            <a:ext cx="352087" cy="453187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"/>
          <p:cNvSpPr/>
          <p:nvPr/>
        </p:nvSpPr>
        <p:spPr>
          <a:xfrm>
            <a:off x="2555057" y="4686539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9"/>
          <p:cNvSpPr/>
          <p:nvPr/>
        </p:nvSpPr>
        <p:spPr>
          <a:xfrm rot="-6645472">
            <a:off x="2833286" y="188334"/>
            <a:ext cx="257500" cy="137727"/>
          </a:xfrm>
          <a:custGeom>
            <a:avLst/>
            <a:gdLst/>
            <a:ahLst/>
            <a:cxnLst/>
            <a:rect l="l" t="t" r="r" b="b"/>
            <a:pathLst>
              <a:path w="6798" h="3636" extrusionOk="0">
                <a:moveTo>
                  <a:pt x="3296" y="1118"/>
                </a:moveTo>
                <a:cubicBezTo>
                  <a:pt x="3503" y="1511"/>
                  <a:pt x="3562" y="1964"/>
                  <a:pt x="3473" y="2397"/>
                </a:cubicBezTo>
                <a:cubicBezTo>
                  <a:pt x="3385" y="2810"/>
                  <a:pt x="3089" y="3272"/>
                  <a:pt x="2647" y="3370"/>
                </a:cubicBezTo>
                <a:cubicBezTo>
                  <a:pt x="2617" y="3377"/>
                  <a:pt x="2587" y="3380"/>
                  <a:pt x="2556" y="3380"/>
                </a:cubicBezTo>
                <a:cubicBezTo>
                  <a:pt x="2495" y="3380"/>
                  <a:pt x="2434" y="3367"/>
                  <a:pt x="2381" y="3341"/>
                </a:cubicBezTo>
                <a:cubicBezTo>
                  <a:pt x="2254" y="3262"/>
                  <a:pt x="2234" y="3065"/>
                  <a:pt x="2234" y="2947"/>
                </a:cubicBezTo>
                <a:cubicBezTo>
                  <a:pt x="2224" y="2328"/>
                  <a:pt x="2578" y="1679"/>
                  <a:pt x="3178" y="1216"/>
                </a:cubicBezTo>
                <a:cubicBezTo>
                  <a:pt x="3217" y="1187"/>
                  <a:pt x="3257" y="1157"/>
                  <a:pt x="3296" y="1118"/>
                </a:cubicBezTo>
                <a:close/>
                <a:moveTo>
                  <a:pt x="2120" y="0"/>
                </a:moveTo>
                <a:cubicBezTo>
                  <a:pt x="1852" y="0"/>
                  <a:pt x="1582" y="70"/>
                  <a:pt x="1349" y="203"/>
                </a:cubicBezTo>
                <a:cubicBezTo>
                  <a:pt x="601" y="597"/>
                  <a:pt x="110" y="1334"/>
                  <a:pt x="11" y="2161"/>
                </a:cubicBezTo>
                <a:cubicBezTo>
                  <a:pt x="1" y="2256"/>
                  <a:pt x="71" y="2309"/>
                  <a:pt x="140" y="2309"/>
                </a:cubicBezTo>
                <a:cubicBezTo>
                  <a:pt x="199" y="2309"/>
                  <a:pt x="258" y="2271"/>
                  <a:pt x="267" y="2190"/>
                </a:cubicBezTo>
                <a:cubicBezTo>
                  <a:pt x="355" y="1443"/>
                  <a:pt x="808" y="794"/>
                  <a:pt x="1467" y="430"/>
                </a:cubicBezTo>
                <a:cubicBezTo>
                  <a:pt x="1673" y="318"/>
                  <a:pt x="1902" y="259"/>
                  <a:pt x="2134" y="259"/>
                </a:cubicBezTo>
                <a:cubicBezTo>
                  <a:pt x="2167" y="259"/>
                  <a:pt x="2200" y="260"/>
                  <a:pt x="2234" y="262"/>
                </a:cubicBezTo>
                <a:cubicBezTo>
                  <a:pt x="2529" y="312"/>
                  <a:pt x="2785" y="459"/>
                  <a:pt x="2981" y="676"/>
                </a:cubicBezTo>
                <a:cubicBezTo>
                  <a:pt x="3050" y="744"/>
                  <a:pt x="3109" y="823"/>
                  <a:pt x="3168" y="902"/>
                </a:cubicBezTo>
                <a:cubicBezTo>
                  <a:pt x="3119" y="941"/>
                  <a:pt x="3070" y="971"/>
                  <a:pt x="3021" y="1010"/>
                </a:cubicBezTo>
                <a:cubicBezTo>
                  <a:pt x="2362" y="1521"/>
                  <a:pt x="1968" y="2249"/>
                  <a:pt x="1968" y="2947"/>
                </a:cubicBezTo>
                <a:cubicBezTo>
                  <a:pt x="1978" y="3242"/>
                  <a:pt x="2077" y="3459"/>
                  <a:pt x="2254" y="3567"/>
                </a:cubicBezTo>
                <a:cubicBezTo>
                  <a:pt x="2332" y="3616"/>
                  <a:pt x="2431" y="3636"/>
                  <a:pt x="2529" y="3636"/>
                </a:cubicBezTo>
                <a:cubicBezTo>
                  <a:pt x="2588" y="3636"/>
                  <a:pt x="2637" y="3636"/>
                  <a:pt x="2696" y="3626"/>
                </a:cubicBezTo>
                <a:cubicBezTo>
                  <a:pt x="3296" y="3498"/>
                  <a:pt x="3621" y="2918"/>
                  <a:pt x="3719" y="2456"/>
                </a:cubicBezTo>
                <a:cubicBezTo>
                  <a:pt x="3827" y="1964"/>
                  <a:pt x="3748" y="1443"/>
                  <a:pt x="3512" y="990"/>
                </a:cubicBezTo>
                <a:cubicBezTo>
                  <a:pt x="3793" y="820"/>
                  <a:pt x="4110" y="738"/>
                  <a:pt x="4439" y="738"/>
                </a:cubicBezTo>
                <a:cubicBezTo>
                  <a:pt x="4490" y="738"/>
                  <a:pt x="4542" y="740"/>
                  <a:pt x="4594" y="744"/>
                </a:cubicBezTo>
                <a:cubicBezTo>
                  <a:pt x="4909" y="794"/>
                  <a:pt x="5204" y="921"/>
                  <a:pt x="5450" y="1128"/>
                </a:cubicBezTo>
                <a:cubicBezTo>
                  <a:pt x="6178" y="1688"/>
                  <a:pt x="6512" y="2672"/>
                  <a:pt x="6246" y="3469"/>
                </a:cubicBezTo>
                <a:cubicBezTo>
                  <a:pt x="6217" y="3528"/>
                  <a:pt x="6256" y="3606"/>
                  <a:pt x="6325" y="3626"/>
                </a:cubicBezTo>
                <a:cubicBezTo>
                  <a:pt x="6341" y="3633"/>
                  <a:pt x="6357" y="3636"/>
                  <a:pt x="6373" y="3636"/>
                </a:cubicBezTo>
                <a:cubicBezTo>
                  <a:pt x="6427" y="3636"/>
                  <a:pt x="6477" y="3600"/>
                  <a:pt x="6492" y="3547"/>
                </a:cubicBezTo>
                <a:cubicBezTo>
                  <a:pt x="6797" y="2652"/>
                  <a:pt x="6423" y="1551"/>
                  <a:pt x="5607" y="921"/>
                </a:cubicBezTo>
                <a:cubicBezTo>
                  <a:pt x="5322" y="685"/>
                  <a:pt x="4988" y="538"/>
                  <a:pt x="4624" y="489"/>
                </a:cubicBezTo>
                <a:cubicBezTo>
                  <a:pt x="4551" y="480"/>
                  <a:pt x="4478" y="476"/>
                  <a:pt x="4405" y="476"/>
                </a:cubicBezTo>
                <a:cubicBezTo>
                  <a:pt x="4047" y="476"/>
                  <a:pt x="3695" y="576"/>
                  <a:pt x="3385" y="764"/>
                </a:cubicBezTo>
                <a:cubicBezTo>
                  <a:pt x="3326" y="666"/>
                  <a:pt x="3247" y="577"/>
                  <a:pt x="3168" y="498"/>
                </a:cubicBezTo>
                <a:cubicBezTo>
                  <a:pt x="2932" y="233"/>
                  <a:pt x="2617" y="56"/>
                  <a:pt x="2263" y="7"/>
                </a:cubicBezTo>
                <a:cubicBezTo>
                  <a:pt x="2216" y="2"/>
                  <a:pt x="2168" y="0"/>
                  <a:pt x="21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9"/>
          <p:cNvSpPr/>
          <p:nvPr/>
        </p:nvSpPr>
        <p:spPr>
          <a:xfrm rot="3391622">
            <a:off x="5798702" y="256364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9"/>
          <p:cNvSpPr/>
          <p:nvPr/>
        </p:nvSpPr>
        <p:spPr>
          <a:xfrm rot="-4430405">
            <a:off x="6561876" y="4381905"/>
            <a:ext cx="352087" cy="453186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"/>
          <p:cNvSpPr/>
          <p:nvPr/>
        </p:nvSpPr>
        <p:spPr>
          <a:xfrm rot="7413790">
            <a:off x="8767417" y="2462105"/>
            <a:ext cx="246678" cy="155424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9"/>
          <p:cNvSpPr/>
          <p:nvPr/>
        </p:nvSpPr>
        <p:spPr>
          <a:xfrm rot="3391622">
            <a:off x="179102" y="3045552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9"/>
          <p:cNvSpPr/>
          <p:nvPr/>
        </p:nvSpPr>
        <p:spPr>
          <a:xfrm rot="2542404">
            <a:off x="4412213" y="4468304"/>
            <a:ext cx="246679" cy="155424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9"/>
          <p:cNvSpPr/>
          <p:nvPr/>
        </p:nvSpPr>
        <p:spPr>
          <a:xfrm rot="3391622">
            <a:off x="8514852" y="4489477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>
            <a:spLocks noGrp="1"/>
          </p:cNvSpPr>
          <p:nvPr>
            <p:ph type="title"/>
          </p:nvPr>
        </p:nvSpPr>
        <p:spPr>
          <a:xfrm>
            <a:off x="759000" y="449150"/>
            <a:ext cx="3885000" cy="12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_AND_TWO_COLUMNS_1">
    <p:bg>
      <p:bgPr>
        <a:solidFill>
          <a:schemeClr val="dk2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body" idx="1"/>
          </p:nvPr>
        </p:nvSpPr>
        <p:spPr>
          <a:xfrm>
            <a:off x="775775" y="1168375"/>
            <a:ext cx="4844400" cy="34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/>
          <p:nvPr/>
        </p:nvSpPr>
        <p:spPr>
          <a:xfrm rot="4559421">
            <a:off x="281490" y="247964"/>
            <a:ext cx="352087" cy="453187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3090769" y="4730889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/>
          <p:nvPr/>
        </p:nvSpPr>
        <p:spPr>
          <a:xfrm rot="-6645472">
            <a:off x="2833286" y="188334"/>
            <a:ext cx="257500" cy="137727"/>
          </a:xfrm>
          <a:custGeom>
            <a:avLst/>
            <a:gdLst/>
            <a:ahLst/>
            <a:cxnLst/>
            <a:rect l="l" t="t" r="r" b="b"/>
            <a:pathLst>
              <a:path w="6798" h="3636" extrusionOk="0">
                <a:moveTo>
                  <a:pt x="3296" y="1118"/>
                </a:moveTo>
                <a:cubicBezTo>
                  <a:pt x="3503" y="1511"/>
                  <a:pt x="3562" y="1964"/>
                  <a:pt x="3473" y="2397"/>
                </a:cubicBezTo>
                <a:cubicBezTo>
                  <a:pt x="3385" y="2810"/>
                  <a:pt x="3089" y="3272"/>
                  <a:pt x="2647" y="3370"/>
                </a:cubicBezTo>
                <a:cubicBezTo>
                  <a:pt x="2617" y="3377"/>
                  <a:pt x="2587" y="3380"/>
                  <a:pt x="2556" y="3380"/>
                </a:cubicBezTo>
                <a:cubicBezTo>
                  <a:pt x="2495" y="3380"/>
                  <a:pt x="2434" y="3367"/>
                  <a:pt x="2381" y="3341"/>
                </a:cubicBezTo>
                <a:cubicBezTo>
                  <a:pt x="2254" y="3262"/>
                  <a:pt x="2234" y="3065"/>
                  <a:pt x="2234" y="2947"/>
                </a:cubicBezTo>
                <a:cubicBezTo>
                  <a:pt x="2224" y="2328"/>
                  <a:pt x="2578" y="1679"/>
                  <a:pt x="3178" y="1216"/>
                </a:cubicBezTo>
                <a:cubicBezTo>
                  <a:pt x="3217" y="1187"/>
                  <a:pt x="3257" y="1157"/>
                  <a:pt x="3296" y="1118"/>
                </a:cubicBezTo>
                <a:close/>
                <a:moveTo>
                  <a:pt x="2120" y="0"/>
                </a:moveTo>
                <a:cubicBezTo>
                  <a:pt x="1852" y="0"/>
                  <a:pt x="1582" y="70"/>
                  <a:pt x="1349" y="203"/>
                </a:cubicBezTo>
                <a:cubicBezTo>
                  <a:pt x="601" y="597"/>
                  <a:pt x="110" y="1334"/>
                  <a:pt x="11" y="2161"/>
                </a:cubicBezTo>
                <a:cubicBezTo>
                  <a:pt x="1" y="2256"/>
                  <a:pt x="71" y="2309"/>
                  <a:pt x="140" y="2309"/>
                </a:cubicBezTo>
                <a:cubicBezTo>
                  <a:pt x="199" y="2309"/>
                  <a:pt x="258" y="2271"/>
                  <a:pt x="267" y="2190"/>
                </a:cubicBezTo>
                <a:cubicBezTo>
                  <a:pt x="355" y="1443"/>
                  <a:pt x="808" y="794"/>
                  <a:pt x="1467" y="430"/>
                </a:cubicBezTo>
                <a:cubicBezTo>
                  <a:pt x="1673" y="318"/>
                  <a:pt x="1902" y="259"/>
                  <a:pt x="2134" y="259"/>
                </a:cubicBezTo>
                <a:cubicBezTo>
                  <a:pt x="2167" y="259"/>
                  <a:pt x="2200" y="260"/>
                  <a:pt x="2234" y="262"/>
                </a:cubicBezTo>
                <a:cubicBezTo>
                  <a:pt x="2529" y="312"/>
                  <a:pt x="2785" y="459"/>
                  <a:pt x="2981" y="676"/>
                </a:cubicBezTo>
                <a:cubicBezTo>
                  <a:pt x="3050" y="744"/>
                  <a:pt x="3109" y="823"/>
                  <a:pt x="3168" y="902"/>
                </a:cubicBezTo>
                <a:cubicBezTo>
                  <a:pt x="3119" y="941"/>
                  <a:pt x="3070" y="971"/>
                  <a:pt x="3021" y="1010"/>
                </a:cubicBezTo>
                <a:cubicBezTo>
                  <a:pt x="2362" y="1521"/>
                  <a:pt x="1968" y="2249"/>
                  <a:pt x="1968" y="2947"/>
                </a:cubicBezTo>
                <a:cubicBezTo>
                  <a:pt x="1978" y="3242"/>
                  <a:pt x="2077" y="3459"/>
                  <a:pt x="2254" y="3567"/>
                </a:cubicBezTo>
                <a:cubicBezTo>
                  <a:pt x="2332" y="3616"/>
                  <a:pt x="2431" y="3636"/>
                  <a:pt x="2529" y="3636"/>
                </a:cubicBezTo>
                <a:cubicBezTo>
                  <a:pt x="2588" y="3636"/>
                  <a:pt x="2637" y="3636"/>
                  <a:pt x="2696" y="3626"/>
                </a:cubicBezTo>
                <a:cubicBezTo>
                  <a:pt x="3296" y="3498"/>
                  <a:pt x="3621" y="2918"/>
                  <a:pt x="3719" y="2456"/>
                </a:cubicBezTo>
                <a:cubicBezTo>
                  <a:pt x="3827" y="1964"/>
                  <a:pt x="3748" y="1443"/>
                  <a:pt x="3512" y="990"/>
                </a:cubicBezTo>
                <a:cubicBezTo>
                  <a:pt x="3793" y="820"/>
                  <a:pt x="4110" y="738"/>
                  <a:pt x="4439" y="738"/>
                </a:cubicBezTo>
                <a:cubicBezTo>
                  <a:pt x="4490" y="738"/>
                  <a:pt x="4542" y="740"/>
                  <a:pt x="4594" y="744"/>
                </a:cubicBezTo>
                <a:cubicBezTo>
                  <a:pt x="4909" y="794"/>
                  <a:pt x="5204" y="921"/>
                  <a:pt x="5450" y="1128"/>
                </a:cubicBezTo>
                <a:cubicBezTo>
                  <a:pt x="6178" y="1688"/>
                  <a:pt x="6512" y="2672"/>
                  <a:pt x="6246" y="3469"/>
                </a:cubicBezTo>
                <a:cubicBezTo>
                  <a:pt x="6217" y="3528"/>
                  <a:pt x="6256" y="3606"/>
                  <a:pt x="6325" y="3626"/>
                </a:cubicBezTo>
                <a:cubicBezTo>
                  <a:pt x="6341" y="3633"/>
                  <a:pt x="6357" y="3636"/>
                  <a:pt x="6373" y="3636"/>
                </a:cubicBezTo>
                <a:cubicBezTo>
                  <a:pt x="6427" y="3636"/>
                  <a:pt x="6477" y="3600"/>
                  <a:pt x="6492" y="3547"/>
                </a:cubicBezTo>
                <a:cubicBezTo>
                  <a:pt x="6797" y="2652"/>
                  <a:pt x="6423" y="1551"/>
                  <a:pt x="5607" y="921"/>
                </a:cubicBezTo>
                <a:cubicBezTo>
                  <a:pt x="5322" y="685"/>
                  <a:pt x="4988" y="538"/>
                  <a:pt x="4624" y="489"/>
                </a:cubicBezTo>
                <a:cubicBezTo>
                  <a:pt x="4551" y="480"/>
                  <a:pt x="4478" y="476"/>
                  <a:pt x="4405" y="476"/>
                </a:cubicBezTo>
                <a:cubicBezTo>
                  <a:pt x="4047" y="476"/>
                  <a:pt x="3695" y="576"/>
                  <a:pt x="3385" y="764"/>
                </a:cubicBezTo>
                <a:cubicBezTo>
                  <a:pt x="3326" y="666"/>
                  <a:pt x="3247" y="577"/>
                  <a:pt x="3168" y="498"/>
                </a:cubicBezTo>
                <a:cubicBezTo>
                  <a:pt x="2932" y="233"/>
                  <a:pt x="2617" y="56"/>
                  <a:pt x="2263" y="7"/>
                </a:cubicBezTo>
                <a:cubicBezTo>
                  <a:pt x="2216" y="2"/>
                  <a:pt x="2168" y="0"/>
                  <a:pt x="21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/>
          <p:cNvSpPr/>
          <p:nvPr/>
        </p:nvSpPr>
        <p:spPr>
          <a:xfrm rot="3391622">
            <a:off x="5798702" y="256364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"/>
          <p:cNvSpPr/>
          <p:nvPr/>
        </p:nvSpPr>
        <p:spPr>
          <a:xfrm rot="-4430405">
            <a:off x="5945276" y="4573617"/>
            <a:ext cx="352087" cy="453186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/>
          <p:cNvSpPr/>
          <p:nvPr/>
        </p:nvSpPr>
        <p:spPr>
          <a:xfrm rot="7413790">
            <a:off x="8790817" y="2017230"/>
            <a:ext cx="246678" cy="155424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/>
          <p:cNvSpPr/>
          <p:nvPr/>
        </p:nvSpPr>
        <p:spPr>
          <a:xfrm rot="3391622">
            <a:off x="179102" y="3045552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/>
          <p:cNvSpPr/>
          <p:nvPr/>
        </p:nvSpPr>
        <p:spPr>
          <a:xfrm rot="2542404">
            <a:off x="8595688" y="3406529"/>
            <a:ext cx="246679" cy="155424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bg>
      <p:bgPr>
        <a:solidFill>
          <a:schemeClr val="dk2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subTitle" idx="1"/>
          </p:nvPr>
        </p:nvSpPr>
        <p:spPr>
          <a:xfrm>
            <a:off x="1007375" y="2983599"/>
            <a:ext cx="2049000" cy="53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2"/>
          </p:nvPr>
        </p:nvSpPr>
        <p:spPr>
          <a:xfrm>
            <a:off x="1007375" y="3445250"/>
            <a:ext cx="20490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subTitle" idx="3"/>
          </p:nvPr>
        </p:nvSpPr>
        <p:spPr>
          <a:xfrm>
            <a:off x="3547500" y="3445250"/>
            <a:ext cx="20490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ubTitle" idx="4"/>
          </p:nvPr>
        </p:nvSpPr>
        <p:spPr>
          <a:xfrm>
            <a:off x="6087600" y="3445250"/>
            <a:ext cx="20490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subTitle" idx="5"/>
          </p:nvPr>
        </p:nvSpPr>
        <p:spPr>
          <a:xfrm>
            <a:off x="3547500" y="2983599"/>
            <a:ext cx="2049000" cy="53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subTitle" idx="6"/>
          </p:nvPr>
        </p:nvSpPr>
        <p:spPr>
          <a:xfrm>
            <a:off x="6087600" y="2983599"/>
            <a:ext cx="2049000" cy="53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9"/>
          <p:cNvSpPr txBox="1">
            <a:spLocks noGrp="1"/>
          </p:cNvSpPr>
          <p:nvPr>
            <p:ph type="subTitle" idx="7"/>
          </p:nvPr>
        </p:nvSpPr>
        <p:spPr>
          <a:xfrm>
            <a:off x="1007375" y="1507200"/>
            <a:ext cx="2049000" cy="53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19"/>
          <p:cNvSpPr txBox="1">
            <a:spLocks noGrp="1"/>
          </p:cNvSpPr>
          <p:nvPr>
            <p:ph type="subTitle" idx="8"/>
          </p:nvPr>
        </p:nvSpPr>
        <p:spPr>
          <a:xfrm>
            <a:off x="1007375" y="1968951"/>
            <a:ext cx="20490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subTitle" idx="9"/>
          </p:nvPr>
        </p:nvSpPr>
        <p:spPr>
          <a:xfrm>
            <a:off x="3547500" y="1968951"/>
            <a:ext cx="20490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9"/>
          <p:cNvSpPr txBox="1">
            <a:spLocks noGrp="1"/>
          </p:cNvSpPr>
          <p:nvPr>
            <p:ph type="subTitle" idx="13"/>
          </p:nvPr>
        </p:nvSpPr>
        <p:spPr>
          <a:xfrm>
            <a:off x="6087600" y="1968951"/>
            <a:ext cx="20490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subTitle" idx="14"/>
          </p:nvPr>
        </p:nvSpPr>
        <p:spPr>
          <a:xfrm>
            <a:off x="3547500" y="1507200"/>
            <a:ext cx="2049000" cy="53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19"/>
          <p:cNvSpPr txBox="1">
            <a:spLocks noGrp="1"/>
          </p:cNvSpPr>
          <p:nvPr>
            <p:ph type="subTitle" idx="15"/>
          </p:nvPr>
        </p:nvSpPr>
        <p:spPr>
          <a:xfrm>
            <a:off x="6087600" y="1507200"/>
            <a:ext cx="2049000" cy="53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9"/>
          <p:cNvSpPr/>
          <p:nvPr/>
        </p:nvSpPr>
        <p:spPr>
          <a:xfrm rot="3200375">
            <a:off x="110831" y="3354611"/>
            <a:ext cx="352102" cy="453205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3098569" y="4665814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9"/>
          <p:cNvSpPr/>
          <p:nvPr/>
        </p:nvSpPr>
        <p:spPr>
          <a:xfrm rot="8861856">
            <a:off x="2340331" y="139113"/>
            <a:ext cx="257507" cy="137731"/>
          </a:xfrm>
          <a:custGeom>
            <a:avLst/>
            <a:gdLst/>
            <a:ahLst/>
            <a:cxnLst/>
            <a:rect l="l" t="t" r="r" b="b"/>
            <a:pathLst>
              <a:path w="6798" h="3636" extrusionOk="0">
                <a:moveTo>
                  <a:pt x="3296" y="1118"/>
                </a:moveTo>
                <a:cubicBezTo>
                  <a:pt x="3503" y="1511"/>
                  <a:pt x="3562" y="1964"/>
                  <a:pt x="3473" y="2397"/>
                </a:cubicBezTo>
                <a:cubicBezTo>
                  <a:pt x="3385" y="2810"/>
                  <a:pt x="3089" y="3272"/>
                  <a:pt x="2647" y="3370"/>
                </a:cubicBezTo>
                <a:cubicBezTo>
                  <a:pt x="2617" y="3377"/>
                  <a:pt x="2587" y="3380"/>
                  <a:pt x="2556" y="3380"/>
                </a:cubicBezTo>
                <a:cubicBezTo>
                  <a:pt x="2495" y="3380"/>
                  <a:pt x="2434" y="3367"/>
                  <a:pt x="2381" y="3341"/>
                </a:cubicBezTo>
                <a:cubicBezTo>
                  <a:pt x="2254" y="3262"/>
                  <a:pt x="2234" y="3065"/>
                  <a:pt x="2234" y="2947"/>
                </a:cubicBezTo>
                <a:cubicBezTo>
                  <a:pt x="2224" y="2328"/>
                  <a:pt x="2578" y="1679"/>
                  <a:pt x="3178" y="1216"/>
                </a:cubicBezTo>
                <a:cubicBezTo>
                  <a:pt x="3217" y="1187"/>
                  <a:pt x="3257" y="1157"/>
                  <a:pt x="3296" y="1118"/>
                </a:cubicBezTo>
                <a:close/>
                <a:moveTo>
                  <a:pt x="2120" y="0"/>
                </a:moveTo>
                <a:cubicBezTo>
                  <a:pt x="1852" y="0"/>
                  <a:pt x="1582" y="70"/>
                  <a:pt x="1349" y="203"/>
                </a:cubicBezTo>
                <a:cubicBezTo>
                  <a:pt x="601" y="597"/>
                  <a:pt x="110" y="1334"/>
                  <a:pt x="11" y="2161"/>
                </a:cubicBezTo>
                <a:cubicBezTo>
                  <a:pt x="1" y="2256"/>
                  <a:pt x="71" y="2309"/>
                  <a:pt x="140" y="2309"/>
                </a:cubicBezTo>
                <a:cubicBezTo>
                  <a:pt x="199" y="2309"/>
                  <a:pt x="258" y="2271"/>
                  <a:pt x="267" y="2190"/>
                </a:cubicBezTo>
                <a:cubicBezTo>
                  <a:pt x="355" y="1443"/>
                  <a:pt x="808" y="794"/>
                  <a:pt x="1467" y="430"/>
                </a:cubicBezTo>
                <a:cubicBezTo>
                  <a:pt x="1673" y="318"/>
                  <a:pt x="1902" y="259"/>
                  <a:pt x="2134" y="259"/>
                </a:cubicBezTo>
                <a:cubicBezTo>
                  <a:pt x="2167" y="259"/>
                  <a:pt x="2200" y="260"/>
                  <a:pt x="2234" y="262"/>
                </a:cubicBezTo>
                <a:cubicBezTo>
                  <a:pt x="2529" y="312"/>
                  <a:pt x="2785" y="459"/>
                  <a:pt x="2981" y="676"/>
                </a:cubicBezTo>
                <a:cubicBezTo>
                  <a:pt x="3050" y="744"/>
                  <a:pt x="3109" y="823"/>
                  <a:pt x="3168" y="902"/>
                </a:cubicBezTo>
                <a:cubicBezTo>
                  <a:pt x="3119" y="941"/>
                  <a:pt x="3070" y="971"/>
                  <a:pt x="3021" y="1010"/>
                </a:cubicBezTo>
                <a:cubicBezTo>
                  <a:pt x="2362" y="1521"/>
                  <a:pt x="1968" y="2249"/>
                  <a:pt x="1968" y="2947"/>
                </a:cubicBezTo>
                <a:cubicBezTo>
                  <a:pt x="1978" y="3242"/>
                  <a:pt x="2077" y="3459"/>
                  <a:pt x="2254" y="3567"/>
                </a:cubicBezTo>
                <a:cubicBezTo>
                  <a:pt x="2332" y="3616"/>
                  <a:pt x="2431" y="3636"/>
                  <a:pt x="2529" y="3636"/>
                </a:cubicBezTo>
                <a:cubicBezTo>
                  <a:pt x="2588" y="3636"/>
                  <a:pt x="2637" y="3636"/>
                  <a:pt x="2696" y="3626"/>
                </a:cubicBezTo>
                <a:cubicBezTo>
                  <a:pt x="3296" y="3498"/>
                  <a:pt x="3621" y="2918"/>
                  <a:pt x="3719" y="2456"/>
                </a:cubicBezTo>
                <a:cubicBezTo>
                  <a:pt x="3827" y="1964"/>
                  <a:pt x="3748" y="1443"/>
                  <a:pt x="3512" y="990"/>
                </a:cubicBezTo>
                <a:cubicBezTo>
                  <a:pt x="3793" y="820"/>
                  <a:pt x="4110" y="738"/>
                  <a:pt x="4439" y="738"/>
                </a:cubicBezTo>
                <a:cubicBezTo>
                  <a:pt x="4490" y="738"/>
                  <a:pt x="4542" y="740"/>
                  <a:pt x="4594" y="744"/>
                </a:cubicBezTo>
                <a:cubicBezTo>
                  <a:pt x="4909" y="794"/>
                  <a:pt x="5204" y="921"/>
                  <a:pt x="5450" y="1128"/>
                </a:cubicBezTo>
                <a:cubicBezTo>
                  <a:pt x="6178" y="1688"/>
                  <a:pt x="6512" y="2672"/>
                  <a:pt x="6246" y="3469"/>
                </a:cubicBezTo>
                <a:cubicBezTo>
                  <a:pt x="6217" y="3528"/>
                  <a:pt x="6256" y="3606"/>
                  <a:pt x="6325" y="3626"/>
                </a:cubicBezTo>
                <a:cubicBezTo>
                  <a:pt x="6341" y="3633"/>
                  <a:pt x="6357" y="3636"/>
                  <a:pt x="6373" y="3636"/>
                </a:cubicBezTo>
                <a:cubicBezTo>
                  <a:pt x="6427" y="3636"/>
                  <a:pt x="6477" y="3600"/>
                  <a:pt x="6492" y="3547"/>
                </a:cubicBezTo>
                <a:cubicBezTo>
                  <a:pt x="6797" y="2652"/>
                  <a:pt x="6423" y="1551"/>
                  <a:pt x="5607" y="921"/>
                </a:cubicBezTo>
                <a:cubicBezTo>
                  <a:pt x="5322" y="685"/>
                  <a:pt x="4988" y="538"/>
                  <a:pt x="4624" y="489"/>
                </a:cubicBezTo>
                <a:cubicBezTo>
                  <a:pt x="4551" y="480"/>
                  <a:pt x="4478" y="476"/>
                  <a:pt x="4405" y="476"/>
                </a:cubicBezTo>
                <a:cubicBezTo>
                  <a:pt x="4047" y="476"/>
                  <a:pt x="3695" y="576"/>
                  <a:pt x="3385" y="764"/>
                </a:cubicBezTo>
                <a:cubicBezTo>
                  <a:pt x="3326" y="666"/>
                  <a:pt x="3247" y="577"/>
                  <a:pt x="3168" y="498"/>
                </a:cubicBezTo>
                <a:cubicBezTo>
                  <a:pt x="2932" y="233"/>
                  <a:pt x="2617" y="56"/>
                  <a:pt x="2263" y="7"/>
                </a:cubicBezTo>
                <a:cubicBezTo>
                  <a:pt x="2216" y="2"/>
                  <a:pt x="2168" y="0"/>
                  <a:pt x="21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9"/>
          <p:cNvSpPr/>
          <p:nvPr/>
        </p:nvSpPr>
        <p:spPr>
          <a:xfrm rot="10565451">
            <a:off x="8672462" y="2330859"/>
            <a:ext cx="246679" cy="155424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9"/>
          <p:cNvSpPr/>
          <p:nvPr/>
        </p:nvSpPr>
        <p:spPr>
          <a:xfrm rot="-4176861">
            <a:off x="5902255" y="4683178"/>
            <a:ext cx="352094" cy="453196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9"/>
          <p:cNvSpPr/>
          <p:nvPr/>
        </p:nvSpPr>
        <p:spPr>
          <a:xfrm rot="-3007948">
            <a:off x="5235058" y="134757"/>
            <a:ext cx="352107" cy="453212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9"/>
          <p:cNvSpPr/>
          <p:nvPr/>
        </p:nvSpPr>
        <p:spPr>
          <a:xfrm rot="3391622">
            <a:off x="348789" y="1938639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9"/>
          <p:cNvSpPr/>
          <p:nvPr/>
        </p:nvSpPr>
        <p:spPr>
          <a:xfrm rot="1963446">
            <a:off x="8525722" y="3519400"/>
            <a:ext cx="352091" cy="291464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265369" y="391289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/>
          <p:nvPr/>
        </p:nvSpPr>
        <p:spPr>
          <a:xfrm rot="3200375">
            <a:off x="157631" y="2168511"/>
            <a:ext cx="352102" cy="453205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3090769" y="4730889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5657454" y="365464"/>
            <a:ext cx="257508" cy="137732"/>
          </a:xfrm>
          <a:custGeom>
            <a:avLst/>
            <a:gdLst/>
            <a:ahLst/>
            <a:cxnLst/>
            <a:rect l="l" t="t" r="r" b="b"/>
            <a:pathLst>
              <a:path w="6798" h="3636" extrusionOk="0">
                <a:moveTo>
                  <a:pt x="3296" y="1118"/>
                </a:moveTo>
                <a:cubicBezTo>
                  <a:pt x="3503" y="1511"/>
                  <a:pt x="3562" y="1964"/>
                  <a:pt x="3473" y="2397"/>
                </a:cubicBezTo>
                <a:cubicBezTo>
                  <a:pt x="3385" y="2810"/>
                  <a:pt x="3089" y="3272"/>
                  <a:pt x="2647" y="3370"/>
                </a:cubicBezTo>
                <a:cubicBezTo>
                  <a:pt x="2617" y="3377"/>
                  <a:pt x="2587" y="3380"/>
                  <a:pt x="2556" y="3380"/>
                </a:cubicBezTo>
                <a:cubicBezTo>
                  <a:pt x="2495" y="3380"/>
                  <a:pt x="2434" y="3367"/>
                  <a:pt x="2381" y="3341"/>
                </a:cubicBezTo>
                <a:cubicBezTo>
                  <a:pt x="2254" y="3262"/>
                  <a:pt x="2234" y="3065"/>
                  <a:pt x="2234" y="2947"/>
                </a:cubicBezTo>
                <a:cubicBezTo>
                  <a:pt x="2224" y="2328"/>
                  <a:pt x="2578" y="1679"/>
                  <a:pt x="3178" y="1216"/>
                </a:cubicBezTo>
                <a:cubicBezTo>
                  <a:pt x="3217" y="1187"/>
                  <a:pt x="3257" y="1157"/>
                  <a:pt x="3296" y="1118"/>
                </a:cubicBezTo>
                <a:close/>
                <a:moveTo>
                  <a:pt x="2120" y="0"/>
                </a:moveTo>
                <a:cubicBezTo>
                  <a:pt x="1852" y="0"/>
                  <a:pt x="1582" y="70"/>
                  <a:pt x="1349" y="203"/>
                </a:cubicBezTo>
                <a:cubicBezTo>
                  <a:pt x="601" y="597"/>
                  <a:pt x="110" y="1334"/>
                  <a:pt x="11" y="2161"/>
                </a:cubicBezTo>
                <a:cubicBezTo>
                  <a:pt x="1" y="2256"/>
                  <a:pt x="71" y="2309"/>
                  <a:pt x="140" y="2309"/>
                </a:cubicBezTo>
                <a:cubicBezTo>
                  <a:pt x="199" y="2309"/>
                  <a:pt x="258" y="2271"/>
                  <a:pt x="267" y="2190"/>
                </a:cubicBezTo>
                <a:cubicBezTo>
                  <a:pt x="355" y="1443"/>
                  <a:pt x="808" y="794"/>
                  <a:pt x="1467" y="430"/>
                </a:cubicBezTo>
                <a:cubicBezTo>
                  <a:pt x="1673" y="318"/>
                  <a:pt x="1902" y="259"/>
                  <a:pt x="2134" y="259"/>
                </a:cubicBezTo>
                <a:cubicBezTo>
                  <a:pt x="2167" y="259"/>
                  <a:pt x="2200" y="260"/>
                  <a:pt x="2234" y="262"/>
                </a:cubicBezTo>
                <a:cubicBezTo>
                  <a:pt x="2529" y="312"/>
                  <a:pt x="2785" y="459"/>
                  <a:pt x="2981" y="676"/>
                </a:cubicBezTo>
                <a:cubicBezTo>
                  <a:pt x="3050" y="744"/>
                  <a:pt x="3109" y="823"/>
                  <a:pt x="3168" y="902"/>
                </a:cubicBezTo>
                <a:cubicBezTo>
                  <a:pt x="3119" y="941"/>
                  <a:pt x="3070" y="971"/>
                  <a:pt x="3021" y="1010"/>
                </a:cubicBezTo>
                <a:cubicBezTo>
                  <a:pt x="2362" y="1521"/>
                  <a:pt x="1968" y="2249"/>
                  <a:pt x="1968" y="2947"/>
                </a:cubicBezTo>
                <a:cubicBezTo>
                  <a:pt x="1978" y="3242"/>
                  <a:pt x="2077" y="3459"/>
                  <a:pt x="2254" y="3567"/>
                </a:cubicBezTo>
                <a:cubicBezTo>
                  <a:pt x="2332" y="3616"/>
                  <a:pt x="2431" y="3636"/>
                  <a:pt x="2529" y="3636"/>
                </a:cubicBezTo>
                <a:cubicBezTo>
                  <a:pt x="2588" y="3636"/>
                  <a:pt x="2637" y="3636"/>
                  <a:pt x="2696" y="3626"/>
                </a:cubicBezTo>
                <a:cubicBezTo>
                  <a:pt x="3296" y="3498"/>
                  <a:pt x="3621" y="2918"/>
                  <a:pt x="3719" y="2456"/>
                </a:cubicBezTo>
                <a:cubicBezTo>
                  <a:pt x="3827" y="1964"/>
                  <a:pt x="3748" y="1443"/>
                  <a:pt x="3512" y="990"/>
                </a:cubicBezTo>
                <a:cubicBezTo>
                  <a:pt x="3793" y="820"/>
                  <a:pt x="4110" y="738"/>
                  <a:pt x="4439" y="738"/>
                </a:cubicBezTo>
                <a:cubicBezTo>
                  <a:pt x="4490" y="738"/>
                  <a:pt x="4542" y="740"/>
                  <a:pt x="4594" y="744"/>
                </a:cubicBezTo>
                <a:cubicBezTo>
                  <a:pt x="4909" y="794"/>
                  <a:pt x="5204" y="921"/>
                  <a:pt x="5450" y="1128"/>
                </a:cubicBezTo>
                <a:cubicBezTo>
                  <a:pt x="6178" y="1688"/>
                  <a:pt x="6512" y="2672"/>
                  <a:pt x="6246" y="3469"/>
                </a:cubicBezTo>
                <a:cubicBezTo>
                  <a:pt x="6217" y="3528"/>
                  <a:pt x="6256" y="3606"/>
                  <a:pt x="6325" y="3626"/>
                </a:cubicBezTo>
                <a:cubicBezTo>
                  <a:pt x="6341" y="3633"/>
                  <a:pt x="6357" y="3636"/>
                  <a:pt x="6373" y="3636"/>
                </a:cubicBezTo>
                <a:cubicBezTo>
                  <a:pt x="6427" y="3636"/>
                  <a:pt x="6477" y="3600"/>
                  <a:pt x="6492" y="3547"/>
                </a:cubicBezTo>
                <a:cubicBezTo>
                  <a:pt x="6797" y="2652"/>
                  <a:pt x="6423" y="1551"/>
                  <a:pt x="5607" y="921"/>
                </a:cubicBezTo>
                <a:cubicBezTo>
                  <a:pt x="5322" y="685"/>
                  <a:pt x="4988" y="538"/>
                  <a:pt x="4624" y="489"/>
                </a:cubicBezTo>
                <a:cubicBezTo>
                  <a:pt x="4551" y="480"/>
                  <a:pt x="4478" y="476"/>
                  <a:pt x="4405" y="476"/>
                </a:cubicBezTo>
                <a:cubicBezTo>
                  <a:pt x="4047" y="476"/>
                  <a:pt x="3695" y="576"/>
                  <a:pt x="3385" y="764"/>
                </a:cubicBezTo>
                <a:cubicBezTo>
                  <a:pt x="3326" y="666"/>
                  <a:pt x="3247" y="577"/>
                  <a:pt x="3168" y="498"/>
                </a:cubicBezTo>
                <a:cubicBezTo>
                  <a:pt x="2932" y="233"/>
                  <a:pt x="2617" y="56"/>
                  <a:pt x="2263" y="7"/>
                </a:cubicBezTo>
                <a:cubicBezTo>
                  <a:pt x="2216" y="2"/>
                  <a:pt x="2168" y="0"/>
                  <a:pt x="21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2"/>
          <p:cNvSpPr/>
          <p:nvPr/>
        </p:nvSpPr>
        <p:spPr>
          <a:xfrm rot="3391622">
            <a:off x="8663152" y="1547002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2"/>
          <p:cNvSpPr/>
          <p:nvPr/>
        </p:nvSpPr>
        <p:spPr>
          <a:xfrm rot="-5644555">
            <a:off x="6109206" y="4573604"/>
            <a:ext cx="352102" cy="453206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2"/>
          <p:cNvSpPr/>
          <p:nvPr/>
        </p:nvSpPr>
        <p:spPr>
          <a:xfrm rot="-3007948">
            <a:off x="2308158" y="-3793"/>
            <a:ext cx="352107" cy="453212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2"/>
          <p:cNvSpPr/>
          <p:nvPr/>
        </p:nvSpPr>
        <p:spPr>
          <a:xfrm rot="3391622">
            <a:off x="210327" y="399652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8719475" y="3259377"/>
            <a:ext cx="352095" cy="291473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8" name="Google Shape;258;p22"/>
          <p:cNvGrpSpPr/>
          <p:nvPr/>
        </p:nvGrpSpPr>
        <p:grpSpPr>
          <a:xfrm flipH="1">
            <a:off x="180000" y="3672195"/>
            <a:ext cx="1400298" cy="1319728"/>
            <a:chOff x="5547025" y="1155975"/>
            <a:chExt cx="2881864" cy="2716048"/>
          </a:xfrm>
        </p:grpSpPr>
        <p:sp>
          <p:nvSpPr>
            <p:cNvPr id="259" name="Google Shape;259;p22"/>
            <p:cNvSpPr/>
            <p:nvPr/>
          </p:nvSpPr>
          <p:spPr>
            <a:xfrm>
              <a:off x="5547025" y="1155975"/>
              <a:ext cx="2881864" cy="2716048"/>
            </a:xfrm>
            <a:custGeom>
              <a:avLst/>
              <a:gdLst/>
              <a:ahLst/>
              <a:cxnLst/>
              <a:rect l="l" t="t" r="r" b="b"/>
              <a:pathLst>
                <a:path w="58970" h="55577" extrusionOk="0">
                  <a:moveTo>
                    <a:pt x="12396" y="1"/>
                  </a:moveTo>
                  <a:cubicBezTo>
                    <a:pt x="11278" y="1"/>
                    <a:pt x="10211" y="462"/>
                    <a:pt x="9432" y="1260"/>
                  </a:cubicBezTo>
                  <a:cubicBezTo>
                    <a:pt x="8695" y="2017"/>
                    <a:pt x="8311" y="3049"/>
                    <a:pt x="8360" y="4102"/>
                  </a:cubicBezTo>
                  <a:lnTo>
                    <a:pt x="8567" y="8734"/>
                  </a:lnTo>
                  <a:cubicBezTo>
                    <a:pt x="8596" y="9472"/>
                    <a:pt x="8842" y="10180"/>
                    <a:pt x="9265" y="10789"/>
                  </a:cubicBezTo>
                  <a:cubicBezTo>
                    <a:pt x="9226" y="10839"/>
                    <a:pt x="9186" y="10888"/>
                    <a:pt x="9147" y="10937"/>
                  </a:cubicBezTo>
                  <a:lnTo>
                    <a:pt x="7731" y="10032"/>
                  </a:lnTo>
                  <a:cubicBezTo>
                    <a:pt x="7475" y="9875"/>
                    <a:pt x="7170" y="9786"/>
                    <a:pt x="6865" y="9786"/>
                  </a:cubicBezTo>
                  <a:lnTo>
                    <a:pt x="6767" y="9786"/>
                  </a:lnTo>
                  <a:lnTo>
                    <a:pt x="2115" y="10081"/>
                  </a:lnTo>
                  <a:cubicBezTo>
                    <a:pt x="1269" y="10140"/>
                    <a:pt x="610" y="10839"/>
                    <a:pt x="610" y="11684"/>
                  </a:cubicBezTo>
                  <a:lnTo>
                    <a:pt x="571" y="22129"/>
                  </a:lnTo>
                  <a:cubicBezTo>
                    <a:pt x="571" y="23024"/>
                    <a:pt x="1289" y="23742"/>
                    <a:pt x="2174" y="23742"/>
                  </a:cubicBezTo>
                  <a:lnTo>
                    <a:pt x="2233" y="23742"/>
                  </a:lnTo>
                  <a:lnTo>
                    <a:pt x="7288" y="23565"/>
                  </a:lnTo>
                  <a:cubicBezTo>
                    <a:pt x="7504" y="23555"/>
                    <a:pt x="7711" y="23506"/>
                    <a:pt x="7908" y="23417"/>
                  </a:cubicBezTo>
                  <a:lnTo>
                    <a:pt x="8980" y="22916"/>
                  </a:lnTo>
                  <a:cubicBezTo>
                    <a:pt x="9108" y="23103"/>
                    <a:pt x="9255" y="23289"/>
                    <a:pt x="9412" y="23466"/>
                  </a:cubicBezTo>
                  <a:lnTo>
                    <a:pt x="9422" y="23486"/>
                  </a:lnTo>
                  <a:cubicBezTo>
                    <a:pt x="9481" y="23545"/>
                    <a:pt x="9540" y="23604"/>
                    <a:pt x="9599" y="23663"/>
                  </a:cubicBezTo>
                  <a:cubicBezTo>
                    <a:pt x="9678" y="23742"/>
                    <a:pt x="9757" y="23811"/>
                    <a:pt x="9845" y="23879"/>
                  </a:cubicBezTo>
                  <a:lnTo>
                    <a:pt x="9393" y="26476"/>
                  </a:lnTo>
                  <a:cubicBezTo>
                    <a:pt x="8821" y="26314"/>
                    <a:pt x="8250" y="26238"/>
                    <a:pt x="7692" y="26238"/>
                  </a:cubicBezTo>
                  <a:cubicBezTo>
                    <a:pt x="4377" y="26238"/>
                    <a:pt x="1495" y="28929"/>
                    <a:pt x="1495" y="32455"/>
                  </a:cubicBezTo>
                  <a:cubicBezTo>
                    <a:pt x="1495" y="32927"/>
                    <a:pt x="1554" y="33390"/>
                    <a:pt x="1663" y="33852"/>
                  </a:cubicBezTo>
                  <a:cubicBezTo>
                    <a:pt x="335" y="36497"/>
                    <a:pt x="1" y="39645"/>
                    <a:pt x="748" y="42624"/>
                  </a:cubicBezTo>
                  <a:cubicBezTo>
                    <a:pt x="1623" y="46057"/>
                    <a:pt x="3944" y="49253"/>
                    <a:pt x="7121" y="51397"/>
                  </a:cubicBezTo>
                  <a:cubicBezTo>
                    <a:pt x="8862" y="52597"/>
                    <a:pt x="10838" y="53423"/>
                    <a:pt x="12914" y="53826"/>
                  </a:cubicBezTo>
                  <a:cubicBezTo>
                    <a:pt x="12835" y="54770"/>
                    <a:pt x="13573" y="55577"/>
                    <a:pt x="14517" y="55577"/>
                  </a:cubicBezTo>
                  <a:lnTo>
                    <a:pt x="37432" y="55577"/>
                  </a:lnTo>
                  <a:cubicBezTo>
                    <a:pt x="38140" y="55577"/>
                    <a:pt x="38769" y="55105"/>
                    <a:pt x="38976" y="54426"/>
                  </a:cubicBezTo>
                  <a:lnTo>
                    <a:pt x="40205" y="50217"/>
                  </a:lnTo>
                  <a:cubicBezTo>
                    <a:pt x="41612" y="50187"/>
                    <a:pt x="43008" y="50010"/>
                    <a:pt x="44385" y="49676"/>
                  </a:cubicBezTo>
                  <a:cubicBezTo>
                    <a:pt x="46047" y="49273"/>
                    <a:pt x="47640" y="48604"/>
                    <a:pt x="49096" y="47689"/>
                  </a:cubicBezTo>
                  <a:cubicBezTo>
                    <a:pt x="49616" y="47824"/>
                    <a:pt x="50143" y="47890"/>
                    <a:pt x="50664" y="47890"/>
                  </a:cubicBezTo>
                  <a:cubicBezTo>
                    <a:pt x="52501" y="47890"/>
                    <a:pt x="54276" y="47077"/>
                    <a:pt x="55479" y="45614"/>
                  </a:cubicBezTo>
                  <a:cubicBezTo>
                    <a:pt x="57023" y="43746"/>
                    <a:pt x="57328" y="41139"/>
                    <a:pt x="56265" y="38956"/>
                  </a:cubicBezTo>
                  <a:cubicBezTo>
                    <a:pt x="58114" y="34737"/>
                    <a:pt x="58970" y="29643"/>
                    <a:pt x="58596" y="24853"/>
                  </a:cubicBezTo>
                  <a:cubicBezTo>
                    <a:pt x="58154" y="19080"/>
                    <a:pt x="56275" y="13927"/>
                    <a:pt x="53148" y="9953"/>
                  </a:cubicBezTo>
                  <a:cubicBezTo>
                    <a:pt x="48702" y="4299"/>
                    <a:pt x="41828" y="925"/>
                    <a:pt x="34737" y="925"/>
                  </a:cubicBezTo>
                  <a:cubicBezTo>
                    <a:pt x="33095" y="925"/>
                    <a:pt x="31462" y="1102"/>
                    <a:pt x="29859" y="1456"/>
                  </a:cubicBezTo>
                  <a:cubicBezTo>
                    <a:pt x="29082" y="591"/>
                    <a:pt x="27971" y="99"/>
                    <a:pt x="26800" y="89"/>
                  </a:cubicBezTo>
                  <a:lnTo>
                    <a:pt x="13799" y="1"/>
                  </a:lnTo>
                  <a:lnTo>
                    <a:pt x="12432" y="1"/>
                  </a:lnTo>
                  <a:cubicBezTo>
                    <a:pt x="12420" y="1"/>
                    <a:pt x="12408" y="1"/>
                    <a:pt x="123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6396291" y="1282939"/>
              <a:ext cx="1954751" cy="2252125"/>
            </a:xfrm>
            <a:custGeom>
              <a:avLst/>
              <a:gdLst/>
              <a:ahLst/>
              <a:cxnLst/>
              <a:rect l="l" t="t" r="r" b="b"/>
              <a:pathLst>
                <a:path w="39999" h="46084" extrusionOk="0">
                  <a:moveTo>
                    <a:pt x="17318" y="0"/>
                  </a:moveTo>
                  <a:cubicBezTo>
                    <a:pt x="13852" y="0"/>
                    <a:pt x="10349" y="851"/>
                    <a:pt x="7111" y="2645"/>
                  </a:cubicBezTo>
                  <a:cubicBezTo>
                    <a:pt x="5380" y="3608"/>
                    <a:pt x="3767" y="4818"/>
                    <a:pt x="2568" y="6392"/>
                  </a:cubicBezTo>
                  <a:cubicBezTo>
                    <a:pt x="758" y="8762"/>
                    <a:pt x="1" y="11820"/>
                    <a:pt x="60" y="14800"/>
                  </a:cubicBezTo>
                  <a:cubicBezTo>
                    <a:pt x="99" y="16915"/>
                    <a:pt x="551" y="19069"/>
                    <a:pt x="1653" y="20878"/>
                  </a:cubicBezTo>
                  <a:cubicBezTo>
                    <a:pt x="4161" y="25009"/>
                    <a:pt x="9678" y="26868"/>
                    <a:pt x="11468" y="31362"/>
                  </a:cubicBezTo>
                  <a:cubicBezTo>
                    <a:pt x="12491" y="33919"/>
                    <a:pt x="12058" y="36850"/>
                    <a:pt x="12845" y="39495"/>
                  </a:cubicBezTo>
                  <a:cubicBezTo>
                    <a:pt x="13514" y="41728"/>
                    <a:pt x="15009" y="43626"/>
                    <a:pt x="17025" y="44796"/>
                  </a:cubicBezTo>
                  <a:cubicBezTo>
                    <a:pt x="18623" y="45719"/>
                    <a:pt x="20576" y="46084"/>
                    <a:pt x="22525" y="46084"/>
                  </a:cubicBezTo>
                  <a:cubicBezTo>
                    <a:pt x="23921" y="46084"/>
                    <a:pt x="25314" y="45897"/>
                    <a:pt x="26574" y="45593"/>
                  </a:cubicBezTo>
                  <a:cubicBezTo>
                    <a:pt x="30449" y="44659"/>
                    <a:pt x="33400" y="42279"/>
                    <a:pt x="35504" y="39181"/>
                  </a:cubicBezTo>
                  <a:cubicBezTo>
                    <a:pt x="38750" y="34421"/>
                    <a:pt x="39999" y="27949"/>
                    <a:pt x="39576" y="22442"/>
                  </a:cubicBezTo>
                  <a:cubicBezTo>
                    <a:pt x="39192" y="17387"/>
                    <a:pt x="37638" y="12450"/>
                    <a:pt x="34472" y="8418"/>
                  </a:cubicBezTo>
                  <a:cubicBezTo>
                    <a:pt x="30216" y="3006"/>
                    <a:pt x="23832" y="0"/>
                    <a:pt x="173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2"/>
            <p:cNvSpPr/>
            <p:nvPr/>
          </p:nvSpPr>
          <p:spPr>
            <a:xfrm>
              <a:off x="5618180" y="2603945"/>
              <a:ext cx="1155433" cy="1118243"/>
            </a:xfrm>
            <a:custGeom>
              <a:avLst/>
              <a:gdLst/>
              <a:ahLst/>
              <a:cxnLst/>
              <a:rect l="l" t="t" r="r" b="b"/>
              <a:pathLst>
                <a:path w="23643" h="22882" extrusionOk="0">
                  <a:moveTo>
                    <a:pt x="9691" y="0"/>
                  </a:moveTo>
                  <a:cubicBezTo>
                    <a:pt x="7092" y="0"/>
                    <a:pt x="4588" y="960"/>
                    <a:pt x="2705" y="3289"/>
                  </a:cubicBezTo>
                  <a:cubicBezTo>
                    <a:pt x="620" y="5855"/>
                    <a:pt x="0" y="9465"/>
                    <a:pt x="807" y="12671"/>
                  </a:cubicBezTo>
                  <a:cubicBezTo>
                    <a:pt x="1623" y="15867"/>
                    <a:pt x="3777" y="18660"/>
                    <a:pt x="6521" y="20509"/>
                  </a:cubicBezTo>
                  <a:cubicBezTo>
                    <a:pt x="8615" y="21925"/>
                    <a:pt x="11074" y="22830"/>
                    <a:pt x="13592" y="22879"/>
                  </a:cubicBezTo>
                  <a:cubicBezTo>
                    <a:pt x="13660" y="22881"/>
                    <a:pt x="13729" y="22881"/>
                    <a:pt x="13797" y="22881"/>
                  </a:cubicBezTo>
                  <a:cubicBezTo>
                    <a:pt x="16249" y="22881"/>
                    <a:pt x="18726" y="22026"/>
                    <a:pt x="20515" y="20362"/>
                  </a:cubicBezTo>
                  <a:cubicBezTo>
                    <a:pt x="22620" y="18395"/>
                    <a:pt x="23643" y="15425"/>
                    <a:pt x="23456" y="12553"/>
                  </a:cubicBezTo>
                  <a:cubicBezTo>
                    <a:pt x="23269" y="9681"/>
                    <a:pt x="21951" y="6947"/>
                    <a:pt x="20014" y="4833"/>
                  </a:cubicBezTo>
                  <a:cubicBezTo>
                    <a:pt x="17450" y="2030"/>
                    <a:pt x="13470" y="0"/>
                    <a:pt x="96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7502712" y="1628939"/>
              <a:ext cx="450386" cy="450386"/>
            </a:xfrm>
            <a:custGeom>
              <a:avLst/>
              <a:gdLst/>
              <a:ahLst/>
              <a:cxnLst/>
              <a:rect l="l" t="t" r="r" b="b"/>
              <a:pathLst>
                <a:path w="9216" h="9216" extrusionOk="0">
                  <a:moveTo>
                    <a:pt x="4603" y="0"/>
                  </a:moveTo>
                  <a:cubicBezTo>
                    <a:pt x="2056" y="0"/>
                    <a:pt x="0" y="2065"/>
                    <a:pt x="0" y="4603"/>
                  </a:cubicBezTo>
                  <a:cubicBezTo>
                    <a:pt x="0" y="7150"/>
                    <a:pt x="2056" y="9215"/>
                    <a:pt x="4603" y="9215"/>
                  </a:cubicBezTo>
                  <a:cubicBezTo>
                    <a:pt x="7150" y="9215"/>
                    <a:pt x="9216" y="7150"/>
                    <a:pt x="9216" y="4603"/>
                  </a:cubicBezTo>
                  <a:cubicBezTo>
                    <a:pt x="9216" y="2065"/>
                    <a:pt x="7150" y="0"/>
                    <a:pt x="4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2"/>
            <p:cNvSpPr/>
            <p:nvPr/>
          </p:nvSpPr>
          <p:spPr>
            <a:xfrm>
              <a:off x="5696519" y="2520475"/>
              <a:ext cx="450386" cy="449897"/>
            </a:xfrm>
            <a:custGeom>
              <a:avLst/>
              <a:gdLst/>
              <a:ahLst/>
              <a:cxnLst/>
              <a:rect l="l" t="t" r="r" b="b"/>
              <a:pathLst>
                <a:path w="9216" h="9206" extrusionOk="0">
                  <a:moveTo>
                    <a:pt x="4603" y="1"/>
                  </a:moveTo>
                  <a:cubicBezTo>
                    <a:pt x="2065" y="1"/>
                    <a:pt x="0" y="2056"/>
                    <a:pt x="0" y="4603"/>
                  </a:cubicBezTo>
                  <a:cubicBezTo>
                    <a:pt x="0" y="7150"/>
                    <a:pt x="2065" y="9206"/>
                    <a:pt x="4603" y="9206"/>
                  </a:cubicBezTo>
                  <a:cubicBezTo>
                    <a:pt x="7150" y="9206"/>
                    <a:pt x="9215" y="7150"/>
                    <a:pt x="9215" y="4603"/>
                  </a:cubicBezTo>
                  <a:cubicBezTo>
                    <a:pt x="9215" y="2056"/>
                    <a:pt x="7150" y="1"/>
                    <a:pt x="46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2"/>
            <p:cNvSpPr/>
            <p:nvPr/>
          </p:nvSpPr>
          <p:spPr>
            <a:xfrm>
              <a:off x="7796373" y="2970813"/>
              <a:ext cx="450386" cy="450386"/>
            </a:xfrm>
            <a:custGeom>
              <a:avLst/>
              <a:gdLst/>
              <a:ahLst/>
              <a:cxnLst/>
              <a:rect l="l" t="t" r="r" b="b"/>
              <a:pathLst>
                <a:path w="9216" h="9216" extrusionOk="0">
                  <a:moveTo>
                    <a:pt x="4603" y="1"/>
                  </a:moveTo>
                  <a:cubicBezTo>
                    <a:pt x="2066" y="1"/>
                    <a:pt x="0" y="2066"/>
                    <a:pt x="0" y="4603"/>
                  </a:cubicBezTo>
                  <a:cubicBezTo>
                    <a:pt x="0" y="7151"/>
                    <a:pt x="2066" y="9216"/>
                    <a:pt x="4603" y="9216"/>
                  </a:cubicBezTo>
                  <a:cubicBezTo>
                    <a:pt x="7150" y="9216"/>
                    <a:pt x="9216" y="7151"/>
                    <a:pt x="9216" y="4603"/>
                  </a:cubicBezTo>
                  <a:cubicBezTo>
                    <a:pt x="9216" y="2066"/>
                    <a:pt x="7150" y="1"/>
                    <a:pt x="4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2"/>
            <p:cNvSpPr/>
            <p:nvPr/>
          </p:nvSpPr>
          <p:spPr>
            <a:xfrm>
              <a:off x="6033919" y="2214793"/>
              <a:ext cx="294197" cy="598413"/>
            </a:xfrm>
            <a:custGeom>
              <a:avLst/>
              <a:gdLst/>
              <a:ahLst/>
              <a:cxnLst/>
              <a:rect l="l" t="t" r="r" b="b"/>
              <a:pathLst>
                <a:path w="6020" h="12245" extrusionOk="0">
                  <a:moveTo>
                    <a:pt x="1869" y="1"/>
                  </a:moveTo>
                  <a:lnTo>
                    <a:pt x="0" y="10652"/>
                  </a:lnTo>
                  <a:lnTo>
                    <a:pt x="5380" y="12245"/>
                  </a:lnTo>
                  <a:lnTo>
                    <a:pt x="6019" y="40"/>
                  </a:lnTo>
                  <a:lnTo>
                    <a:pt x="1869" y="1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7165312" y="2142221"/>
              <a:ext cx="362420" cy="236042"/>
            </a:xfrm>
            <a:custGeom>
              <a:avLst/>
              <a:gdLst/>
              <a:ahLst/>
              <a:cxnLst/>
              <a:rect l="l" t="t" r="r" b="b"/>
              <a:pathLst>
                <a:path w="7416" h="4830" extrusionOk="0">
                  <a:moveTo>
                    <a:pt x="7416" y="1"/>
                  </a:moveTo>
                  <a:lnTo>
                    <a:pt x="915" y="1781"/>
                  </a:lnTo>
                  <a:lnTo>
                    <a:pt x="0" y="2027"/>
                  </a:lnTo>
                  <a:lnTo>
                    <a:pt x="0" y="4829"/>
                  </a:lnTo>
                  <a:lnTo>
                    <a:pt x="7416" y="3669"/>
                  </a:lnTo>
                  <a:lnTo>
                    <a:pt x="7416" y="1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2"/>
            <p:cNvSpPr/>
            <p:nvPr/>
          </p:nvSpPr>
          <p:spPr>
            <a:xfrm>
              <a:off x="7164824" y="2214207"/>
              <a:ext cx="290337" cy="129652"/>
            </a:xfrm>
            <a:custGeom>
              <a:avLst/>
              <a:gdLst/>
              <a:ahLst/>
              <a:cxnLst/>
              <a:rect l="l" t="t" r="r" b="b"/>
              <a:pathLst>
                <a:path w="5941" h="2653" extrusionOk="0">
                  <a:moveTo>
                    <a:pt x="3885" y="0"/>
                  </a:moveTo>
                  <a:cubicBezTo>
                    <a:pt x="2893" y="0"/>
                    <a:pt x="1902" y="104"/>
                    <a:pt x="925" y="308"/>
                  </a:cubicBezTo>
                  <a:lnTo>
                    <a:pt x="0" y="554"/>
                  </a:lnTo>
                  <a:lnTo>
                    <a:pt x="0" y="2619"/>
                  </a:lnTo>
                  <a:cubicBezTo>
                    <a:pt x="145" y="2635"/>
                    <a:pt x="290" y="2651"/>
                    <a:pt x="434" y="2651"/>
                  </a:cubicBezTo>
                  <a:cubicBezTo>
                    <a:pt x="467" y="2651"/>
                    <a:pt x="499" y="2650"/>
                    <a:pt x="532" y="2648"/>
                  </a:cubicBezTo>
                  <a:cubicBezTo>
                    <a:pt x="600" y="2651"/>
                    <a:pt x="668" y="2652"/>
                    <a:pt x="736" y="2652"/>
                  </a:cubicBezTo>
                  <a:cubicBezTo>
                    <a:pt x="1661" y="2652"/>
                    <a:pt x="2583" y="2410"/>
                    <a:pt x="3462" y="2117"/>
                  </a:cubicBezTo>
                  <a:cubicBezTo>
                    <a:pt x="4131" y="1901"/>
                    <a:pt x="4790" y="1635"/>
                    <a:pt x="5331" y="1183"/>
                  </a:cubicBezTo>
                  <a:cubicBezTo>
                    <a:pt x="5655" y="917"/>
                    <a:pt x="5931" y="554"/>
                    <a:pt x="5941" y="150"/>
                  </a:cubicBezTo>
                  <a:cubicBezTo>
                    <a:pt x="5258" y="50"/>
                    <a:pt x="4571" y="0"/>
                    <a:pt x="3885" y="0"/>
                  </a:cubicBezTo>
                  <a:close/>
                </a:path>
              </a:pathLst>
            </a:custGeom>
            <a:solidFill>
              <a:srgbClr val="000000">
                <a:alpha val="3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2"/>
            <p:cNvSpPr/>
            <p:nvPr/>
          </p:nvSpPr>
          <p:spPr>
            <a:xfrm>
              <a:off x="6932202" y="1473679"/>
              <a:ext cx="690240" cy="798145"/>
            </a:xfrm>
            <a:custGeom>
              <a:avLst/>
              <a:gdLst/>
              <a:ahLst/>
              <a:cxnLst/>
              <a:rect l="l" t="t" r="r" b="b"/>
              <a:pathLst>
                <a:path w="14124" h="16332" extrusionOk="0">
                  <a:moveTo>
                    <a:pt x="7052" y="0"/>
                  </a:moveTo>
                  <a:cubicBezTo>
                    <a:pt x="3157" y="0"/>
                    <a:pt x="0" y="3266"/>
                    <a:pt x="0" y="7288"/>
                  </a:cubicBezTo>
                  <a:cubicBezTo>
                    <a:pt x="0" y="7593"/>
                    <a:pt x="20" y="7888"/>
                    <a:pt x="50" y="8193"/>
                  </a:cubicBezTo>
                  <a:cubicBezTo>
                    <a:pt x="50" y="10081"/>
                    <a:pt x="295" y="14733"/>
                    <a:pt x="669" y="15294"/>
                  </a:cubicBezTo>
                  <a:cubicBezTo>
                    <a:pt x="1182" y="16065"/>
                    <a:pt x="2759" y="16331"/>
                    <a:pt x="4545" y="16331"/>
                  </a:cubicBezTo>
                  <a:cubicBezTo>
                    <a:pt x="7040" y="16331"/>
                    <a:pt x="9943" y="15811"/>
                    <a:pt x="10917" y="15421"/>
                  </a:cubicBezTo>
                  <a:cubicBezTo>
                    <a:pt x="11743" y="15087"/>
                    <a:pt x="12255" y="13425"/>
                    <a:pt x="12559" y="11851"/>
                  </a:cubicBezTo>
                  <a:cubicBezTo>
                    <a:pt x="13572" y="10543"/>
                    <a:pt x="14123" y="8940"/>
                    <a:pt x="14113" y="7288"/>
                  </a:cubicBezTo>
                  <a:cubicBezTo>
                    <a:pt x="14113" y="3266"/>
                    <a:pt x="10956" y="0"/>
                    <a:pt x="7052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7293157" y="1505396"/>
              <a:ext cx="446525" cy="761834"/>
            </a:xfrm>
            <a:custGeom>
              <a:avLst/>
              <a:gdLst/>
              <a:ahLst/>
              <a:cxnLst/>
              <a:rect l="l" t="t" r="r" b="b"/>
              <a:pathLst>
                <a:path w="9137" h="15589" extrusionOk="0">
                  <a:moveTo>
                    <a:pt x="6265" y="1"/>
                  </a:moveTo>
                  <a:cubicBezTo>
                    <a:pt x="4505" y="197"/>
                    <a:pt x="2036" y="699"/>
                    <a:pt x="286" y="1023"/>
                  </a:cubicBezTo>
                  <a:cubicBezTo>
                    <a:pt x="0" y="1790"/>
                    <a:pt x="59" y="2646"/>
                    <a:pt x="453" y="3374"/>
                  </a:cubicBezTo>
                  <a:cubicBezTo>
                    <a:pt x="866" y="4052"/>
                    <a:pt x="1554" y="4515"/>
                    <a:pt x="2341" y="4623"/>
                  </a:cubicBezTo>
                  <a:cubicBezTo>
                    <a:pt x="1800" y="5597"/>
                    <a:pt x="1544" y="6806"/>
                    <a:pt x="1977" y="7839"/>
                  </a:cubicBezTo>
                  <a:cubicBezTo>
                    <a:pt x="2380" y="8832"/>
                    <a:pt x="3325" y="9481"/>
                    <a:pt x="4249" y="10022"/>
                  </a:cubicBezTo>
                  <a:cubicBezTo>
                    <a:pt x="4524" y="9727"/>
                    <a:pt x="4770" y="9452"/>
                    <a:pt x="5154" y="9324"/>
                  </a:cubicBezTo>
                  <a:cubicBezTo>
                    <a:pt x="5296" y="9271"/>
                    <a:pt x="5451" y="9243"/>
                    <a:pt x="5603" y="9243"/>
                  </a:cubicBezTo>
                  <a:cubicBezTo>
                    <a:pt x="5850" y="9243"/>
                    <a:pt x="6093" y="9317"/>
                    <a:pt x="6275" y="9481"/>
                  </a:cubicBezTo>
                  <a:cubicBezTo>
                    <a:pt x="6708" y="9865"/>
                    <a:pt x="6639" y="10563"/>
                    <a:pt x="6413" y="11094"/>
                  </a:cubicBezTo>
                  <a:cubicBezTo>
                    <a:pt x="6236" y="11488"/>
                    <a:pt x="6000" y="11842"/>
                    <a:pt x="5695" y="12146"/>
                  </a:cubicBezTo>
                  <a:cubicBezTo>
                    <a:pt x="5400" y="12451"/>
                    <a:pt x="5046" y="12697"/>
                    <a:pt x="4800" y="13032"/>
                  </a:cubicBezTo>
                  <a:cubicBezTo>
                    <a:pt x="4318" y="13681"/>
                    <a:pt x="4760" y="14782"/>
                    <a:pt x="4780" y="15589"/>
                  </a:cubicBezTo>
                  <a:cubicBezTo>
                    <a:pt x="5016" y="14910"/>
                    <a:pt x="5282" y="14310"/>
                    <a:pt x="5960" y="14064"/>
                  </a:cubicBezTo>
                  <a:cubicBezTo>
                    <a:pt x="6629" y="13818"/>
                    <a:pt x="7367" y="13632"/>
                    <a:pt x="7888" y="13130"/>
                  </a:cubicBezTo>
                  <a:cubicBezTo>
                    <a:pt x="8566" y="12481"/>
                    <a:pt x="8694" y="11360"/>
                    <a:pt x="8281" y="10514"/>
                  </a:cubicBezTo>
                  <a:cubicBezTo>
                    <a:pt x="8212" y="10396"/>
                    <a:pt x="8173" y="10268"/>
                    <a:pt x="8163" y="10140"/>
                  </a:cubicBezTo>
                  <a:cubicBezTo>
                    <a:pt x="8183" y="10003"/>
                    <a:pt x="8242" y="9875"/>
                    <a:pt x="8340" y="9766"/>
                  </a:cubicBezTo>
                  <a:cubicBezTo>
                    <a:pt x="9107" y="8635"/>
                    <a:pt x="9137" y="7170"/>
                    <a:pt x="9117" y="5803"/>
                  </a:cubicBezTo>
                  <a:cubicBezTo>
                    <a:pt x="9098" y="4564"/>
                    <a:pt x="9127" y="3256"/>
                    <a:pt x="8557" y="2145"/>
                  </a:cubicBezTo>
                  <a:cubicBezTo>
                    <a:pt x="8055" y="1191"/>
                    <a:pt x="7249" y="433"/>
                    <a:pt x="6265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6966313" y="1895672"/>
              <a:ext cx="75504" cy="31765"/>
            </a:xfrm>
            <a:custGeom>
              <a:avLst/>
              <a:gdLst/>
              <a:ahLst/>
              <a:cxnLst/>
              <a:rect l="l" t="t" r="r" b="b"/>
              <a:pathLst>
                <a:path w="1545" h="650" fill="none" extrusionOk="0">
                  <a:moveTo>
                    <a:pt x="1" y="286"/>
                  </a:moveTo>
                  <a:cubicBezTo>
                    <a:pt x="532" y="0"/>
                    <a:pt x="1191" y="158"/>
                    <a:pt x="1545" y="649"/>
                  </a:cubicBez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7219607" y="1897920"/>
              <a:ext cx="69591" cy="58839"/>
            </a:xfrm>
            <a:custGeom>
              <a:avLst/>
              <a:gdLst/>
              <a:ahLst/>
              <a:cxnLst/>
              <a:rect l="l" t="t" r="r" b="b"/>
              <a:pathLst>
                <a:path w="1424" h="1204" extrusionOk="0">
                  <a:moveTo>
                    <a:pt x="640" y="1"/>
                  </a:moveTo>
                  <a:cubicBezTo>
                    <a:pt x="621" y="1"/>
                    <a:pt x="601" y="2"/>
                    <a:pt x="581" y="4"/>
                  </a:cubicBezTo>
                  <a:cubicBezTo>
                    <a:pt x="247" y="33"/>
                    <a:pt x="1" y="318"/>
                    <a:pt x="40" y="653"/>
                  </a:cubicBezTo>
                  <a:cubicBezTo>
                    <a:pt x="65" y="992"/>
                    <a:pt x="352" y="1203"/>
                    <a:pt x="645" y="1203"/>
                  </a:cubicBezTo>
                  <a:cubicBezTo>
                    <a:pt x="810" y="1203"/>
                    <a:pt x="978" y="1136"/>
                    <a:pt x="1102" y="987"/>
                  </a:cubicBezTo>
                  <a:cubicBezTo>
                    <a:pt x="1424" y="590"/>
                    <a:pt x="1135" y="1"/>
                    <a:pt x="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2"/>
            <p:cNvSpPr/>
            <p:nvPr/>
          </p:nvSpPr>
          <p:spPr>
            <a:xfrm>
              <a:off x="7054768" y="1864493"/>
              <a:ext cx="55810" cy="151839"/>
            </a:xfrm>
            <a:custGeom>
              <a:avLst/>
              <a:gdLst/>
              <a:ahLst/>
              <a:cxnLst/>
              <a:rect l="l" t="t" r="r" b="b"/>
              <a:pathLst>
                <a:path w="1142" h="3107" extrusionOk="0">
                  <a:moveTo>
                    <a:pt x="857" y="0"/>
                  </a:moveTo>
                  <a:cubicBezTo>
                    <a:pt x="797" y="0"/>
                    <a:pt x="737" y="46"/>
                    <a:pt x="748" y="127"/>
                  </a:cubicBezTo>
                  <a:lnTo>
                    <a:pt x="876" y="1042"/>
                  </a:lnTo>
                  <a:cubicBezTo>
                    <a:pt x="915" y="1356"/>
                    <a:pt x="758" y="1661"/>
                    <a:pt x="482" y="1819"/>
                  </a:cubicBezTo>
                  <a:lnTo>
                    <a:pt x="69" y="2045"/>
                  </a:lnTo>
                  <a:cubicBezTo>
                    <a:pt x="20" y="2064"/>
                    <a:pt x="0" y="2114"/>
                    <a:pt x="10" y="2163"/>
                  </a:cubicBezTo>
                  <a:lnTo>
                    <a:pt x="246" y="3028"/>
                  </a:lnTo>
                  <a:cubicBezTo>
                    <a:pt x="256" y="3077"/>
                    <a:pt x="295" y="3107"/>
                    <a:pt x="345" y="3107"/>
                  </a:cubicBezTo>
                  <a:cubicBezTo>
                    <a:pt x="413" y="3107"/>
                    <a:pt x="472" y="3038"/>
                    <a:pt x="453" y="2969"/>
                  </a:cubicBezTo>
                  <a:lnTo>
                    <a:pt x="246" y="2192"/>
                  </a:lnTo>
                  <a:lnTo>
                    <a:pt x="590" y="2005"/>
                  </a:lnTo>
                  <a:cubicBezTo>
                    <a:pt x="944" y="1809"/>
                    <a:pt x="1141" y="1415"/>
                    <a:pt x="1092" y="1012"/>
                  </a:cubicBezTo>
                  <a:lnTo>
                    <a:pt x="964" y="97"/>
                  </a:lnTo>
                  <a:cubicBezTo>
                    <a:pt x="955" y="31"/>
                    <a:pt x="906" y="0"/>
                    <a:pt x="8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2"/>
            <p:cNvSpPr/>
            <p:nvPr/>
          </p:nvSpPr>
          <p:spPr>
            <a:xfrm>
              <a:off x="7084090" y="2017749"/>
              <a:ext cx="89481" cy="53415"/>
            </a:xfrm>
            <a:custGeom>
              <a:avLst/>
              <a:gdLst/>
              <a:ahLst/>
              <a:cxnLst/>
              <a:rect l="l" t="t" r="r" b="b"/>
              <a:pathLst>
                <a:path w="1831" h="1093" extrusionOk="0">
                  <a:moveTo>
                    <a:pt x="1708" y="1"/>
                  </a:moveTo>
                  <a:cubicBezTo>
                    <a:pt x="1658" y="1"/>
                    <a:pt x="1608" y="31"/>
                    <a:pt x="1603" y="99"/>
                  </a:cubicBezTo>
                  <a:cubicBezTo>
                    <a:pt x="1556" y="573"/>
                    <a:pt x="1158" y="879"/>
                    <a:pt x="742" y="879"/>
                  </a:cubicBezTo>
                  <a:cubicBezTo>
                    <a:pt x="554" y="879"/>
                    <a:pt x="362" y="817"/>
                    <a:pt x="197" y="679"/>
                  </a:cubicBezTo>
                  <a:cubicBezTo>
                    <a:pt x="176" y="663"/>
                    <a:pt x="152" y="655"/>
                    <a:pt x="129" y="655"/>
                  </a:cubicBezTo>
                  <a:cubicBezTo>
                    <a:pt x="95" y="655"/>
                    <a:pt x="62" y="670"/>
                    <a:pt x="40" y="699"/>
                  </a:cubicBezTo>
                  <a:cubicBezTo>
                    <a:pt x="0" y="738"/>
                    <a:pt x="10" y="807"/>
                    <a:pt x="59" y="846"/>
                  </a:cubicBezTo>
                  <a:cubicBezTo>
                    <a:pt x="256" y="1013"/>
                    <a:pt x="502" y="1092"/>
                    <a:pt x="748" y="1092"/>
                  </a:cubicBezTo>
                  <a:cubicBezTo>
                    <a:pt x="895" y="1092"/>
                    <a:pt x="1033" y="1072"/>
                    <a:pt x="1161" y="1013"/>
                  </a:cubicBezTo>
                  <a:cubicBezTo>
                    <a:pt x="1525" y="856"/>
                    <a:pt x="1780" y="522"/>
                    <a:pt x="1820" y="118"/>
                  </a:cubicBezTo>
                  <a:cubicBezTo>
                    <a:pt x="1830" y="44"/>
                    <a:pt x="1769" y="1"/>
                    <a:pt x="17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7204702" y="1785763"/>
              <a:ext cx="110495" cy="66561"/>
            </a:xfrm>
            <a:custGeom>
              <a:avLst/>
              <a:gdLst/>
              <a:ahLst/>
              <a:cxnLst/>
              <a:rect l="l" t="t" r="r" b="b"/>
              <a:pathLst>
                <a:path w="2261" h="1362" extrusionOk="0">
                  <a:moveTo>
                    <a:pt x="868" y="1"/>
                  </a:moveTo>
                  <a:cubicBezTo>
                    <a:pt x="689" y="1"/>
                    <a:pt x="524" y="31"/>
                    <a:pt x="404" y="96"/>
                  </a:cubicBezTo>
                  <a:cubicBezTo>
                    <a:pt x="266" y="164"/>
                    <a:pt x="158" y="273"/>
                    <a:pt x="79" y="400"/>
                  </a:cubicBezTo>
                  <a:cubicBezTo>
                    <a:pt x="11" y="528"/>
                    <a:pt x="1" y="695"/>
                    <a:pt x="70" y="833"/>
                  </a:cubicBezTo>
                  <a:cubicBezTo>
                    <a:pt x="138" y="961"/>
                    <a:pt x="256" y="1059"/>
                    <a:pt x="394" y="1118"/>
                  </a:cubicBezTo>
                  <a:cubicBezTo>
                    <a:pt x="552" y="1197"/>
                    <a:pt x="709" y="1266"/>
                    <a:pt x="886" y="1315"/>
                  </a:cubicBezTo>
                  <a:cubicBezTo>
                    <a:pt x="984" y="1346"/>
                    <a:pt x="1103" y="1362"/>
                    <a:pt x="1228" y="1362"/>
                  </a:cubicBezTo>
                  <a:cubicBezTo>
                    <a:pt x="1704" y="1362"/>
                    <a:pt x="2260" y="1127"/>
                    <a:pt x="2027" y="558"/>
                  </a:cubicBezTo>
                  <a:cubicBezTo>
                    <a:pt x="1872" y="198"/>
                    <a:pt x="1323" y="1"/>
                    <a:pt x="868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6955268" y="1800571"/>
              <a:ext cx="118754" cy="65339"/>
            </a:xfrm>
            <a:custGeom>
              <a:avLst/>
              <a:gdLst/>
              <a:ahLst/>
              <a:cxnLst/>
              <a:rect l="l" t="t" r="r" b="b"/>
              <a:pathLst>
                <a:path w="2430" h="1337" extrusionOk="0">
                  <a:moveTo>
                    <a:pt x="1200" y="1"/>
                  </a:moveTo>
                  <a:cubicBezTo>
                    <a:pt x="822" y="1"/>
                    <a:pt x="421" y="132"/>
                    <a:pt x="237" y="333"/>
                  </a:cubicBezTo>
                  <a:cubicBezTo>
                    <a:pt x="128" y="432"/>
                    <a:pt x="50" y="570"/>
                    <a:pt x="30" y="717"/>
                  </a:cubicBezTo>
                  <a:cubicBezTo>
                    <a:pt x="0" y="865"/>
                    <a:pt x="50" y="1022"/>
                    <a:pt x="148" y="1130"/>
                  </a:cubicBezTo>
                  <a:cubicBezTo>
                    <a:pt x="266" y="1228"/>
                    <a:pt x="404" y="1287"/>
                    <a:pt x="551" y="1297"/>
                  </a:cubicBezTo>
                  <a:cubicBezTo>
                    <a:pt x="728" y="1327"/>
                    <a:pt x="895" y="1337"/>
                    <a:pt x="1072" y="1337"/>
                  </a:cubicBezTo>
                  <a:cubicBezTo>
                    <a:pt x="1564" y="1327"/>
                    <a:pt x="2430" y="845"/>
                    <a:pt x="1918" y="255"/>
                  </a:cubicBezTo>
                  <a:cubicBezTo>
                    <a:pt x="1761" y="77"/>
                    <a:pt x="1487" y="1"/>
                    <a:pt x="1200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7435907" y="1927389"/>
              <a:ext cx="238437" cy="218693"/>
            </a:xfrm>
            <a:custGeom>
              <a:avLst/>
              <a:gdLst/>
              <a:ahLst/>
              <a:cxnLst/>
              <a:rect l="l" t="t" r="r" b="b"/>
              <a:pathLst>
                <a:path w="4879" h="4475" extrusionOk="0">
                  <a:moveTo>
                    <a:pt x="2442" y="1"/>
                  </a:moveTo>
                  <a:cubicBezTo>
                    <a:pt x="2288" y="1"/>
                    <a:pt x="2133" y="16"/>
                    <a:pt x="1977" y="50"/>
                  </a:cubicBezTo>
                  <a:cubicBezTo>
                    <a:pt x="767" y="305"/>
                    <a:pt x="0" y="1495"/>
                    <a:pt x="256" y="2705"/>
                  </a:cubicBezTo>
                  <a:cubicBezTo>
                    <a:pt x="479" y="3750"/>
                    <a:pt x="1411" y="4475"/>
                    <a:pt x="2441" y="4475"/>
                  </a:cubicBezTo>
                  <a:cubicBezTo>
                    <a:pt x="2593" y="4475"/>
                    <a:pt x="2747" y="4459"/>
                    <a:pt x="2902" y="4426"/>
                  </a:cubicBezTo>
                  <a:cubicBezTo>
                    <a:pt x="4111" y="4161"/>
                    <a:pt x="4878" y="2980"/>
                    <a:pt x="4623" y="1771"/>
                  </a:cubicBezTo>
                  <a:cubicBezTo>
                    <a:pt x="4400" y="718"/>
                    <a:pt x="3470" y="1"/>
                    <a:pt x="2442" y="1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7512779" y="1961011"/>
              <a:ext cx="99548" cy="144264"/>
            </a:xfrm>
            <a:custGeom>
              <a:avLst/>
              <a:gdLst/>
              <a:ahLst/>
              <a:cxnLst/>
              <a:rect l="l" t="t" r="r" b="b"/>
              <a:pathLst>
                <a:path w="2037" h="2952" extrusionOk="0">
                  <a:moveTo>
                    <a:pt x="1722" y="0"/>
                  </a:moveTo>
                  <a:cubicBezTo>
                    <a:pt x="1706" y="0"/>
                    <a:pt x="1690" y="4"/>
                    <a:pt x="1673" y="11"/>
                  </a:cubicBezTo>
                  <a:cubicBezTo>
                    <a:pt x="620" y="552"/>
                    <a:pt x="1" y="1663"/>
                    <a:pt x="89" y="2843"/>
                  </a:cubicBezTo>
                  <a:cubicBezTo>
                    <a:pt x="99" y="2902"/>
                    <a:pt x="148" y="2942"/>
                    <a:pt x="207" y="2951"/>
                  </a:cubicBezTo>
                  <a:lnTo>
                    <a:pt x="227" y="2951"/>
                  </a:lnTo>
                  <a:cubicBezTo>
                    <a:pt x="286" y="2942"/>
                    <a:pt x="335" y="2882"/>
                    <a:pt x="335" y="2823"/>
                  </a:cubicBezTo>
                  <a:cubicBezTo>
                    <a:pt x="335" y="2676"/>
                    <a:pt x="384" y="2528"/>
                    <a:pt x="483" y="2410"/>
                  </a:cubicBezTo>
                  <a:cubicBezTo>
                    <a:pt x="650" y="2174"/>
                    <a:pt x="856" y="1978"/>
                    <a:pt x="1102" y="1820"/>
                  </a:cubicBezTo>
                  <a:cubicBezTo>
                    <a:pt x="1306" y="1688"/>
                    <a:pt x="1549" y="1611"/>
                    <a:pt x="1795" y="1611"/>
                  </a:cubicBezTo>
                  <a:cubicBezTo>
                    <a:pt x="1823" y="1611"/>
                    <a:pt x="1851" y="1612"/>
                    <a:pt x="1879" y="1614"/>
                  </a:cubicBezTo>
                  <a:cubicBezTo>
                    <a:pt x="2027" y="1614"/>
                    <a:pt x="2037" y="1397"/>
                    <a:pt x="1899" y="1378"/>
                  </a:cubicBezTo>
                  <a:cubicBezTo>
                    <a:pt x="1869" y="1376"/>
                    <a:pt x="1839" y="1375"/>
                    <a:pt x="1810" y="1375"/>
                  </a:cubicBezTo>
                  <a:cubicBezTo>
                    <a:pt x="1515" y="1375"/>
                    <a:pt x="1225" y="1463"/>
                    <a:pt x="975" y="1624"/>
                  </a:cubicBezTo>
                  <a:cubicBezTo>
                    <a:pt x="729" y="1781"/>
                    <a:pt x="512" y="1988"/>
                    <a:pt x="335" y="2224"/>
                  </a:cubicBezTo>
                  <a:cubicBezTo>
                    <a:pt x="463" y="1368"/>
                    <a:pt x="1004" y="621"/>
                    <a:pt x="1781" y="227"/>
                  </a:cubicBezTo>
                  <a:cubicBezTo>
                    <a:pt x="1902" y="167"/>
                    <a:pt x="1833" y="0"/>
                    <a:pt x="17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6899996" y="1438102"/>
              <a:ext cx="717167" cy="234723"/>
            </a:xfrm>
            <a:custGeom>
              <a:avLst/>
              <a:gdLst/>
              <a:ahLst/>
              <a:cxnLst/>
              <a:rect l="l" t="t" r="r" b="b"/>
              <a:pathLst>
                <a:path w="14675" h="4803" extrusionOk="0">
                  <a:moveTo>
                    <a:pt x="6039" y="1"/>
                  </a:moveTo>
                  <a:cubicBezTo>
                    <a:pt x="4111" y="1"/>
                    <a:pt x="2184" y="45"/>
                    <a:pt x="286" y="99"/>
                  </a:cubicBezTo>
                  <a:cubicBezTo>
                    <a:pt x="0" y="679"/>
                    <a:pt x="276" y="1437"/>
                    <a:pt x="797" y="1830"/>
                  </a:cubicBezTo>
                  <a:cubicBezTo>
                    <a:pt x="1249" y="2180"/>
                    <a:pt x="1828" y="2300"/>
                    <a:pt x="2397" y="2300"/>
                  </a:cubicBezTo>
                  <a:cubicBezTo>
                    <a:pt x="2484" y="2300"/>
                    <a:pt x="2570" y="2297"/>
                    <a:pt x="2656" y="2292"/>
                  </a:cubicBezTo>
                  <a:cubicBezTo>
                    <a:pt x="3536" y="3793"/>
                    <a:pt x="5232" y="4802"/>
                    <a:pt x="6957" y="4802"/>
                  </a:cubicBezTo>
                  <a:cubicBezTo>
                    <a:pt x="7198" y="4802"/>
                    <a:pt x="7441" y="4782"/>
                    <a:pt x="7681" y="4741"/>
                  </a:cubicBezTo>
                  <a:cubicBezTo>
                    <a:pt x="8478" y="4603"/>
                    <a:pt x="9216" y="4249"/>
                    <a:pt x="9953" y="3905"/>
                  </a:cubicBezTo>
                  <a:cubicBezTo>
                    <a:pt x="9970" y="3888"/>
                    <a:pt x="9994" y="3871"/>
                    <a:pt x="10001" y="3855"/>
                  </a:cubicBezTo>
                  <a:lnTo>
                    <a:pt x="10001" y="3855"/>
                  </a:lnTo>
                  <a:lnTo>
                    <a:pt x="10553" y="3836"/>
                  </a:lnTo>
                  <a:cubicBezTo>
                    <a:pt x="11065" y="3866"/>
                    <a:pt x="11556" y="4121"/>
                    <a:pt x="12078" y="4131"/>
                  </a:cubicBezTo>
                  <a:cubicBezTo>
                    <a:pt x="12343" y="4131"/>
                    <a:pt x="12599" y="4082"/>
                    <a:pt x="12855" y="4003"/>
                  </a:cubicBezTo>
                  <a:cubicBezTo>
                    <a:pt x="13238" y="3895"/>
                    <a:pt x="13622" y="3748"/>
                    <a:pt x="13986" y="3581"/>
                  </a:cubicBezTo>
                  <a:cubicBezTo>
                    <a:pt x="14271" y="3443"/>
                    <a:pt x="14654" y="3276"/>
                    <a:pt x="14654" y="2961"/>
                  </a:cubicBezTo>
                  <a:cubicBezTo>
                    <a:pt x="14674" y="2125"/>
                    <a:pt x="14448" y="1220"/>
                    <a:pt x="13789" y="699"/>
                  </a:cubicBezTo>
                  <a:cubicBezTo>
                    <a:pt x="13238" y="276"/>
                    <a:pt x="12491" y="207"/>
                    <a:pt x="11792" y="168"/>
                  </a:cubicBezTo>
                  <a:cubicBezTo>
                    <a:pt x="9894" y="45"/>
                    <a:pt x="7967" y="1"/>
                    <a:pt x="6039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6254519" y="2283553"/>
              <a:ext cx="1638025" cy="1513504"/>
            </a:xfrm>
            <a:custGeom>
              <a:avLst/>
              <a:gdLst/>
              <a:ahLst/>
              <a:cxnLst/>
              <a:rect l="l" t="t" r="r" b="b"/>
              <a:pathLst>
                <a:path w="33518" h="30970" extrusionOk="0">
                  <a:moveTo>
                    <a:pt x="26505" y="0"/>
                  </a:moveTo>
                  <a:lnTo>
                    <a:pt x="17939" y="915"/>
                  </a:lnTo>
                  <a:lnTo>
                    <a:pt x="17260" y="2783"/>
                  </a:lnTo>
                  <a:cubicBezTo>
                    <a:pt x="17260" y="2783"/>
                    <a:pt x="12304" y="2960"/>
                    <a:pt x="10160" y="3737"/>
                  </a:cubicBezTo>
                  <a:cubicBezTo>
                    <a:pt x="8016" y="4514"/>
                    <a:pt x="3639" y="20682"/>
                    <a:pt x="3639" y="20682"/>
                  </a:cubicBezTo>
                  <a:lnTo>
                    <a:pt x="0" y="30970"/>
                  </a:lnTo>
                  <a:lnTo>
                    <a:pt x="22906" y="30970"/>
                  </a:lnTo>
                  <a:lnTo>
                    <a:pt x="25777" y="21184"/>
                  </a:lnTo>
                  <a:cubicBezTo>
                    <a:pt x="25777" y="21184"/>
                    <a:pt x="30596" y="17171"/>
                    <a:pt x="32062" y="11428"/>
                  </a:cubicBezTo>
                  <a:cubicBezTo>
                    <a:pt x="33517" y="5694"/>
                    <a:pt x="26731" y="1515"/>
                    <a:pt x="26731" y="1515"/>
                  </a:cubicBezTo>
                  <a:lnTo>
                    <a:pt x="265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5891658" y="2466181"/>
              <a:ext cx="1083839" cy="916117"/>
            </a:xfrm>
            <a:custGeom>
              <a:avLst/>
              <a:gdLst/>
              <a:ahLst/>
              <a:cxnLst/>
              <a:rect l="l" t="t" r="r" b="b"/>
              <a:pathLst>
                <a:path w="22178" h="18746" extrusionOk="0">
                  <a:moveTo>
                    <a:pt x="17575" y="0"/>
                  </a:moveTo>
                  <a:lnTo>
                    <a:pt x="8743" y="6786"/>
                  </a:lnTo>
                  <a:lnTo>
                    <a:pt x="8832" y="4957"/>
                  </a:lnTo>
                  <a:lnTo>
                    <a:pt x="2547" y="4455"/>
                  </a:lnTo>
                  <a:lnTo>
                    <a:pt x="2233" y="7288"/>
                  </a:lnTo>
                  <a:cubicBezTo>
                    <a:pt x="2233" y="7288"/>
                    <a:pt x="0" y="9019"/>
                    <a:pt x="413" y="12618"/>
                  </a:cubicBezTo>
                  <a:cubicBezTo>
                    <a:pt x="775" y="15848"/>
                    <a:pt x="2095" y="18745"/>
                    <a:pt x="5659" y="18745"/>
                  </a:cubicBezTo>
                  <a:cubicBezTo>
                    <a:pt x="6067" y="18745"/>
                    <a:pt x="6504" y="18707"/>
                    <a:pt x="6973" y="18627"/>
                  </a:cubicBezTo>
                  <a:cubicBezTo>
                    <a:pt x="11526" y="17850"/>
                    <a:pt x="17899" y="12933"/>
                    <a:pt x="17899" y="12933"/>
                  </a:cubicBezTo>
                  <a:lnTo>
                    <a:pt x="22178" y="7199"/>
                  </a:lnTo>
                  <a:lnTo>
                    <a:pt x="175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6784174" y="2599889"/>
              <a:ext cx="72034" cy="254173"/>
            </a:xfrm>
            <a:custGeom>
              <a:avLst/>
              <a:gdLst/>
              <a:ahLst/>
              <a:cxnLst/>
              <a:rect l="l" t="t" r="r" b="b"/>
              <a:pathLst>
                <a:path w="1474" h="5201" extrusionOk="0">
                  <a:moveTo>
                    <a:pt x="1344" y="1"/>
                  </a:moveTo>
                  <a:cubicBezTo>
                    <a:pt x="1300" y="1"/>
                    <a:pt x="1256" y="26"/>
                    <a:pt x="1239" y="87"/>
                  </a:cubicBezTo>
                  <a:lnTo>
                    <a:pt x="10" y="5073"/>
                  </a:lnTo>
                  <a:cubicBezTo>
                    <a:pt x="0" y="5132"/>
                    <a:pt x="30" y="5191"/>
                    <a:pt x="89" y="5201"/>
                  </a:cubicBezTo>
                  <a:lnTo>
                    <a:pt x="118" y="5201"/>
                  </a:lnTo>
                  <a:cubicBezTo>
                    <a:pt x="167" y="5201"/>
                    <a:pt x="207" y="5171"/>
                    <a:pt x="227" y="5122"/>
                  </a:cubicBezTo>
                  <a:lnTo>
                    <a:pt x="1456" y="136"/>
                  </a:lnTo>
                  <a:cubicBezTo>
                    <a:pt x="1473" y="55"/>
                    <a:pt x="1408" y="1"/>
                    <a:pt x="13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6028641" y="1237686"/>
              <a:ext cx="882446" cy="454344"/>
            </a:xfrm>
            <a:custGeom>
              <a:avLst/>
              <a:gdLst/>
              <a:ahLst/>
              <a:cxnLst/>
              <a:rect l="l" t="t" r="r" b="b"/>
              <a:pathLst>
                <a:path w="18057" h="9297" extrusionOk="0">
                  <a:moveTo>
                    <a:pt x="2529" y="1"/>
                  </a:moveTo>
                  <a:cubicBezTo>
                    <a:pt x="1131" y="1"/>
                    <a:pt x="0" y="1098"/>
                    <a:pt x="59" y="2430"/>
                  </a:cubicBezTo>
                  <a:lnTo>
                    <a:pt x="266" y="7062"/>
                  </a:lnTo>
                  <a:cubicBezTo>
                    <a:pt x="323" y="8310"/>
                    <a:pt x="1412" y="9296"/>
                    <a:pt x="2727" y="9296"/>
                  </a:cubicBezTo>
                  <a:cubicBezTo>
                    <a:pt x="2759" y="9296"/>
                    <a:pt x="2791" y="9296"/>
                    <a:pt x="2823" y="9294"/>
                  </a:cubicBezTo>
                  <a:lnTo>
                    <a:pt x="15372" y="8881"/>
                  </a:lnTo>
                  <a:cubicBezTo>
                    <a:pt x="16660" y="8832"/>
                    <a:pt x="17693" y="7878"/>
                    <a:pt x="17762" y="6669"/>
                  </a:cubicBezTo>
                  <a:lnTo>
                    <a:pt x="17978" y="2538"/>
                  </a:lnTo>
                  <a:cubicBezTo>
                    <a:pt x="18057" y="1220"/>
                    <a:pt x="16936" y="99"/>
                    <a:pt x="15519" y="89"/>
                  </a:cubicBezTo>
                  <a:lnTo>
                    <a:pt x="2547" y="1"/>
                  </a:lnTo>
                  <a:cubicBezTo>
                    <a:pt x="2541" y="1"/>
                    <a:pt x="2535" y="1"/>
                    <a:pt x="25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6095446" y="1237686"/>
              <a:ext cx="882446" cy="454344"/>
            </a:xfrm>
            <a:custGeom>
              <a:avLst/>
              <a:gdLst/>
              <a:ahLst/>
              <a:cxnLst/>
              <a:rect l="l" t="t" r="r" b="b"/>
              <a:pathLst>
                <a:path w="18057" h="9297" extrusionOk="0">
                  <a:moveTo>
                    <a:pt x="2528" y="1"/>
                  </a:moveTo>
                  <a:cubicBezTo>
                    <a:pt x="1121" y="1"/>
                    <a:pt x="0" y="1098"/>
                    <a:pt x="59" y="2430"/>
                  </a:cubicBezTo>
                  <a:lnTo>
                    <a:pt x="266" y="7062"/>
                  </a:lnTo>
                  <a:cubicBezTo>
                    <a:pt x="323" y="8310"/>
                    <a:pt x="1412" y="9296"/>
                    <a:pt x="2727" y="9296"/>
                  </a:cubicBezTo>
                  <a:cubicBezTo>
                    <a:pt x="2759" y="9296"/>
                    <a:pt x="2791" y="9296"/>
                    <a:pt x="2823" y="9294"/>
                  </a:cubicBezTo>
                  <a:lnTo>
                    <a:pt x="15372" y="8881"/>
                  </a:lnTo>
                  <a:cubicBezTo>
                    <a:pt x="16660" y="8832"/>
                    <a:pt x="17693" y="7878"/>
                    <a:pt x="17762" y="6669"/>
                  </a:cubicBezTo>
                  <a:lnTo>
                    <a:pt x="17978" y="2538"/>
                  </a:lnTo>
                  <a:cubicBezTo>
                    <a:pt x="18057" y="1220"/>
                    <a:pt x="16936" y="99"/>
                    <a:pt x="15529" y="89"/>
                  </a:cubicBezTo>
                  <a:lnTo>
                    <a:pt x="2547" y="1"/>
                  </a:lnTo>
                  <a:cubicBezTo>
                    <a:pt x="2541" y="1"/>
                    <a:pt x="2535" y="1"/>
                    <a:pt x="25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6215569" y="1349207"/>
              <a:ext cx="246598" cy="246598"/>
            </a:xfrm>
            <a:custGeom>
              <a:avLst/>
              <a:gdLst/>
              <a:ahLst/>
              <a:cxnLst/>
              <a:rect l="l" t="t" r="r" b="b"/>
              <a:pathLst>
                <a:path w="5046" h="5046" fill="none" extrusionOk="0">
                  <a:moveTo>
                    <a:pt x="2902" y="207"/>
                  </a:moveTo>
                  <a:cubicBezTo>
                    <a:pt x="4181" y="413"/>
                    <a:pt x="5046" y="1613"/>
                    <a:pt x="4839" y="2892"/>
                  </a:cubicBezTo>
                  <a:cubicBezTo>
                    <a:pt x="4633" y="4170"/>
                    <a:pt x="3433" y="5046"/>
                    <a:pt x="2155" y="4839"/>
                  </a:cubicBezTo>
                  <a:cubicBezTo>
                    <a:pt x="876" y="4632"/>
                    <a:pt x="1" y="3433"/>
                    <a:pt x="207" y="2144"/>
                  </a:cubicBezTo>
                  <a:cubicBezTo>
                    <a:pt x="414" y="866"/>
                    <a:pt x="1623" y="0"/>
                    <a:pt x="2902" y="207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6613079" y="1341486"/>
              <a:ext cx="261992" cy="261552"/>
            </a:xfrm>
            <a:custGeom>
              <a:avLst/>
              <a:gdLst/>
              <a:ahLst/>
              <a:cxnLst/>
              <a:rect l="l" t="t" r="r" b="b"/>
              <a:pathLst>
                <a:path w="5361" h="5352" fill="none" extrusionOk="0">
                  <a:moveTo>
                    <a:pt x="3855" y="650"/>
                  </a:moveTo>
                  <a:cubicBezTo>
                    <a:pt x="4977" y="1299"/>
                    <a:pt x="5360" y="2735"/>
                    <a:pt x="4711" y="3856"/>
                  </a:cubicBezTo>
                  <a:cubicBezTo>
                    <a:pt x="4052" y="4977"/>
                    <a:pt x="2616" y="5351"/>
                    <a:pt x="1505" y="4702"/>
                  </a:cubicBezTo>
                  <a:cubicBezTo>
                    <a:pt x="384" y="4053"/>
                    <a:pt x="0" y="2617"/>
                    <a:pt x="649" y="1496"/>
                  </a:cubicBezTo>
                  <a:cubicBezTo>
                    <a:pt x="1308" y="375"/>
                    <a:pt x="2744" y="1"/>
                    <a:pt x="3855" y="65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6821169" y="1897089"/>
              <a:ext cx="141821" cy="82737"/>
            </a:xfrm>
            <a:custGeom>
              <a:avLst/>
              <a:gdLst/>
              <a:ahLst/>
              <a:cxnLst/>
              <a:rect l="l" t="t" r="r" b="b"/>
              <a:pathLst>
                <a:path w="2902" h="1693" extrusionOk="0">
                  <a:moveTo>
                    <a:pt x="1" y="1"/>
                  </a:moveTo>
                  <a:lnTo>
                    <a:pt x="1" y="1692"/>
                  </a:lnTo>
                  <a:lnTo>
                    <a:pt x="2902" y="169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6908157" y="1847144"/>
              <a:ext cx="57276" cy="175443"/>
            </a:xfrm>
            <a:custGeom>
              <a:avLst/>
              <a:gdLst/>
              <a:ahLst/>
              <a:cxnLst/>
              <a:rect l="l" t="t" r="r" b="b"/>
              <a:pathLst>
                <a:path w="1172" h="3590" extrusionOk="0">
                  <a:moveTo>
                    <a:pt x="1171" y="0"/>
                  </a:moveTo>
                  <a:lnTo>
                    <a:pt x="1" y="1938"/>
                  </a:lnTo>
                  <a:lnTo>
                    <a:pt x="1171" y="3590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5986808" y="1694278"/>
              <a:ext cx="869006" cy="589177"/>
            </a:xfrm>
            <a:custGeom>
              <a:avLst/>
              <a:gdLst/>
              <a:ahLst/>
              <a:cxnLst/>
              <a:rect l="l" t="t" r="r" b="b"/>
              <a:pathLst>
                <a:path w="17782" h="12056" extrusionOk="0">
                  <a:moveTo>
                    <a:pt x="16582" y="1"/>
                  </a:moveTo>
                  <a:lnTo>
                    <a:pt x="8488" y="69"/>
                  </a:lnTo>
                  <a:lnTo>
                    <a:pt x="8232" y="69"/>
                  </a:lnTo>
                  <a:lnTo>
                    <a:pt x="6796" y="79"/>
                  </a:lnTo>
                  <a:lnTo>
                    <a:pt x="6531" y="79"/>
                  </a:lnTo>
                  <a:lnTo>
                    <a:pt x="3128" y="109"/>
                  </a:lnTo>
                  <a:cubicBezTo>
                    <a:pt x="3000" y="109"/>
                    <a:pt x="2872" y="119"/>
                    <a:pt x="2744" y="148"/>
                  </a:cubicBezTo>
                  <a:cubicBezTo>
                    <a:pt x="1662" y="315"/>
                    <a:pt x="1131" y="1181"/>
                    <a:pt x="836" y="2341"/>
                  </a:cubicBezTo>
                  <a:lnTo>
                    <a:pt x="836" y="2371"/>
                  </a:lnTo>
                  <a:cubicBezTo>
                    <a:pt x="374" y="4239"/>
                    <a:pt x="0" y="7032"/>
                    <a:pt x="836" y="9796"/>
                  </a:cubicBezTo>
                  <a:cubicBezTo>
                    <a:pt x="856" y="9855"/>
                    <a:pt x="876" y="9924"/>
                    <a:pt x="895" y="9993"/>
                  </a:cubicBezTo>
                  <a:cubicBezTo>
                    <a:pt x="1092" y="10602"/>
                    <a:pt x="1299" y="11124"/>
                    <a:pt x="1594" y="11478"/>
                  </a:cubicBezTo>
                  <a:cubicBezTo>
                    <a:pt x="1603" y="11488"/>
                    <a:pt x="1603" y="11488"/>
                    <a:pt x="1613" y="11497"/>
                  </a:cubicBezTo>
                  <a:cubicBezTo>
                    <a:pt x="1731" y="11645"/>
                    <a:pt x="1889" y="11773"/>
                    <a:pt x="2056" y="11871"/>
                  </a:cubicBezTo>
                  <a:cubicBezTo>
                    <a:pt x="2076" y="11881"/>
                    <a:pt x="2105" y="11891"/>
                    <a:pt x="2125" y="11901"/>
                  </a:cubicBezTo>
                  <a:lnTo>
                    <a:pt x="2135" y="11901"/>
                  </a:lnTo>
                  <a:cubicBezTo>
                    <a:pt x="2331" y="11989"/>
                    <a:pt x="2548" y="12038"/>
                    <a:pt x="2774" y="12048"/>
                  </a:cubicBezTo>
                  <a:cubicBezTo>
                    <a:pt x="2823" y="12053"/>
                    <a:pt x="2872" y="12056"/>
                    <a:pt x="2920" y="12056"/>
                  </a:cubicBezTo>
                  <a:cubicBezTo>
                    <a:pt x="2968" y="12056"/>
                    <a:pt x="3015" y="12053"/>
                    <a:pt x="3059" y="12048"/>
                  </a:cubicBezTo>
                  <a:lnTo>
                    <a:pt x="7426" y="11832"/>
                  </a:lnTo>
                  <a:lnTo>
                    <a:pt x="7652" y="11822"/>
                  </a:lnTo>
                  <a:lnTo>
                    <a:pt x="9147" y="11743"/>
                  </a:lnTo>
                  <a:lnTo>
                    <a:pt x="9383" y="11733"/>
                  </a:lnTo>
                  <a:lnTo>
                    <a:pt x="16680" y="11379"/>
                  </a:lnTo>
                  <a:cubicBezTo>
                    <a:pt x="16680" y="11379"/>
                    <a:pt x="17782" y="9678"/>
                    <a:pt x="17693" y="5852"/>
                  </a:cubicBezTo>
                  <a:cubicBezTo>
                    <a:pt x="17683" y="5715"/>
                    <a:pt x="17683" y="5567"/>
                    <a:pt x="17674" y="5420"/>
                  </a:cubicBezTo>
                  <a:cubicBezTo>
                    <a:pt x="17654" y="4967"/>
                    <a:pt x="17624" y="4544"/>
                    <a:pt x="17595" y="4161"/>
                  </a:cubicBezTo>
                  <a:cubicBezTo>
                    <a:pt x="17310" y="1014"/>
                    <a:pt x="16582" y="1"/>
                    <a:pt x="16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5991108" y="1701023"/>
              <a:ext cx="256225" cy="582091"/>
            </a:xfrm>
            <a:custGeom>
              <a:avLst/>
              <a:gdLst/>
              <a:ahLst/>
              <a:cxnLst/>
              <a:rect l="l" t="t" r="r" b="b"/>
              <a:pathLst>
                <a:path w="5243" h="11911" extrusionOk="0">
                  <a:moveTo>
                    <a:pt x="2627" y="0"/>
                  </a:moveTo>
                  <a:cubicBezTo>
                    <a:pt x="1171" y="0"/>
                    <a:pt x="1" y="2666"/>
                    <a:pt x="1" y="5950"/>
                  </a:cubicBezTo>
                  <a:cubicBezTo>
                    <a:pt x="1" y="9245"/>
                    <a:pt x="1171" y="11910"/>
                    <a:pt x="2627" y="11910"/>
                  </a:cubicBezTo>
                  <a:cubicBezTo>
                    <a:pt x="4072" y="11910"/>
                    <a:pt x="5243" y="9245"/>
                    <a:pt x="5243" y="5950"/>
                  </a:cubicBezTo>
                  <a:cubicBezTo>
                    <a:pt x="5243" y="2666"/>
                    <a:pt x="4072" y="0"/>
                    <a:pt x="26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5864730" y="1715928"/>
              <a:ext cx="316287" cy="516703"/>
            </a:xfrm>
            <a:custGeom>
              <a:avLst/>
              <a:gdLst/>
              <a:ahLst/>
              <a:cxnLst/>
              <a:rect l="l" t="t" r="r" b="b"/>
              <a:pathLst>
                <a:path w="6472" h="10573" extrusionOk="0">
                  <a:moveTo>
                    <a:pt x="325" y="0"/>
                  </a:moveTo>
                  <a:lnTo>
                    <a:pt x="0" y="40"/>
                  </a:lnTo>
                  <a:lnTo>
                    <a:pt x="0" y="10573"/>
                  </a:lnTo>
                  <a:lnTo>
                    <a:pt x="689" y="10573"/>
                  </a:lnTo>
                  <a:lnTo>
                    <a:pt x="6472" y="7878"/>
                  </a:lnTo>
                  <a:lnTo>
                    <a:pt x="6472" y="3924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6306419" y="1698139"/>
              <a:ext cx="91387" cy="574369"/>
            </a:xfrm>
            <a:custGeom>
              <a:avLst/>
              <a:gdLst/>
              <a:ahLst/>
              <a:cxnLst/>
              <a:rect l="l" t="t" r="r" b="b"/>
              <a:pathLst>
                <a:path w="1870" h="11753" extrusionOk="0">
                  <a:moveTo>
                    <a:pt x="1" y="0"/>
                  </a:moveTo>
                  <a:cubicBezTo>
                    <a:pt x="718" y="1151"/>
                    <a:pt x="1181" y="2636"/>
                    <a:pt x="1387" y="4485"/>
                  </a:cubicBezTo>
                  <a:cubicBezTo>
                    <a:pt x="1653" y="6924"/>
                    <a:pt x="1476" y="9383"/>
                    <a:pt x="876" y="11753"/>
                  </a:cubicBezTo>
                  <a:lnTo>
                    <a:pt x="1112" y="11743"/>
                  </a:lnTo>
                  <a:cubicBezTo>
                    <a:pt x="1702" y="9363"/>
                    <a:pt x="1869" y="6894"/>
                    <a:pt x="1604" y="4465"/>
                  </a:cubicBezTo>
                  <a:cubicBezTo>
                    <a:pt x="1397" y="2636"/>
                    <a:pt x="954" y="1161"/>
                    <a:pt x="256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6389107" y="1697162"/>
              <a:ext cx="91827" cy="571046"/>
            </a:xfrm>
            <a:custGeom>
              <a:avLst/>
              <a:gdLst/>
              <a:ahLst/>
              <a:cxnLst/>
              <a:rect l="l" t="t" r="r" b="b"/>
              <a:pathLst>
                <a:path w="1879" h="11685" extrusionOk="0">
                  <a:moveTo>
                    <a:pt x="0" y="1"/>
                  </a:moveTo>
                  <a:cubicBezTo>
                    <a:pt x="728" y="1161"/>
                    <a:pt x="1190" y="2646"/>
                    <a:pt x="1397" y="4505"/>
                  </a:cubicBezTo>
                  <a:cubicBezTo>
                    <a:pt x="1662" y="6914"/>
                    <a:pt x="1495" y="9344"/>
                    <a:pt x="915" y="11684"/>
                  </a:cubicBezTo>
                  <a:lnTo>
                    <a:pt x="1151" y="11674"/>
                  </a:lnTo>
                  <a:cubicBezTo>
                    <a:pt x="1721" y="9324"/>
                    <a:pt x="1879" y="6895"/>
                    <a:pt x="1613" y="4485"/>
                  </a:cubicBezTo>
                  <a:cubicBezTo>
                    <a:pt x="1416" y="2646"/>
                    <a:pt x="974" y="1171"/>
                    <a:pt x="266" y="1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6565480" y="1913949"/>
              <a:ext cx="206231" cy="90849"/>
            </a:xfrm>
            <a:custGeom>
              <a:avLst/>
              <a:gdLst/>
              <a:ahLst/>
              <a:cxnLst/>
              <a:rect l="l" t="t" r="r" b="b"/>
              <a:pathLst>
                <a:path w="4220" h="1859" extrusionOk="0">
                  <a:moveTo>
                    <a:pt x="4003" y="226"/>
                  </a:moveTo>
                  <a:lnTo>
                    <a:pt x="4003" y="1633"/>
                  </a:lnTo>
                  <a:lnTo>
                    <a:pt x="227" y="1633"/>
                  </a:lnTo>
                  <a:lnTo>
                    <a:pt x="227" y="226"/>
                  </a:lnTo>
                  <a:close/>
                  <a:moveTo>
                    <a:pt x="118" y="0"/>
                  </a:moveTo>
                  <a:cubicBezTo>
                    <a:pt x="50" y="0"/>
                    <a:pt x="0" y="49"/>
                    <a:pt x="0" y="108"/>
                  </a:cubicBezTo>
                  <a:lnTo>
                    <a:pt x="0" y="1751"/>
                  </a:lnTo>
                  <a:cubicBezTo>
                    <a:pt x="0" y="1810"/>
                    <a:pt x="50" y="1859"/>
                    <a:pt x="118" y="1859"/>
                  </a:cubicBezTo>
                  <a:lnTo>
                    <a:pt x="4111" y="1859"/>
                  </a:lnTo>
                  <a:cubicBezTo>
                    <a:pt x="4170" y="1859"/>
                    <a:pt x="4220" y="1810"/>
                    <a:pt x="4220" y="1751"/>
                  </a:cubicBezTo>
                  <a:lnTo>
                    <a:pt x="4220" y="108"/>
                  </a:lnTo>
                  <a:cubicBezTo>
                    <a:pt x="4220" y="49"/>
                    <a:pt x="4170" y="0"/>
                    <a:pt x="4111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5651314" y="1715928"/>
              <a:ext cx="247087" cy="525353"/>
            </a:xfrm>
            <a:custGeom>
              <a:avLst/>
              <a:gdLst/>
              <a:ahLst/>
              <a:cxnLst/>
              <a:rect l="l" t="t" r="r" b="b"/>
              <a:pathLst>
                <a:path w="5056" h="10750" extrusionOk="0">
                  <a:moveTo>
                    <a:pt x="4692" y="0"/>
                  </a:moveTo>
                  <a:lnTo>
                    <a:pt x="30" y="295"/>
                  </a:lnTo>
                  <a:lnTo>
                    <a:pt x="1" y="10750"/>
                  </a:lnTo>
                  <a:lnTo>
                    <a:pt x="5056" y="10573"/>
                  </a:lnTo>
                  <a:lnTo>
                    <a:pt x="46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6263657" y="2170517"/>
              <a:ext cx="513819" cy="787833"/>
            </a:xfrm>
            <a:custGeom>
              <a:avLst/>
              <a:gdLst/>
              <a:ahLst/>
              <a:cxnLst/>
              <a:rect l="l" t="t" r="r" b="b"/>
              <a:pathLst>
                <a:path w="10514" h="16121" extrusionOk="0">
                  <a:moveTo>
                    <a:pt x="6783" y="0"/>
                  </a:moveTo>
                  <a:cubicBezTo>
                    <a:pt x="6781" y="0"/>
                    <a:pt x="6779" y="1"/>
                    <a:pt x="6776" y="2"/>
                  </a:cubicBezTo>
                  <a:cubicBezTo>
                    <a:pt x="6413" y="179"/>
                    <a:pt x="5960" y="3011"/>
                    <a:pt x="5960" y="3011"/>
                  </a:cubicBezTo>
                  <a:lnTo>
                    <a:pt x="3728" y="1870"/>
                  </a:lnTo>
                  <a:cubicBezTo>
                    <a:pt x="3728" y="1870"/>
                    <a:pt x="876" y="2047"/>
                    <a:pt x="777" y="2175"/>
                  </a:cubicBezTo>
                  <a:cubicBezTo>
                    <a:pt x="689" y="2303"/>
                    <a:pt x="777" y="3778"/>
                    <a:pt x="777" y="3778"/>
                  </a:cubicBezTo>
                  <a:cubicBezTo>
                    <a:pt x="777" y="3778"/>
                    <a:pt x="177" y="4516"/>
                    <a:pt x="89" y="5283"/>
                  </a:cubicBezTo>
                  <a:cubicBezTo>
                    <a:pt x="0" y="6050"/>
                    <a:pt x="4101" y="9837"/>
                    <a:pt x="4101" y="9837"/>
                  </a:cubicBezTo>
                  <a:lnTo>
                    <a:pt x="4957" y="16121"/>
                  </a:lnTo>
                  <a:lnTo>
                    <a:pt x="10514" y="15029"/>
                  </a:lnTo>
                  <a:cubicBezTo>
                    <a:pt x="10514" y="15029"/>
                    <a:pt x="7189" y="0"/>
                    <a:pt x="6783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6258379" y="2229112"/>
              <a:ext cx="211021" cy="426928"/>
            </a:xfrm>
            <a:custGeom>
              <a:avLst/>
              <a:gdLst/>
              <a:ahLst/>
              <a:cxnLst/>
              <a:rect l="l" t="t" r="r" b="b"/>
              <a:pathLst>
                <a:path w="4318" h="8736" extrusionOk="0">
                  <a:moveTo>
                    <a:pt x="1059" y="1"/>
                  </a:moveTo>
                  <a:cubicBezTo>
                    <a:pt x="1018" y="1"/>
                    <a:pt x="976" y="28"/>
                    <a:pt x="954" y="72"/>
                  </a:cubicBezTo>
                  <a:cubicBezTo>
                    <a:pt x="944" y="101"/>
                    <a:pt x="541" y="986"/>
                    <a:pt x="826" y="2432"/>
                  </a:cubicBezTo>
                  <a:cubicBezTo>
                    <a:pt x="679" y="2658"/>
                    <a:pt x="0" y="3740"/>
                    <a:pt x="226" y="4359"/>
                  </a:cubicBezTo>
                  <a:cubicBezTo>
                    <a:pt x="462" y="5018"/>
                    <a:pt x="3973" y="8559"/>
                    <a:pt x="4121" y="8706"/>
                  </a:cubicBezTo>
                  <a:cubicBezTo>
                    <a:pt x="4140" y="8726"/>
                    <a:pt x="4170" y="8736"/>
                    <a:pt x="4199" y="8736"/>
                  </a:cubicBezTo>
                  <a:cubicBezTo>
                    <a:pt x="4229" y="8736"/>
                    <a:pt x="4259" y="8726"/>
                    <a:pt x="4278" y="8706"/>
                  </a:cubicBezTo>
                  <a:cubicBezTo>
                    <a:pt x="4318" y="8667"/>
                    <a:pt x="4318" y="8598"/>
                    <a:pt x="4278" y="8549"/>
                  </a:cubicBezTo>
                  <a:cubicBezTo>
                    <a:pt x="3265" y="7536"/>
                    <a:pt x="610" y="4792"/>
                    <a:pt x="433" y="4291"/>
                  </a:cubicBezTo>
                  <a:cubicBezTo>
                    <a:pt x="266" y="3809"/>
                    <a:pt x="806" y="2845"/>
                    <a:pt x="1033" y="2520"/>
                  </a:cubicBezTo>
                  <a:cubicBezTo>
                    <a:pt x="1052" y="2491"/>
                    <a:pt x="1062" y="2461"/>
                    <a:pt x="1052" y="2432"/>
                  </a:cubicBezTo>
                  <a:cubicBezTo>
                    <a:pt x="767" y="1035"/>
                    <a:pt x="1161" y="170"/>
                    <a:pt x="1161" y="160"/>
                  </a:cubicBezTo>
                  <a:cubicBezTo>
                    <a:pt x="1180" y="101"/>
                    <a:pt x="1161" y="42"/>
                    <a:pt x="1102" y="13"/>
                  </a:cubicBezTo>
                  <a:cubicBezTo>
                    <a:pt x="1088" y="5"/>
                    <a:pt x="1074" y="1"/>
                    <a:pt x="10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6439248" y="2253401"/>
              <a:ext cx="169530" cy="134490"/>
            </a:xfrm>
            <a:custGeom>
              <a:avLst/>
              <a:gdLst/>
              <a:ahLst/>
              <a:cxnLst/>
              <a:rect l="l" t="t" r="r" b="b"/>
              <a:pathLst>
                <a:path w="3469" h="2752" extrusionOk="0">
                  <a:moveTo>
                    <a:pt x="164" y="0"/>
                  </a:moveTo>
                  <a:cubicBezTo>
                    <a:pt x="59" y="0"/>
                    <a:pt x="1" y="164"/>
                    <a:pt x="135" y="214"/>
                  </a:cubicBezTo>
                  <a:cubicBezTo>
                    <a:pt x="744" y="519"/>
                    <a:pt x="2397" y="1374"/>
                    <a:pt x="2662" y="1728"/>
                  </a:cubicBezTo>
                  <a:cubicBezTo>
                    <a:pt x="2888" y="2033"/>
                    <a:pt x="3075" y="2358"/>
                    <a:pt x="3242" y="2692"/>
                  </a:cubicBezTo>
                  <a:cubicBezTo>
                    <a:pt x="3262" y="2731"/>
                    <a:pt x="3301" y="2751"/>
                    <a:pt x="3341" y="2751"/>
                  </a:cubicBezTo>
                  <a:cubicBezTo>
                    <a:pt x="3360" y="2751"/>
                    <a:pt x="3380" y="2751"/>
                    <a:pt x="3390" y="2741"/>
                  </a:cubicBezTo>
                  <a:cubicBezTo>
                    <a:pt x="3449" y="2712"/>
                    <a:pt x="3469" y="2653"/>
                    <a:pt x="3449" y="2594"/>
                  </a:cubicBezTo>
                  <a:cubicBezTo>
                    <a:pt x="3272" y="2250"/>
                    <a:pt x="3075" y="1915"/>
                    <a:pt x="2839" y="1600"/>
                  </a:cubicBezTo>
                  <a:cubicBezTo>
                    <a:pt x="2485" y="1128"/>
                    <a:pt x="321" y="66"/>
                    <a:pt x="223" y="17"/>
                  </a:cubicBezTo>
                  <a:cubicBezTo>
                    <a:pt x="202" y="5"/>
                    <a:pt x="182" y="0"/>
                    <a:pt x="1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6392430" y="2565191"/>
              <a:ext cx="1275165" cy="1094932"/>
            </a:xfrm>
            <a:custGeom>
              <a:avLst/>
              <a:gdLst/>
              <a:ahLst/>
              <a:cxnLst/>
              <a:rect l="l" t="t" r="r" b="b"/>
              <a:pathLst>
                <a:path w="26093" h="22405" extrusionOk="0">
                  <a:moveTo>
                    <a:pt x="20152" y="0"/>
                  </a:moveTo>
                  <a:lnTo>
                    <a:pt x="8469" y="7278"/>
                  </a:lnTo>
                  <a:lnTo>
                    <a:pt x="7682" y="4711"/>
                  </a:lnTo>
                  <a:lnTo>
                    <a:pt x="817" y="5872"/>
                  </a:lnTo>
                  <a:lnTo>
                    <a:pt x="1643" y="10582"/>
                  </a:lnTo>
                  <a:cubicBezTo>
                    <a:pt x="1643" y="10582"/>
                    <a:pt x="1" y="12431"/>
                    <a:pt x="748" y="15441"/>
                  </a:cubicBezTo>
                  <a:cubicBezTo>
                    <a:pt x="1454" y="18235"/>
                    <a:pt x="3218" y="22404"/>
                    <a:pt x="8204" y="22404"/>
                  </a:cubicBezTo>
                  <a:cubicBezTo>
                    <a:pt x="8570" y="22404"/>
                    <a:pt x="8953" y="22382"/>
                    <a:pt x="9354" y="22335"/>
                  </a:cubicBezTo>
                  <a:cubicBezTo>
                    <a:pt x="15235" y="21656"/>
                    <a:pt x="21795" y="17073"/>
                    <a:pt x="21795" y="17073"/>
                  </a:cubicBezTo>
                  <a:lnTo>
                    <a:pt x="26093" y="8055"/>
                  </a:lnTo>
                  <a:lnTo>
                    <a:pt x="201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6398197" y="2540707"/>
              <a:ext cx="1032916" cy="1113601"/>
            </a:xfrm>
            <a:custGeom>
              <a:avLst/>
              <a:gdLst/>
              <a:ahLst/>
              <a:cxnLst/>
              <a:rect l="l" t="t" r="r" b="b"/>
              <a:pathLst>
                <a:path w="21136" h="22787" extrusionOk="0">
                  <a:moveTo>
                    <a:pt x="21004" y="1"/>
                  </a:moveTo>
                  <a:cubicBezTo>
                    <a:pt x="20974" y="1"/>
                    <a:pt x="20945" y="13"/>
                    <a:pt x="20929" y="39"/>
                  </a:cubicBezTo>
                  <a:lnTo>
                    <a:pt x="12029" y="10385"/>
                  </a:lnTo>
                  <a:cubicBezTo>
                    <a:pt x="11606" y="9549"/>
                    <a:pt x="11104" y="8753"/>
                    <a:pt x="10524" y="8025"/>
                  </a:cubicBezTo>
                  <a:cubicBezTo>
                    <a:pt x="10233" y="7644"/>
                    <a:pt x="9577" y="7558"/>
                    <a:pt x="9051" y="7558"/>
                  </a:cubicBezTo>
                  <a:cubicBezTo>
                    <a:pt x="8761" y="7558"/>
                    <a:pt x="8510" y="7584"/>
                    <a:pt x="8380" y="7602"/>
                  </a:cubicBezTo>
                  <a:lnTo>
                    <a:pt x="7672" y="5143"/>
                  </a:lnTo>
                  <a:cubicBezTo>
                    <a:pt x="7664" y="5092"/>
                    <a:pt x="7617" y="5063"/>
                    <a:pt x="7573" y="5063"/>
                  </a:cubicBezTo>
                  <a:cubicBezTo>
                    <a:pt x="7567" y="5063"/>
                    <a:pt x="7560" y="5063"/>
                    <a:pt x="7554" y="5065"/>
                  </a:cubicBezTo>
                  <a:lnTo>
                    <a:pt x="355" y="6569"/>
                  </a:lnTo>
                  <a:cubicBezTo>
                    <a:pt x="296" y="6579"/>
                    <a:pt x="267" y="6628"/>
                    <a:pt x="276" y="6687"/>
                  </a:cubicBezTo>
                  <a:lnTo>
                    <a:pt x="866" y="9893"/>
                  </a:lnTo>
                  <a:cubicBezTo>
                    <a:pt x="1" y="11280"/>
                    <a:pt x="21" y="12775"/>
                    <a:pt x="178" y="13788"/>
                  </a:cubicBezTo>
                  <a:cubicBezTo>
                    <a:pt x="571" y="16188"/>
                    <a:pt x="1083" y="18676"/>
                    <a:pt x="2676" y="20515"/>
                  </a:cubicBezTo>
                  <a:cubicBezTo>
                    <a:pt x="3886" y="21892"/>
                    <a:pt x="5459" y="22649"/>
                    <a:pt x="7357" y="22767"/>
                  </a:cubicBezTo>
                  <a:cubicBezTo>
                    <a:pt x="7534" y="22787"/>
                    <a:pt x="7702" y="22787"/>
                    <a:pt x="7879" y="22787"/>
                  </a:cubicBezTo>
                  <a:cubicBezTo>
                    <a:pt x="11488" y="22787"/>
                    <a:pt x="15609" y="20554"/>
                    <a:pt x="18195" y="18253"/>
                  </a:cubicBezTo>
                  <a:cubicBezTo>
                    <a:pt x="18280" y="18176"/>
                    <a:pt x="18207" y="18056"/>
                    <a:pt x="18120" y="18056"/>
                  </a:cubicBezTo>
                  <a:cubicBezTo>
                    <a:pt x="18096" y="18056"/>
                    <a:pt x="18071" y="18065"/>
                    <a:pt x="18048" y="18086"/>
                  </a:cubicBezTo>
                  <a:cubicBezTo>
                    <a:pt x="15495" y="20366"/>
                    <a:pt x="11429" y="22566"/>
                    <a:pt x="7883" y="22566"/>
                  </a:cubicBezTo>
                  <a:cubicBezTo>
                    <a:pt x="7713" y="22566"/>
                    <a:pt x="7544" y="22561"/>
                    <a:pt x="7377" y="22551"/>
                  </a:cubicBezTo>
                  <a:cubicBezTo>
                    <a:pt x="5528" y="22433"/>
                    <a:pt x="4014" y="21695"/>
                    <a:pt x="2843" y="20358"/>
                  </a:cubicBezTo>
                  <a:cubicBezTo>
                    <a:pt x="1279" y="18568"/>
                    <a:pt x="798" y="16207"/>
                    <a:pt x="404" y="13749"/>
                  </a:cubicBezTo>
                  <a:cubicBezTo>
                    <a:pt x="247" y="12775"/>
                    <a:pt x="227" y="11319"/>
                    <a:pt x="1063" y="9992"/>
                  </a:cubicBezTo>
                  <a:cubicBezTo>
                    <a:pt x="1102" y="9923"/>
                    <a:pt x="1152" y="9844"/>
                    <a:pt x="1083" y="9785"/>
                  </a:cubicBezTo>
                  <a:lnTo>
                    <a:pt x="1063" y="9775"/>
                  </a:lnTo>
                  <a:lnTo>
                    <a:pt x="503" y="6756"/>
                  </a:lnTo>
                  <a:lnTo>
                    <a:pt x="7495" y="5301"/>
                  </a:lnTo>
                  <a:lnTo>
                    <a:pt x="8193" y="7749"/>
                  </a:lnTo>
                  <a:cubicBezTo>
                    <a:pt x="8211" y="7793"/>
                    <a:pt x="8252" y="7830"/>
                    <a:pt x="8303" y="7830"/>
                  </a:cubicBezTo>
                  <a:cubicBezTo>
                    <a:pt x="8309" y="7830"/>
                    <a:pt x="8315" y="7829"/>
                    <a:pt x="8321" y="7828"/>
                  </a:cubicBezTo>
                  <a:cubicBezTo>
                    <a:pt x="8481" y="7803"/>
                    <a:pt x="8748" y="7776"/>
                    <a:pt x="9041" y="7776"/>
                  </a:cubicBezTo>
                  <a:cubicBezTo>
                    <a:pt x="9544" y="7776"/>
                    <a:pt x="10121" y="7854"/>
                    <a:pt x="10357" y="8153"/>
                  </a:cubicBezTo>
                  <a:cubicBezTo>
                    <a:pt x="10957" y="8910"/>
                    <a:pt x="11478" y="9746"/>
                    <a:pt x="11891" y="10631"/>
                  </a:cubicBezTo>
                  <a:cubicBezTo>
                    <a:pt x="11901" y="10660"/>
                    <a:pt x="11931" y="10690"/>
                    <a:pt x="11970" y="10700"/>
                  </a:cubicBezTo>
                  <a:cubicBezTo>
                    <a:pt x="12009" y="10700"/>
                    <a:pt x="12049" y="10690"/>
                    <a:pt x="12078" y="10660"/>
                  </a:cubicBezTo>
                  <a:lnTo>
                    <a:pt x="21097" y="186"/>
                  </a:lnTo>
                  <a:cubicBezTo>
                    <a:pt x="21136" y="137"/>
                    <a:pt x="21126" y="68"/>
                    <a:pt x="21077" y="29"/>
                  </a:cubicBezTo>
                  <a:cubicBezTo>
                    <a:pt x="21058" y="11"/>
                    <a:pt x="21031" y="1"/>
                    <a:pt x="210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7829116" y="2201745"/>
              <a:ext cx="384460" cy="573050"/>
            </a:xfrm>
            <a:custGeom>
              <a:avLst/>
              <a:gdLst/>
              <a:ahLst/>
              <a:cxnLst/>
              <a:rect l="l" t="t" r="r" b="b"/>
              <a:pathLst>
                <a:path w="7867" h="11726" extrusionOk="0">
                  <a:moveTo>
                    <a:pt x="2812" y="3287"/>
                  </a:moveTo>
                  <a:cubicBezTo>
                    <a:pt x="3156" y="3287"/>
                    <a:pt x="3500" y="3366"/>
                    <a:pt x="3805" y="3513"/>
                  </a:cubicBezTo>
                  <a:cubicBezTo>
                    <a:pt x="3776" y="3661"/>
                    <a:pt x="3736" y="3798"/>
                    <a:pt x="3668" y="3936"/>
                  </a:cubicBezTo>
                  <a:cubicBezTo>
                    <a:pt x="3382" y="4595"/>
                    <a:pt x="2733" y="5057"/>
                    <a:pt x="2074" y="5057"/>
                  </a:cubicBezTo>
                  <a:cubicBezTo>
                    <a:pt x="1907" y="5057"/>
                    <a:pt x="1740" y="5018"/>
                    <a:pt x="1592" y="4929"/>
                  </a:cubicBezTo>
                  <a:cubicBezTo>
                    <a:pt x="1327" y="4752"/>
                    <a:pt x="1238" y="4349"/>
                    <a:pt x="1396" y="4015"/>
                  </a:cubicBezTo>
                  <a:cubicBezTo>
                    <a:pt x="1573" y="3690"/>
                    <a:pt x="1887" y="3454"/>
                    <a:pt x="2251" y="3366"/>
                  </a:cubicBezTo>
                  <a:cubicBezTo>
                    <a:pt x="2438" y="3316"/>
                    <a:pt x="2625" y="3287"/>
                    <a:pt x="2812" y="3287"/>
                  </a:cubicBezTo>
                  <a:close/>
                  <a:moveTo>
                    <a:pt x="4615" y="6797"/>
                  </a:moveTo>
                  <a:cubicBezTo>
                    <a:pt x="4637" y="6797"/>
                    <a:pt x="4659" y="6797"/>
                    <a:pt x="4681" y="6798"/>
                  </a:cubicBezTo>
                  <a:cubicBezTo>
                    <a:pt x="4946" y="6798"/>
                    <a:pt x="5221" y="6837"/>
                    <a:pt x="5487" y="6926"/>
                  </a:cubicBezTo>
                  <a:cubicBezTo>
                    <a:pt x="5477" y="7014"/>
                    <a:pt x="5467" y="7103"/>
                    <a:pt x="5448" y="7191"/>
                  </a:cubicBezTo>
                  <a:cubicBezTo>
                    <a:pt x="5369" y="7722"/>
                    <a:pt x="5162" y="8440"/>
                    <a:pt x="4612" y="8844"/>
                  </a:cubicBezTo>
                  <a:cubicBezTo>
                    <a:pt x="4395" y="8993"/>
                    <a:pt x="4138" y="9075"/>
                    <a:pt x="3876" y="9075"/>
                  </a:cubicBezTo>
                  <a:cubicBezTo>
                    <a:pt x="3793" y="9075"/>
                    <a:pt x="3710" y="9067"/>
                    <a:pt x="3628" y="9050"/>
                  </a:cubicBezTo>
                  <a:cubicBezTo>
                    <a:pt x="3382" y="9011"/>
                    <a:pt x="3166" y="8883"/>
                    <a:pt x="3028" y="8676"/>
                  </a:cubicBezTo>
                  <a:cubicBezTo>
                    <a:pt x="2881" y="8440"/>
                    <a:pt x="2861" y="8155"/>
                    <a:pt x="2959" y="7899"/>
                  </a:cubicBezTo>
                  <a:cubicBezTo>
                    <a:pt x="3127" y="7447"/>
                    <a:pt x="3481" y="7083"/>
                    <a:pt x="3943" y="6916"/>
                  </a:cubicBezTo>
                  <a:cubicBezTo>
                    <a:pt x="4159" y="6844"/>
                    <a:pt x="4383" y="6797"/>
                    <a:pt x="4615" y="6797"/>
                  </a:cubicBezTo>
                  <a:close/>
                  <a:moveTo>
                    <a:pt x="1447" y="0"/>
                  </a:moveTo>
                  <a:cubicBezTo>
                    <a:pt x="983" y="0"/>
                    <a:pt x="521" y="141"/>
                    <a:pt x="127" y="415"/>
                  </a:cubicBezTo>
                  <a:cubicBezTo>
                    <a:pt x="1" y="518"/>
                    <a:pt x="90" y="697"/>
                    <a:pt x="217" y="697"/>
                  </a:cubicBezTo>
                  <a:cubicBezTo>
                    <a:pt x="248" y="697"/>
                    <a:pt x="281" y="686"/>
                    <a:pt x="314" y="661"/>
                  </a:cubicBezTo>
                  <a:cubicBezTo>
                    <a:pt x="651" y="425"/>
                    <a:pt x="1044" y="306"/>
                    <a:pt x="1441" y="306"/>
                  </a:cubicBezTo>
                  <a:cubicBezTo>
                    <a:pt x="1705" y="306"/>
                    <a:pt x="1970" y="358"/>
                    <a:pt x="2222" y="464"/>
                  </a:cubicBezTo>
                  <a:cubicBezTo>
                    <a:pt x="2841" y="740"/>
                    <a:pt x="3343" y="1251"/>
                    <a:pt x="3609" y="1890"/>
                  </a:cubicBezTo>
                  <a:cubicBezTo>
                    <a:pt x="3795" y="2294"/>
                    <a:pt x="3874" y="2746"/>
                    <a:pt x="3854" y="3198"/>
                  </a:cubicBezTo>
                  <a:cubicBezTo>
                    <a:pt x="3531" y="3055"/>
                    <a:pt x="3185" y="2984"/>
                    <a:pt x="2838" y="2984"/>
                  </a:cubicBezTo>
                  <a:cubicBezTo>
                    <a:pt x="2615" y="2984"/>
                    <a:pt x="2392" y="3013"/>
                    <a:pt x="2173" y="3071"/>
                  </a:cubicBezTo>
                  <a:cubicBezTo>
                    <a:pt x="1720" y="3179"/>
                    <a:pt x="1337" y="3484"/>
                    <a:pt x="1120" y="3887"/>
                  </a:cubicBezTo>
                  <a:cubicBezTo>
                    <a:pt x="904" y="4359"/>
                    <a:pt x="1042" y="4929"/>
                    <a:pt x="1425" y="5185"/>
                  </a:cubicBezTo>
                  <a:cubicBezTo>
                    <a:pt x="1608" y="5304"/>
                    <a:pt x="1816" y="5363"/>
                    <a:pt x="2026" y="5363"/>
                  </a:cubicBezTo>
                  <a:cubicBezTo>
                    <a:pt x="2042" y="5363"/>
                    <a:pt x="2058" y="5363"/>
                    <a:pt x="2074" y="5362"/>
                  </a:cubicBezTo>
                  <a:cubicBezTo>
                    <a:pt x="2851" y="5362"/>
                    <a:pt x="3618" y="4831"/>
                    <a:pt x="3953" y="4064"/>
                  </a:cubicBezTo>
                  <a:cubicBezTo>
                    <a:pt x="4012" y="3936"/>
                    <a:pt x="4061" y="3798"/>
                    <a:pt x="4090" y="3661"/>
                  </a:cubicBezTo>
                  <a:cubicBezTo>
                    <a:pt x="4376" y="3838"/>
                    <a:pt x="4631" y="4064"/>
                    <a:pt x="4828" y="4339"/>
                  </a:cubicBezTo>
                  <a:cubicBezTo>
                    <a:pt x="5280" y="4939"/>
                    <a:pt x="5516" y="5755"/>
                    <a:pt x="5487" y="6611"/>
                  </a:cubicBezTo>
                  <a:cubicBezTo>
                    <a:pt x="5228" y="6531"/>
                    <a:pt x="4960" y="6492"/>
                    <a:pt x="4692" y="6492"/>
                  </a:cubicBezTo>
                  <a:cubicBezTo>
                    <a:pt x="4400" y="6492"/>
                    <a:pt x="4107" y="6538"/>
                    <a:pt x="3825" y="6631"/>
                  </a:cubicBezTo>
                  <a:cubicBezTo>
                    <a:pt x="3284" y="6837"/>
                    <a:pt x="2861" y="7260"/>
                    <a:pt x="2655" y="7801"/>
                  </a:cubicBezTo>
                  <a:cubicBezTo>
                    <a:pt x="2389" y="8489"/>
                    <a:pt x="2832" y="9257"/>
                    <a:pt x="3559" y="9355"/>
                  </a:cubicBezTo>
                  <a:cubicBezTo>
                    <a:pt x="3659" y="9373"/>
                    <a:pt x="3759" y="9383"/>
                    <a:pt x="3860" y="9383"/>
                  </a:cubicBezTo>
                  <a:cubicBezTo>
                    <a:pt x="4186" y="9383"/>
                    <a:pt x="4508" y="9285"/>
                    <a:pt x="4779" y="9089"/>
                  </a:cubicBezTo>
                  <a:cubicBezTo>
                    <a:pt x="5418" y="8627"/>
                    <a:pt x="5654" y="7831"/>
                    <a:pt x="5743" y="7240"/>
                  </a:cubicBezTo>
                  <a:cubicBezTo>
                    <a:pt x="5753" y="7162"/>
                    <a:pt x="5762" y="7113"/>
                    <a:pt x="5772" y="7044"/>
                  </a:cubicBezTo>
                  <a:cubicBezTo>
                    <a:pt x="6274" y="7270"/>
                    <a:pt x="6687" y="7644"/>
                    <a:pt x="6962" y="8126"/>
                  </a:cubicBezTo>
                  <a:cubicBezTo>
                    <a:pt x="7533" y="9129"/>
                    <a:pt x="7405" y="10506"/>
                    <a:pt x="6647" y="11479"/>
                  </a:cubicBezTo>
                  <a:cubicBezTo>
                    <a:pt x="6579" y="11578"/>
                    <a:pt x="6647" y="11725"/>
                    <a:pt x="6775" y="11725"/>
                  </a:cubicBezTo>
                  <a:cubicBezTo>
                    <a:pt x="6825" y="11725"/>
                    <a:pt x="6874" y="11705"/>
                    <a:pt x="6903" y="11666"/>
                  </a:cubicBezTo>
                  <a:cubicBezTo>
                    <a:pt x="7729" y="10604"/>
                    <a:pt x="7867" y="9070"/>
                    <a:pt x="7238" y="7968"/>
                  </a:cubicBezTo>
                  <a:cubicBezTo>
                    <a:pt x="6913" y="7408"/>
                    <a:pt x="6402" y="6965"/>
                    <a:pt x="5802" y="6719"/>
                  </a:cubicBezTo>
                  <a:cubicBezTo>
                    <a:pt x="5841" y="5746"/>
                    <a:pt x="5595" y="4831"/>
                    <a:pt x="5084" y="4152"/>
                  </a:cubicBezTo>
                  <a:cubicBezTo>
                    <a:pt x="4828" y="3818"/>
                    <a:pt x="4513" y="3543"/>
                    <a:pt x="4149" y="3336"/>
                  </a:cubicBezTo>
                  <a:cubicBezTo>
                    <a:pt x="4199" y="2795"/>
                    <a:pt x="4110" y="2254"/>
                    <a:pt x="3894" y="1763"/>
                  </a:cubicBezTo>
                  <a:cubicBezTo>
                    <a:pt x="3599" y="1054"/>
                    <a:pt x="3038" y="484"/>
                    <a:pt x="2330" y="179"/>
                  </a:cubicBezTo>
                  <a:cubicBezTo>
                    <a:pt x="2048" y="59"/>
                    <a:pt x="1747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5715725" y="2878742"/>
              <a:ext cx="156237" cy="404057"/>
            </a:xfrm>
            <a:custGeom>
              <a:avLst/>
              <a:gdLst/>
              <a:ahLst/>
              <a:cxnLst/>
              <a:rect l="l" t="t" r="r" b="b"/>
              <a:pathLst>
                <a:path w="3197" h="8268" extrusionOk="0">
                  <a:moveTo>
                    <a:pt x="2157" y="2869"/>
                  </a:moveTo>
                  <a:cubicBezTo>
                    <a:pt x="2403" y="2869"/>
                    <a:pt x="2649" y="2976"/>
                    <a:pt x="2754" y="3193"/>
                  </a:cubicBezTo>
                  <a:cubicBezTo>
                    <a:pt x="2853" y="3419"/>
                    <a:pt x="2803" y="3684"/>
                    <a:pt x="2636" y="3861"/>
                  </a:cubicBezTo>
                  <a:cubicBezTo>
                    <a:pt x="2449" y="4058"/>
                    <a:pt x="2194" y="4166"/>
                    <a:pt x="1938" y="4166"/>
                  </a:cubicBezTo>
                  <a:cubicBezTo>
                    <a:pt x="1623" y="4166"/>
                    <a:pt x="1309" y="4068"/>
                    <a:pt x="1063" y="3881"/>
                  </a:cubicBezTo>
                  <a:cubicBezTo>
                    <a:pt x="1063" y="3881"/>
                    <a:pt x="1063" y="3881"/>
                    <a:pt x="1073" y="3871"/>
                  </a:cubicBezTo>
                  <a:cubicBezTo>
                    <a:pt x="1250" y="3399"/>
                    <a:pt x="1486" y="3094"/>
                    <a:pt x="1810" y="2947"/>
                  </a:cubicBezTo>
                  <a:cubicBezTo>
                    <a:pt x="1914" y="2895"/>
                    <a:pt x="2036" y="2869"/>
                    <a:pt x="2157" y="2869"/>
                  </a:cubicBezTo>
                  <a:close/>
                  <a:moveTo>
                    <a:pt x="2407" y="1"/>
                  </a:moveTo>
                  <a:cubicBezTo>
                    <a:pt x="1552" y="1"/>
                    <a:pt x="754" y="600"/>
                    <a:pt x="384" y="1324"/>
                  </a:cubicBezTo>
                  <a:cubicBezTo>
                    <a:pt x="40" y="1944"/>
                    <a:pt x="1" y="2691"/>
                    <a:pt x="256" y="3350"/>
                  </a:cubicBezTo>
                  <a:cubicBezTo>
                    <a:pt x="364" y="3596"/>
                    <a:pt x="512" y="3802"/>
                    <a:pt x="699" y="3980"/>
                  </a:cubicBezTo>
                  <a:cubicBezTo>
                    <a:pt x="414" y="4815"/>
                    <a:pt x="453" y="5730"/>
                    <a:pt x="797" y="6546"/>
                  </a:cubicBezTo>
                  <a:cubicBezTo>
                    <a:pt x="1191" y="7441"/>
                    <a:pt x="1997" y="8081"/>
                    <a:pt x="2961" y="8267"/>
                  </a:cubicBezTo>
                  <a:lnTo>
                    <a:pt x="2990" y="8267"/>
                  </a:lnTo>
                  <a:cubicBezTo>
                    <a:pt x="3177" y="8267"/>
                    <a:pt x="3197" y="8002"/>
                    <a:pt x="3010" y="7963"/>
                  </a:cubicBezTo>
                  <a:cubicBezTo>
                    <a:pt x="2204" y="7835"/>
                    <a:pt x="1446" y="7225"/>
                    <a:pt x="1082" y="6419"/>
                  </a:cubicBezTo>
                  <a:cubicBezTo>
                    <a:pt x="778" y="5710"/>
                    <a:pt x="738" y="4924"/>
                    <a:pt x="964" y="4186"/>
                  </a:cubicBezTo>
                  <a:lnTo>
                    <a:pt x="964" y="4186"/>
                  </a:lnTo>
                  <a:cubicBezTo>
                    <a:pt x="1238" y="4374"/>
                    <a:pt x="1565" y="4482"/>
                    <a:pt x="1903" y="4482"/>
                  </a:cubicBezTo>
                  <a:cubicBezTo>
                    <a:pt x="1918" y="4482"/>
                    <a:pt x="1933" y="4481"/>
                    <a:pt x="1948" y="4481"/>
                  </a:cubicBezTo>
                  <a:cubicBezTo>
                    <a:pt x="2292" y="4471"/>
                    <a:pt x="2626" y="4324"/>
                    <a:pt x="2862" y="4078"/>
                  </a:cubicBezTo>
                  <a:cubicBezTo>
                    <a:pt x="3108" y="3802"/>
                    <a:pt x="3177" y="3399"/>
                    <a:pt x="3030" y="3065"/>
                  </a:cubicBezTo>
                  <a:cubicBezTo>
                    <a:pt x="2870" y="2725"/>
                    <a:pt x="2511" y="2566"/>
                    <a:pt x="2156" y="2566"/>
                  </a:cubicBezTo>
                  <a:cubicBezTo>
                    <a:pt x="1987" y="2566"/>
                    <a:pt x="1818" y="2602"/>
                    <a:pt x="1672" y="2671"/>
                  </a:cubicBezTo>
                  <a:cubicBezTo>
                    <a:pt x="1309" y="2849"/>
                    <a:pt x="1033" y="3173"/>
                    <a:pt x="817" y="3665"/>
                  </a:cubicBezTo>
                  <a:cubicBezTo>
                    <a:pt x="699" y="3537"/>
                    <a:pt x="610" y="3389"/>
                    <a:pt x="541" y="3232"/>
                  </a:cubicBezTo>
                  <a:cubicBezTo>
                    <a:pt x="315" y="2652"/>
                    <a:pt x="355" y="2003"/>
                    <a:pt x="659" y="1462"/>
                  </a:cubicBezTo>
                  <a:cubicBezTo>
                    <a:pt x="975" y="847"/>
                    <a:pt x="1684" y="311"/>
                    <a:pt x="2413" y="311"/>
                  </a:cubicBezTo>
                  <a:cubicBezTo>
                    <a:pt x="2570" y="311"/>
                    <a:pt x="2727" y="336"/>
                    <a:pt x="2882" y="390"/>
                  </a:cubicBezTo>
                  <a:cubicBezTo>
                    <a:pt x="2901" y="397"/>
                    <a:pt x="2920" y="400"/>
                    <a:pt x="2937" y="400"/>
                  </a:cubicBezTo>
                  <a:cubicBezTo>
                    <a:pt x="3086" y="400"/>
                    <a:pt x="3148" y="157"/>
                    <a:pt x="2980" y="95"/>
                  </a:cubicBezTo>
                  <a:cubicBezTo>
                    <a:pt x="2789" y="30"/>
                    <a:pt x="2597" y="1"/>
                    <a:pt x="2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7441136" y="3226550"/>
              <a:ext cx="485426" cy="173537"/>
            </a:xfrm>
            <a:custGeom>
              <a:avLst/>
              <a:gdLst/>
              <a:ahLst/>
              <a:cxnLst/>
              <a:rect l="l" t="t" r="r" b="b"/>
              <a:pathLst>
                <a:path w="9933" h="3551" extrusionOk="0">
                  <a:moveTo>
                    <a:pt x="5283" y="305"/>
                  </a:moveTo>
                  <a:cubicBezTo>
                    <a:pt x="5332" y="305"/>
                    <a:pt x="5391" y="314"/>
                    <a:pt x="5440" y="324"/>
                  </a:cubicBezTo>
                  <a:cubicBezTo>
                    <a:pt x="5725" y="364"/>
                    <a:pt x="5981" y="521"/>
                    <a:pt x="6138" y="767"/>
                  </a:cubicBezTo>
                  <a:cubicBezTo>
                    <a:pt x="6414" y="1209"/>
                    <a:pt x="6365" y="1839"/>
                    <a:pt x="6001" y="2311"/>
                  </a:cubicBezTo>
                  <a:cubicBezTo>
                    <a:pt x="5883" y="2468"/>
                    <a:pt x="5735" y="2616"/>
                    <a:pt x="5568" y="2724"/>
                  </a:cubicBezTo>
                  <a:cubicBezTo>
                    <a:pt x="5470" y="2665"/>
                    <a:pt x="5371" y="2606"/>
                    <a:pt x="5283" y="2537"/>
                  </a:cubicBezTo>
                  <a:cubicBezTo>
                    <a:pt x="4889" y="2232"/>
                    <a:pt x="4634" y="1908"/>
                    <a:pt x="4525" y="1554"/>
                  </a:cubicBezTo>
                  <a:cubicBezTo>
                    <a:pt x="4398" y="1150"/>
                    <a:pt x="4506" y="708"/>
                    <a:pt x="4781" y="482"/>
                  </a:cubicBezTo>
                  <a:cubicBezTo>
                    <a:pt x="4919" y="364"/>
                    <a:pt x="5096" y="305"/>
                    <a:pt x="5283" y="305"/>
                  </a:cubicBezTo>
                  <a:close/>
                  <a:moveTo>
                    <a:pt x="5284" y="0"/>
                  </a:moveTo>
                  <a:cubicBezTo>
                    <a:pt x="5034" y="0"/>
                    <a:pt x="4785" y="84"/>
                    <a:pt x="4584" y="246"/>
                  </a:cubicBezTo>
                  <a:cubicBezTo>
                    <a:pt x="4211" y="560"/>
                    <a:pt x="4073" y="1121"/>
                    <a:pt x="4230" y="1652"/>
                  </a:cubicBezTo>
                  <a:cubicBezTo>
                    <a:pt x="4358" y="2065"/>
                    <a:pt x="4653" y="2439"/>
                    <a:pt x="5096" y="2783"/>
                  </a:cubicBezTo>
                  <a:cubicBezTo>
                    <a:pt x="5155" y="2822"/>
                    <a:pt x="5214" y="2862"/>
                    <a:pt x="5273" y="2901"/>
                  </a:cubicBezTo>
                  <a:cubicBezTo>
                    <a:pt x="5047" y="3019"/>
                    <a:pt x="4801" y="3108"/>
                    <a:pt x="4535" y="3157"/>
                  </a:cubicBezTo>
                  <a:cubicBezTo>
                    <a:pt x="4286" y="3211"/>
                    <a:pt x="4033" y="3238"/>
                    <a:pt x="3779" y="3238"/>
                  </a:cubicBezTo>
                  <a:cubicBezTo>
                    <a:pt x="2388" y="3238"/>
                    <a:pt x="993" y="2449"/>
                    <a:pt x="336" y="1209"/>
                  </a:cubicBezTo>
                  <a:cubicBezTo>
                    <a:pt x="304" y="1152"/>
                    <a:pt x="254" y="1127"/>
                    <a:pt x="204" y="1127"/>
                  </a:cubicBezTo>
                  <a:cubicBezTo>
                    <a:pt x="102" y="1127"/>
                    <a:pt x="1" y="1231"/>
                    <a:pt x="60" y="1357"/>
                  </a:cubicBezTo>
                  <a:cubicBezTo>
                    <a:pt x="778" y="2695"/>
                    <a:pt x="2283" y="3550"/>
                    <a:pt x="3788" y="3550"/>
                  </a:cubicBezTo>
                  <a:cubicBezTo>
                    <a:pt x="4063" y="3550"/>
                    <a:pt x="4339" y="3521"/>
                    <a:pt x="4614" y="3452"/>
                  </a:cubicBezTo>
                  <a:cubicBezTo>
                    <a:pt x="4948" y="3383"/>
                    <a:pt x="5283" y="3265"/>
                    <a:pt x="5588" y="3088"/>
                  </a:cubicBezTo>
                  <a:cubicBezTo>
                    <a:pt x="6084" y="3357"/>
                    <a:pt x="6631" y="3494"/>
                    <a:pt x="7185" y="3494"/>
                  </a:cubicBezTo>
                  <a:cubicBezTo>
                    <a:pt x="7400" y="3494"/>
                    <a:pt x="7616" y="3473"/>
                    <a:pt x="7830" y="3432"/>
                  </a:cubicBezTo>
                  <a:cubicBezTo>
                    <a:pt x="8823" y="3216"/>
                    <a:pt x="9640" y="2458"/>
                    <a:pt x="9885" y="1544"/>
                  </a:cubicBezTo>
                  <a:cubicBezTo>
                    <a:pt x="9932" y="1421"/>
                    <a:pt x="9836" y="1340"/>
                    <a:pt x="9741" y="1340"/>
                  </a:cubicBezTo>
                  <a:cubicBezTo>
                    <a:pt x="9675" y="1340"/>
                    <a:pt x="9610" y="1378"/>
                    <a:pt x="9590" y="1465"/>
                  </a:cubicBezTo>
                  <a:cubicBezTo>
                    <a:pt x="9374" y="2272"/>
                    <a:pt x="8646" y="2940"/>
                    <a:pt x="7771" y="3137"/>
                  </a:cubicBezTo>
                  <a:cubicBezTo>
                    <a:pt x="7581" y="3172"/>
                    <a:pt x="7388" y="3190"/>
                    <a:pt x="7195" y="3190"/>
                  </a:cubicBezTo>
                  <a:cubicBezTo>
                    <a:pt x="6740" y="3190"/>
                    <a:pt x="6287" y="3091"/>
                    <a:pt x="5873" y="2891"/>
                  </a:cubicBezTo>
                  <a:cubicBezTo>
                    <a:pt x="6020" y="2773"/>
                    <a:pt x="6148" y="2645"/>
                    <a:pt x="6256" y="2498"/>
                  </a:cubicBezTo>
                  <a:cubicBezTo>
                    <a:pt x="6689" y="1927"/>
                    <a:pt x="6748" y="1141"/>
                    <a:pt x="6404" y="600"/>
                  </a:cubicBezTo>
                  <a:cubicBezTo>
                    <a:pt x="6197" y="285"/>
                    <a:pt x="5863" y="69"/>
                    <a:pt x="5489" y="19"/>
                  </a:cubicBezTo>
                  <a:cubicBezTo>
                    <a:pt x="5421" y="7"/>
                    <a:pt x="5352" y="0"/>
                    <a:pt x="52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" name="Google Shape;303;p22"/>
          <p:cNvGrpSpPr/>
          <p:nvPr/>
        </p:nvGrpSpPr>
        <p:grpSpPr>
          <a:xfrm>
            <a:off x="766835" y="287350"/>
            <a:ext cx="959783" cy="901561"/>
            <a:chOff x="220838" y="-10150"/>
            <a:chExt cx="1417700" cy="1331700"/>
          </a:xfrm>
        </p:grpSpPr>
        <p:sp>
          <p:nvSpPr>
            <p:cNvPr id="304" name="Google Shape;304;p22"/>
            <p:cNvSpPr/>
            <p:nvPr/>
          </p:nvSpPr>
          <p:spPr>
            <a:xfrm>
              <a:off x="220838" y="-10150"/>
              <a:ext cx="1241175" cy="540250"/>
            </a:xfrm>
            <a:custGeom>
              <a:avLst/>
              <a:gdLst/>
              <a:ahLst/>
              <a:cxnLst/>
              <a:rect l="l" t="t" r="r" b="b"/>
              <a:pathLst>
                <a:path w="49647" h="21610" extrusionOk="0">
                  <a:moveTo>
                    <a:pt x="46637" y="0"/>
                  </a:moveTo>
                  <a:cubicBezTo>
                    <a:pt x="46539" y="0"/>
                    <a:pt x="46440" y="21"/>
                    <a:pt x="46342" y="62"/>
                  </a:cubicBezTo>
                  <a:lnTo>
                    <a:pt x="44296" y="750"/>
                  </a:lnTo>
                  <a:cubicBezTo>
                    <a:pt x="44228" y="760"/>
                    <a:pt x="44159" y="780"/>
                    <a:pt x="44090" y="799"/>
                  </a:cubicBezTo>
                  <a:lnTo>
                    <a:pt x="40569" y="1989"/>
                  </a:lnTo>
                  <a:cubicBezTo>
                    <a:pt x="40490" y="2019"/>
                    <a:pt x="40422" y="2048"/>
                    <a:pt x="40353" y="2088"/>
                  </a:cubicBezTo>
                  <a:lnTo>
                    <a:pt x="36773" y="3307"/>
                  </a:lnTo>
                  <a:cubicBezTo>
                    <a:pt x="36694" y="3317"/>
                    <a:pt x="36615" y="3337"/>
                    <a:pt x="36537" y="3357"/>
                  </a:cubicBezTo>
                  <a:lnTo>
                    <a:pt x="33006" y="4556"/>
                  </a:lnTo>
                  <a:cubicBezTo>
                    <a:pt x="32927" y="4586"/>
                    <a:pt x="32859" y="4615"/>
                    <a:pt x="32790" y="4665"/>
                  </a:cubicBezTo>
                  <a:lnTo>
                    <a:pt x="28797" y="6012"/>
                  </a:lnTo>
                  <a:cubicBezTo>
                    <a:pt x="28708" y="6022"/>
                    <a:pt x="28620" y="6041"/>
                    <a:pt x="28541" y="6071"/>
                  </a:cubicBezTo>
                  <a:lnTo>
                    <a:pt x="25010" y="7261"/>
                  </a:lnTo>
                  <a:cubicBezTo>
                    <a:pt x="24932" y="7290"/>
                    <a:pt x="24853" y="7330"/>
                    <a:pt x="24774" y="7379"/>
                  </a:cubicBezTo>
                  <a:lnTo>
                    <a:pt x="20850" y="8707"/>
                  </a:lnTo>
                  <a:cubicBezTo>
                    <a:pt x="20762" y="8716"/>
                    <a:pt x="20673" y="8736"/>
                    <a:pt x="20585" y="8766"/>
                  </a:cubicBezTo>
                  <a:lnTo>
                    <a:pt x="17054" y="9965"/>
                  </a:lnTo>
                  <a:cubicBezTo>
                    <a:pt x="16966" y="9995"/>
                    <a:pt x="16887" y="10034"/>
                    <a:pt x="16808" y="10083"/>
                  </a:cubicBezTo>
                  <a:lnTo>
                    <a:pt x="12914" y="11411"/>
                  </a:lnTo>
                  <a:cubicBezTo>
                    <a:pt x="12815" y="11411"/>
                    <a:pt x="12727" y="11431"/>
                    <a:pt x="12628" y="11460"/>
                  </a:cubicBezTo>
                  <a:lnTo>
                    <a:pt x="9098" y="12660"/>
                  </a:lnTo>
                  <a:cubicBezTo>
                    <a:pt x="9009" y="12690"/>
                    <a:pt x="8921" y="12739"/>
                    <a:pt x="8832" y="12788"/>
                  </a:cubicBezTo>
                  <a:lnTo>
                    <a:pt x="905" y="15483"/>
                  </a:lnTo>
                  <a:cubicBezTo>
                    <a:pt x="305" y="15689"/>
                    <a:pt x="1" y="16348"/>
                    <a:pt x="227" y="16938"/>
                  </a:cubicBezTo>
                  <a:lnTo>
                    <a:pt x="1781" y="20912"/>
                  </a:lnTo>
                  <a:cubicBezTo>
                    <a:pt x="1948" y="21334"/>
                    <a:pt x="2351" y="21610"/>
                    <a:pt x="2813" y="21610"/>
                  </a:cubicBezTo>
                  <a:cubicBezTo>
                    <a:pt x="2931" y="21610"/>
                    <a:pt x="3049" y="21590"/>
                    <a:pt x="3167" y="21551"/>
                  </a:cubicBezTo>
                  <a:lnTo>
                    <a:pt x="5744" y="20675"/>
                  </a:lnTo>
                  <a:cubicBezTo>
                    <a:pt x="5783" y="20685"/>
                    <a:pt x="5823" y="20685"/>
                    <a:pt x="5872" y="20685"/>
                  </a:cubicBezTo>
                  <a:cubicBezTo>
                    <a:pt x="5980" y="20685"/>
                    <a:pt x="6098" y="20666"/>
                    <a:pt x="6206" y="20636"/>
                  </a:cubicBezTo>
                  <a:lnTo>
                    <a:pt x="9786" y="19485"/>
                  </a:lnTo>
                  <a:cubicBezTo>
                    <a:pt x="9983" y="19417"/>
                    <a:pt x="10150" y="19299"/>
                    <a:pt x="10288" y="19141"/>
                  </a:cubicBezTo>
                  <a:lnTo>
                    <a:pt x="13169" y="18168"/>
                  </a:lnTo>
                  <a:cubicBezTo>
                    <a:pt x="13228" y="18158"/>
                    <a:pt x="13287" y="18148"/>
                    <a:pt x="13336" y="18128"/>
                  </a:cubicBezTo>
                  <a:lnTo>
                    <a:pt x="16916" y="16978"/>
                  </a:lnTo>
                  <a:cubicBezTo>
                    <a:pt x="17044" y="16938"/>
                    <a:pt x="17162" y="16869"/>
                    <a:pt x="17270" y="16791"/>
                  </a:cubicBezTo>
                  <a:lnTo>
                    <a:pt x="20988" y="15532"/>
                  </a:lnTo>
                  <a:cubicBezTo>
                    <a:pt x="21106" y="15532"/>
                    <a:pt x="21224" y="15512"/>
                    <a:pt x="21342" y="15473"/>
                  </a:cubicBezTo>
                  <a:lnTo>
                    <a:pt x="22473" y="15089"/>
                  </a:lnTo>
                  <a:cubicBezTo>
                    <a:pt x="23260" y="14824"/>
                    <a:pt x="24066" y="14548"/>
                    <a:pt x="24883" y="14273"/>
                  </a:cubicBezTo>
                  <a:cubicBezTo>
                    <a:pt x="24991" y="14234"/>
                    <a:pt x="25099" y="14175"/>
                    <a:pt x="25197" y="14106"/>
                  </a:cubicBezTo>
                  <a:lnTo>
                    <a:pt x="28964" y="12827"/>
                  </a:lnTo>
                  <a:cubicBezTo>
                    <a:pt x="29082" y="12827"/>
                    <a:pt x="29200" y="12808"/>
                    <a:pt x="29308" y="12778"/>
                  </a:cubicBezTo>
                  <a:cubicBezTo>
                    <a:pt x="30488" y="12375"/>
                    <a:pt x="31659" y="11982"/>
                    <a:pt x="32839" y="11578"/>
                  </a:cubicBezTo>
                  <a:cubicBezTo>
                    <a:pt x="32937" y="11539"/>
                    <a:pt x="33036" y="11490"/>
                    <a:pt x="33124" y="11431"/>
                  </a:cubicBezTo>
                  <a:lnTo>
                    <a:pt x="36999" y="10123"/>
                  </a:lnTo>
                  <a:cubicBezTo>
                    <a:pt x="37097" y="10113"/>
                    <a:pt x="37206" y="10093"/>
                    <a:pt x="37304" y="10064"/>
                  </a:cubicBezTo>
                  <a:lnTo>
                    <a:pt x="38759" y="9572"/>
                  </a:lnTo>
                  <a:cubicBezTo>
                    <a:pt x="39458" y="9336"/>
                    <a:pt x="40156" y="9100"/>
                    <a:pt x="40835" y="8864"/>
                  </a:cubicBezTo>
                  <a:cubicBezTo>
                    <a:pt x="40923" y="8834"/>
                    <a:pt x="41012" y="8795"/>
                    <a:pt x="41090" y="8746"/>
                  </a:cubicBezTo>
                  <a:lnTo>
                    <a:pt x="44591" y="7566"/>
                  </a:lnTo>
                  <a:cubicBezTo>
                    <a:pt x="44680" y="7556"/>
                    <a:pt x="44769" y="7536"/>
                    <a:pt x="44857" y="7507"/>
                  </a:cubicBezTo>
                  <a:cubicBezTo>
                    <a:pt x="45722" y="7212"/>
                    <a:pt x="46529" y="6936"/>
                    <a:pt x="47276" y="6681"/>
                  </a:cubicBezTo>
                  <a:lnTo>
                    <a:pt x="48388" y="6307"/>
                  </a:lnTo>
                  <a:cubicBezTo>
                    <a:pt x="48457" y="6277"/>
                    <a:pt x="48525" y="6248"/>
                    <a:pt x="48594" y="6209"/>
                  </a:cubicBezTo>
                  <a:lnTo>
                    <a:pt x="48732" y="6159"/>
                  </a:lnTo>
                  <a:cubicBezTo>
                    <a:pt x="49342" y="5953"/>
                    <a:pt x="49647" y="5274"/>
                    <a:pt x="49401" y="4684"/>
                  </a:cubicBezTo>
                  <a:lnTo>
                    <a:pt x="47719" y="681"/>
                  </a:lnTo>
                  <a:cubicBezTo>
                    <a:pt x="47545" y="276"/>
                    <a:pt x="47162" y="3"/>
                    <a:pt x="46720" y="3"/>
                  </a:cubicBezTo>
                  <a:cubicBezTo>
                    <a:pt x="46712" y="3"/>
                    <a:pt x="46704" y="3"/>
                    <a:pt x="46696" y="3"/>
                  </a:cubicBezTo>
                  <a:cubicBezTo>
                    <a:pt x="46676" y="1"/>
                    <a:pt x="46657" y="0"/>
                    <a:pt x="46637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259938" y="212725"/>
              <a:ext cx="1378600" cy="1108825"/>
            </a:xfrm>
            <a:custGeom>
              <a:avLst/>
              <a:gdLst/>
              <a:ahLst/>
              <a:cxnLst/>
              <a:rect l="l" t="t" r="r" b="b"/>
              <a:pathLst>
                <a:path w="55144" h="44353" extrusionOk="0">
                  <a:moveTo>
                    <a:pt x="47660" y="0"/>
                  </a:moveTo>
                  <a:cubicBezTo>
                    <a:pt x="47578" y="0"/>
                    <a:pt x="47496" y="9"/>
                    <a:pt x="47414" y="28"/>
                  </a:cubicBezTo>
                  <a:lnTo>
                    <a:pt x="46735" y="185"/>
                  </a:lnTo>
                  <a:lnTo>
                    <a:pt x="46676" y="195"/>
                  </a:lnTo>
                  <a:lnTo>
                    <a:pt x="43037" y="1021"/>
                  </a:lnTo>
                  <a:lnTo>
                    <a:pt x="42949" y="1041"/>
                  </a:lnTo>
                  <a:lnTo>
                    <a:pt x="42909" y="1050"/>
                  </a:lnTo>
                  <a:lnTo>
                    <a:pt x="39713" y="1768"/>
                  </a:lnTo>
                  <a:cubicBezTo>
                    <a:pt x="39654" y="1759"/>
                    <a:pt x="39595" y="1759"/>
                    <a:pt x="39536" y="1759"/>
                  </a:cubicBezTo>
                  <a:cubicBezTo>
                    <a:pt x="39448" y="1759"/>
                    <a:pt x="39369" y="1768"/>
                    <a:pt x="39290" y="1788"/>
                  </a:cubicBezTo>
                  <a:lnTo>
                    <a:pt x="35651" y="2604"/>
                  </a:lnTo>
                  <a:cubicBezTo>
                    <a:pt x="35504" y="2634"/>
                    <a:pt x="35376" y="2703"/>
                    <a:pt x="35248" y="2781"/>
                  </a:cubicBezTo>
                  <a:lnTo>
                    <a:pt x="31521" y="3627"/>
                  </a:lnTo>
                  <a:cubicBezTo>
                    <a:pt x="31462" y="3617"/>
                    <a:pt x="31403" y="3607"/>
                    <a:pt x="31334" y="3607"/>
                  </a:cubicBezTo>
                  <a:cubicBezTo>
                    <a:pt x="31255" y="3607"/>
                    <a:pt x="31167" y="3617"/>
                    <a:pt x="31088" y="3637"/>
                  </a:cubicBezTo>
                  <a:lnTo>
                    <a:pt x="27449" y="4463"/>
                  </a:lnTo>
                  <a:cubicBezTo>
                    <a:pt x="27311" y="4493"/>
                    <a:pt x="27174" y="4552"/>
                    <a:pt x="27056" y="4640"/>
                  </a:cubicBezTo>
                  <a:lnTo>
                    <a:pt x="23328" y="5486"/>
                  </a:lnTo>
                  <a:cubicBezTo>
                    <a:pt x="23269" y="5466"/>
                    <a:pt x="23201" y="5466"/>
                    <a:pt x="23132" y="5466"/>
                  </a:cubicBezTo>
                  <a:cubicBezTo>
                    <a:pt x="23053" y="5466"/>
                    <a:pt x="22974" y="5476"/>
                    <a:pt x="22886" y="5496"/>
                  </a:cubicBezTo>
                  <a:lnTo>
                    <a:pt x="19257" y="6312"/>
                  </a:lnTo>
                  <a:cubicBezTo>
                    <a:pt x="19109" y="6342"/>
                    <a:pt x="18972" y="6410"/>
                    <a:pt x="18854" y="6499"/>
                  </a:cubicBezTo>
                  <a:lnTo>
                    <a:pt x="15097" y="7345"/>
                  </a:lnTo>
                  <a:cubicBezTo>
                    <a:pt x="15028" y="7335"/>
                    <a:pt x="14969" y="7325"/>
                    <a:pt x="14900" y="7325"/>
                  </a:cubicBezTo>
                  <a:cubicBezTo>
                    <a:pt x="14821" y="7325"/>
                    <a:pt x="14733" y="7335"/>
                    <a:pt x="14654" y="7355"/>
                  </a:cubicBezTo>
                  <a:lnTo>
                    <a:pt x="11015" y="8181"/>
                  </a:lnTo>
                  <a:cubicBezTo>
                    <a:pt x="10868" y="8210"/>
                    <a:pt x="10730" y="8269"/>
                    <a:pt x="10612" y="8358"/>
                  </a:cubicBezTo>
                  <a:lnTo>
                    <a:pt x="7317" y="9105"/>
                  </a:lnTo>
                  <a:cubicBezTo>
                    <a:pt x="7249" y="9091"/>
                    <a:pt x="7178" y="9084"/>
                    <a:pt x="7109" y="9084"/>
                  </a:cubicBezTo>
                  <a:cubicBezTo>
                    <a:pt x="7028" y="9084"/>
                    <a:pt x="6949" y="9094"/>
                    <a:pt x="6875" y="9115"/>
                  </a:cubicBezTo>
                  <a:lnTo>
                    <a:pt x="3236" y="9941"/>
                  </a:lnTo>
                  <a:cubicBezTo>
                    <a:pt x="3088" y="9971"/>
                    <a:pt x="2951" y="10030"/>
                    <a:pt x="2833" y="10118"/>
                  </a:cubicBezTo>
                  <a:lnTo>
                    <a:pt x="964" y="10541"/>
                  </a:lnTo>
                  <a:cubicBezTo>
                    <a:pt x="374" y="10679"/>
                    <a:pt x="0" y="11259"/>
                    <a:pt x="128" y="11859"/>
                  </a:cubicBezTo>
                  <a:lnTo>
                    <a:pt x="1013" y="15999"/>
                  </a:lnTo>
                  <a:cubicBezTo>
                    <a:pt x="1023" y="16019"/>
                    <a:pt x="1023" y="16029"/>
                    <a:pt x="1023" y="16048"/>
                  </a:cubicBezTo>
                  <a:lnTo>
                    <a:pt x="1023" y="16058"/>
                  </a:lnTo>
                  <a:lnTo>
                    <a:pt x="1033" y="16107"/>
                  </a:lnTo>
                  <a:lnTo>
                    <a:pt x="6855" y="43478"/>
                  </a:lnTo>
                  <a:cubicBezTo>
                    <a:pt x="6963" y="43989"/>
                    <a:pt x="7416" y="44353"/>
                    <a:pt x="7937" y="44353"/>
                  </a:cubicBezTo>
                  <a:cubicBezTo>
                    <a:pt x="8016" y="44353"/>
                    <a:pt x="8094" y="44343"/>
                    <a:pt x="8173" y="44323"/>
                  </a:cubicBezTo>
                  <a:lnTo>
                    <a:pt x="54170" y="34489"/>
                  </a:lnTo>
                  <a:cubicBezTo>
                    <a:pt x="54760" y="34371"/>
                    <a:pt x="55144" y="33790"/>
                    <a:pt x="55026" y="33200"/>
                  </a:cubicBezTo>
                  <a:lnTo>
                    <a:pt x="48751" y="893"/>
                  </a:lnTo>
                  <a:cubicBezTo>
                    <a:pt x="48649" y="366"/>
                    <a:pt x="48179" y="0"/>
                    <a:pt x="47660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248725" y="11400"/>
              <a:ext cx="1178225" cy="485125"/>
            </a:xfrm>
            <a:custGeom>
              <a:avLst/>
              <a:gdLst/>
              <a:ahLst/>
              <a:cxnLst/>
              <a:rect l="l" t="t" r="r" b="b"/>
              <a:pathLst>
                <a:path w="47129" h="19405" extrusionOk="0">
                  <a:moveTo>
                    <a:pt x="45447" y="1"/>
                  </a:moveTo>
                  <a:lnTo>
                    <a:pt x="1" y="15431"/>
                  </a:lnTo>
                  <a:lnTo>
                    <a:pt x="1555" y="19405"/>
                  </a:lnTo>
                  <a:lnTo>
                    <a:pt x="47129" y="4013"/>
                  </a:lnTo>
                  <a:lnTo>
                    <a:pt x="45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2"/>
            <p:cNvSpPr/>
            <p:nvPr/>
          </p:nvSpPr>
          <p:spPr>
            <a:xfrm>
              <a:off x="453775" y="296600"/>
              <a:ext cx="177800" cy="114375"/>
            </a:xfrm>
            <a:custGeom>
              <a:avLst/>
              <a:gdLst/>
              <a:ahLst/>
              <a:cxnLst/>
              <a:rect l="l" t="t" r="r" b="b"/>
              <a:pathLst>
                <a:path w="7112" h="4575" extrusionOk="0">
                  <a:moveTo>
                    <a:pt x="3532" y="1"/>
                  </a:moveTo>
                  <a:lnTo>
                    <a:pt x="1" y="1201"/>
                  </a:lnTo>
                  <a:lnTo>
                    <a:pt x="3532" y="4574"/>
                  </a:lnTo>
                  <a:lnTo>
                    <a:pt x="7111" y="3423"/>
                  </a:lnTo>
                  <a:lnTo>
                    <a:pt x="35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275525" y="359300"/>
              <a:ext cx="177800" cy="114350"/>
            </a:xfrm>
            <a:custGeom>
              <a:avLst/>
              <a:gdLst/>
              <a:ahLst/>
              <a:cxnLst/>
              <a:rect l="l" t="t" r="r" b="b"/>
              <a:pathLst>
                <a:path w="7112" h="4574" extrusionOk="0">
                  <a:moveTo>
                    <a:pt x="3531" y="1"/>
                  </a:moveTo>
                  <a:lnTo>
                    <a:pt x="1" y="1201"/>
                  </a:lnTo>
                  <a:lnTo>
                    <a:pt x="3531" y="4574"/>
                  </a:lnTo>
                  <a:lnTo>
                    <a:pt x="7111" y="3413"/>
                  </a:lnTo>
                  <a:lnTo>
                    <a:pt x="35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652700" y="229250"/>
              <a:ext cx="177775" cy="115325"/>
            </a:xfrm>
            <a:custGeom>
              <a:avLst/>
              <a:gdLst/>
              <a:ahLst/>
              <a:cxnLst/>
              <a:rect l="l" t="t" r="r" b="b"/>
              <a:pathLst>
                <a:path w="7111" h="4613" extrusionOk="0">
                  <a:moveTo>
                    <a:pt x="3531" y="0"/>
                  </a:moveTo>
                  <a:lnTo>
                    <a:pt x="0" y="1200"/>
                  </a:lnTo>
                  <a:lnTo>
                    <a:pt x="3570" y="4613"/>
                  </a:lnTo>
                  <a:lnTo>
                    <a:pt x="7111" y="3413"/>
                  </a:lnTo>
                  <a:lnTo>
                    <a:pt x="35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851600" y="161875"/>
              <a:ext cx="177800" cy="115350"/>
            </a:xfrm>
            <a:custGeom>
              <a:avLst/>
              <a:gdLst/>
              <a:ahLst/>
              <a:cxnLst/>
              <a:rect l="l" t="t" r="r" b="b"/>
              <a:pathLst>
                <a:path w="7112" h="4614" extrusionOk="0">
                  <a:moveTo>
                    <a:pt x="3531" y="1"/>
                  </a:moveTo>
                  <a:lnTo>
                    <a:pt x="1" y="1191"/>
                  </a:lnTo>
                  <a:lnTo>
                    <a:pt x="3580" y="4613"/>
                  </a:lnTo>
                  <a:cubicBezTo>
                    <a:pt x="4761" y="4210"/>
                    <a:pt x="5931" y="3816"/>
                    <a:pt x="7111" y="3413"/>
                  </a:cubicBezTo>
                  <a:lnTo>
                    <a:pt x="35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2"/>
            <p:cNvSpPr/>
            <p:nvPr/>
          </p:nvSpPr>
          <p:spPr>
            <a:xfrm>
              <a:off x="1051500" y="94025"/>
              <a:ext cx="177775" cy="115325"/>
            </a:xfrm>
            <a:custGeom>
              <a:avLst/>
              <a:gdLst/>
              <a:ahLst/>
              <a:cxnLst/>
              <a:rect l="l" t="t" r="r" b="b"/>
              <a:pathLst>
                <a:path w="7111" h="4613" extrusionOk="0">
                  <a:moveTo>
                    <a:pt x="3531" y="0"/>
                  </a:moveTo>
                  <a:lnTo>
                    <a:pt x="0" y="1200"/>
                  </a:lnTo>
                  <a:lnTo>
                    <a:pt x="3580" y="4613"/>
                  </a:lnTo>
                  <a:cubicBezTo>
                    <a:pt x="4790" y="4200"/>
                    <a:pt x="5970" y="3806"/>
                    <a:pt x="7111" y="3423"/>
                  </a:cubicBezTo>
                  <a:lnTo>
                    <a:pt x="35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286600" y="234650"/>
              <a:ext cx="1318125" cy="1053325"/>
            </a:xfrm>
            <a:custGeom>
              <a:avLst/>
              <a:gdLst/>
              <a:ahLst/>
              <a:cxnLst/>
              <a:rect l="l" t="t" r="r" b="b"/>
              <a:pathLst>
                <a:path w="52725" h="42133" extrusionOk="0">
                  <a:moveTo>
                    <a:pt x="46450" y="1"/>
                  </a:moveTo>
                  <a:lnTo>
                    <a:pt x="45703" y="168"/>
                  </a:lnTo>
                  <a:lnTo>
                    <a:pt x="43627" y="2292"/>
                  </a:lnTo>
                  <a:lnTo>
                    <a:pt x="41946" y="1014"/>
                  </a:lnTo>
                  <a:lnTo>
                    <a:pt x="0" y="10514"/>
                  </a:lnTo>
                  <a:lnTo>
                    <a:pt x="6737" y="42133"/>
                  </a:lnTo>
                  <a:lnTo>
                    <a:pt x="52725" y="32298"/>
                  </a:lnTo>
                  <a:lnTo>
                    <a:pt x="464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413450" y="645750"/>
              <a:ext cx="67650" cy="67150"/>
            </a:xfrm>
            <a:custGeom>
              <a:avLst/>
              <a:gdLst/>
              <a:ahLst/>
              <a:cxnLst/>
              <a:rect l="l" t="t" r="r" b="b"/>
              <a:pathLst>
                <a:path w="2706" h="2686" extrusionOk="0">
                  <a:moveTo>
                    <a:pt x="1313" y="234"/>
                  </a:moveTo>
                  <a:cubicBezTo>
                    <a:pt x="1819" y="234"/>
                    <a:pt x="2194" y="542"/>
                    <a:pt x="2302" y="1033"/>
                  </a:cubicBezTo>
                  <a:cubicBezTo>
                    <a:pt x="2420" y="1613"/>
                    <a:pt x="2096" y="2115"/>
                    <a:pt x="1447" y="2252"/>
                  </a:cubicBezTo>
                  <a:lnTo>
                    <a:pt x="729" y="2410"/>
                  </a:lnTo>
                  <a:lnTo>
                    <a:pt x="306" y="423"/>
                  </a:lnTo>
                  <a:lnTo>
                    <a:pt x="1024" y="266"/>
                  </a:lnTo>
                  <a:cubicBezTo>
                    <a:pt x="1124" y="245"/>
                    <a:pt x="1221" y="234"/>
                    <a:pt x="1313" y="234"/>
                  </a:cubicBezTo>
                  <a:close/>
                  <a:moveTo>
                    <a:pt x="1341" y="1"/>
                  </a:moveTo>
                  <a:cubicBezTo>
                    <a:pt x="1227" y="1"/>
                    <a:pt x="1108" y="13"/>
                    <a:pt x="984" y="40"/>
                  </a:cubicBezTo>
                  <a:lnTo>
                    <a:pt x="1" y="246"/>
                  </a:lnTo>
                  <a:lnTo>
                    <a:pt x="522" y="2685"/>
                  </a:lnTo>
                  <a:lnTo>
                    <a:pt x="1506" y="2469"/>
                  </a:lnTo>
                  <a:cubicBezTo>
                    <a:pt x="2292" y="2302"/>
                    <a:pt x="2706" y="1692"/>
                    <a:pt x="2548" y="974"/>
                  </a:cubicBezTo>
                  <a:cubicBezTo>
                    <a:pt x="2424" y="368"/>
                    <a:pt x="1957" y="1"/>
                    <a:pt x="134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489425" y="634425"/>
              <a:ext cx="19450" cy="62250"/>
            </a:xfrm>
            <a:custGeom>
              <a:avLst/>
              <a:gdLst/>
              <a:ahLst/>
              <a:cxnLst/>
              <a:rect l="l" t="t" r="r" b="b"/>
              <a:pathLst>
                <a:path w="778" h="2490" extrusionOk="0">
                  <a:moveTo>
                    <a:pt x="257" y="1"/>
                  </a:moveTo>
                  <a:lnTo>
                    <a:pt x="1" y="50"/>
                  </a:lnTo>
                  <a:lnTo>
                    <a:pt x="522" y="2489"/>
                  </a:lnTo>
                  <a:lnTo>
                    <a:pt x="778" y="2430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520175" y="623400"/>
              <a:ext cx="61475" cy="66625"/>
            </a:xfrm>
            <a:custGeom>
              <a:avLst/>
              <a:gdLst/>
              <a:ahLst/>
              <a:cxnLst/>
              <a:rect l="l" t="t" r="r" b="b"/>
              <a:pathLst>
                <a:path w="2459" h="2665" extrusionOk="0">
                  <a:moveTo>
                    <a:pt x="1202" y="227"/>
                  </a:moveTo>
                  <a:cubicBezTo>
                    <a:pt x="1543" y="227"/>
                    <a:pt x="1756" y="396"/>
                    <a:pt x="1820" y="707"/>
                  </a:cubicBezTo>
                  <a:lnTo>
                    <a:pt x="1820" y="717"/>
                  </a:lnTo>
                  <a:cubicBezTo>
                    <a:pt x="1908" y="1101"/>
                    <a:pt x="1702" y="1376"/>
                    <a:pt x="1210" y="1484"/>
                  </a:cubicBezTo>
                  <a:lnTo>
                    <a:pt x="561" y="1622"/>
                  </a:lnTo>
                  <a:lnTo>
                    <a:pt x="305" y="403"/>
                  </a:lnTo>
                  <a:lnTo>
                    <a:pt x="944" y="255"/>
                  </a:lnTo>
                  <a:cubicBezTo>
                    <a:pt x="1037" y="237"/>
                    <a:pt x="1123" y="227"/>
                    <a:pt x="1202" y="227"/>
                  </a:cubicBezTo>
                  <a:close/>
                  <a:moveTo>
                    <a:pt x="1235" y="0"/>
                  </a:moveTo>
                  <a:cubicBezTo>
                    <a:pt x="1132" y="0"/>
                    <a:pt x="1022" y="13"/>
                    <a:pt x="905" y="39"/>
                  </a:cubicBezTo>
                  <a:lnTo>
                    <a:pt x="0" y="226"/>
                  </a:lnTo>
                  <a:lnTo>
                    <a:pt x="522" y="2665"/>
                  </a:lnTo>
                  <a:lnTo>
                    <a:pt x="777" y="2615"/>
                  </a:lnTo>
                  <a:lnTo>
                    <a:pt x="610" y="1838"/>
                  </a:lnTo>
                  <a:lnTo>
                    <a:pt x="1269" y="1701"/>
                  </a:lnTo>
                  <a:cubicBezTo>
                    <a:pt x="1328" y="1681"/>
                    <a:pt x="1397" y="1671"/>
                    <a:pt x="1456" y="1652"/>
                  </a:cubicBezTo>
                  <a:lnTo>
                    <a:pt x="2184" y="2311"/>
                  </a:lnTo>
                  <a:lnTo>
                    <a:pt x="2459" y="2252"/>
                  </a:lnTo>
                  <a:lnTo>
                    <a:pt x="1692" y="1543"/>
                  </a:lnTo>
                  <a:cubicBezTo>
                    <a:pt x="2007" y="1376"/>
                    <a:pt x="2174" y="1012"/>
                    <a:pt x="2085" y="658"/>
                  </a:cubicBezTo>
                  <a:cubicBezTo>
                    <a:pt x="1989" y="235"/>
                    <a:pt x="1680" y="0"/>
                    <a:pt x="123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587300" y="605925"/>
              <a:ext cx="56075" cy="69850"/>
            </a:xfrm>
            <a:custGeom>
              <a:avLst/>
              <a:gdLst/>
              <a:ahLst/>
              <a:cxnLst/>
              <a:rect l="l" t="t" r="r" b="b"/>
              <a:pathLst>
                <a:path w="2243" h="2794" extrusionOk="0">
                  <a:moveTo>
                    <a:pt x="1672" y="0"/>
                  </a:moveTo>
                  <a:lnTo>
                    <a:pt x="0" y="354"/>
                  </a:lnTo>
                  <a:lnTo>
                    <a:pt x="521" y="2793"/>
                  </a:lnTo>
                  <a:lnTo>
                    <a:pt x="2242" y="2419"/>
                  </a:lnTo>
                  <a:lnTo>
                    <a:pt x="2193" y="2203"/>
                  </a:lnTo>
                  <a:lnTo>
                    <a:pt x="738" y="2508"/>
                  </a:lnTo>
                  <a:lnTo>
                    <a:pt x="541" y="1603"/>
                  </a:lnTo>
                  <a:lnTo>
                    <a:pt x="1800" y="1338"/>
                  </a:lnTo>
                  <a:lnTo>
                    <a:pt x="1751" y="1121"/>
                  </a:lnTo>
                  <a:lnTo>
                    <a:pt x="492" y="1387"/>
                  </a:lnTo>
                  <a:lnTo>
                    <a:pt x="305" y="521"/>
                  </a:lnTo>
                  <a:lnTo>
                    <a:pt x="1711" y="216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646800" y="594325"/>
              <a:ext cx="62725" cy="63825"/>
            </a:xfrm>
            <a:custGeom>
              <a:avLst/>
              <a:gdLst/>
              <a:ahLst/>
              <a:cxnLst/>
              <a:rect l="l" t="t" r="r" b="b"/>
              <a:pathLst>
                <a:path w="2509" h="2553" extrusionOk="0">
                  <a:moveTo>
                    <a:pt x="1469" y="1"/>
                  </a:moveTo>
                  <a:cubicBezTo>
                    <a:pt x="1366" y="1"/>
                    <a:pt x="1263" y="14"/>
                    <a:pt x="1161" y="41"/>
                  </a:cubicBezTo>
                  <a:cubicBezTo>
                    <a:pt x="423" y="199"/>
                    <a:pt x="0" y="838"/>
                    <a:pt x="148" y="1546"/>
                  </a:cubicBezTo>
                  <a:cubicBezTo>
                    <a:pt x="283" y="2161"/>
                    <a:pt x="779" y="2553"/>
                    <a:pt x="1383" y="2553"/>
                  </a:cubicBezTo>
                  <a:cubicBezTo>
                    <a:pt x="1483" y="2553"/>
                    <a:pt x="1587" y="2542"/>
                    <a:pt x="1692" y="2520"/>
                  </a:cubicBezTo>
                  <a:cubicBezTo>
                    <a:pt x="2026" y="2461"/>
                    <a:pt x="2331" y="2254"/>
                    <a:pt x="2508" y="1969"/>
                  </a:cubicBezTo>
                  <a:lnTo>
                    <a:pt x="2311" y="1841"/>
                  </a:lnTo>
                  <a:cubicBezTo>
                    <a:pt x="2164" y="2067"/>
                    <a:pt x="1928" y="2234"/>
                    <a:pt x="1652" y="2284"/>
                  </a:cubicBezTo>
                  <a:cubicBezTo>
                    <a:pt x="1581" y="2299"/>
                    <a:pt x="1510" y="2306"/>
                    <a:pt x="1439" y="2306"/>
                  </a:cubicBezTo>
                  <a:cubicBezTo>
                    <a:pt x="966" y="2306"/>
                    <a:pt x="536" y="1975"/>
                    <a:pt x="433" y="1487"/>
                  </a:cubicBezTo>
                  <a:cubicBezTo>
                    <a:pt x="315" y="936"/>
                    <a:pt x="669" y="385"/>
                    <a:pt x="1220" y="267"/>
                  </a:cubicBezTo>
                  <a:cubicBezTo>
                    <a:pt x="1301" y="247"/>
                    <a:pt x="1382" y="237"/>
                    <a:pt x="1463" y="237"/>
                  </a:cubicBezTo>
                  <a:cubicBezTo>
                    <a:pt x="1654" y="237"/>
                    <a:pt x="1840" y="294"/>
                    <a:pt x="2006" y="405"/>
                  </a:cubicBezTo>
                  <a:lnTo>
                    <a:pt x="2124" y="199"/>
                  </a:lnTo>
                  <a:cubicBezTo>
                    <a:pt x="1927" y="69"/>
                    <a:pt x="1700" y="1"/>
                    <a:pt x="146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705800" y="578875"/>
              <a:ext cx="50425" cy="66900"/>
            </a:xfrm>
            <a:custGeom>
              <a:avLst/>
              <a:gdLst/>
              <a:ahLst/>
              <a:cxnLst/>
              <a:rect l="l" t="t" r="r" b="b"/>
              <a:pathLst>
                <a:path w="2017" h="2676" extrusionOk="0">
                  <a:moveTo>
                    <a:pt x="1967" y="0"/>
                  </a:moveTo>
                  <a:lnTo>
                    <a:pt x="1" y="423"/>
                  </a:lnTo>
                  <a:lnTo>
                    <a:pt x="50" y="640"/>
                  </a:lnTo>
                  <a:lnTo>
                    <a:pt x="905" y="462"/>
                  </a:lnTo>
                  <a:lnTo>
                    <a:pt x="1368" y="2675"/>
                  </a:lnTo>
                  <a:lnTo>
                    <a:pt x="1623" y="2616"/>
                  </a:lnTo>
                  <a:lnTo>
                    <a:pt x="1151" y="403"/>
                  </a:lnTo>
                  <a:lnTo>
                    <a:pt x="2017" y="217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766050" y="568850"/>
              <a:ext cx="71550" cy="63575"/>
            </a:xfrm>
            <a:custGeom>
              <a:avLst/>
              <a:gdLst/>
              <a:ahLst/>
              <a:cxnLst/>
              <a:rect l="l" t="t" r="r" b="b"/>
              <a:pathLst>
                <a:path w="2862" h="2543" extrusionOk="0">
                  <a:moveTo>
                    <a:pt x="1420" y="215"/>
                  </a:moveTo>
                  <a:cubicBezTo>
                    <a:pt x="1882" y="215"/>
                    <a:pt x="2339" y="515"/>
                    <a:pt x="2449" y="1050"/>
                  </a:cubicBezTo>
                  <a:lnTo>
                    <a:pt x="2459" y="1050"/>
                  </a:lnTo>
                  <a:cubicBezTo>
                    <a:pt x="2596" y="1621"/>
                    <a:pt x="2223" y="2181"/>
                    <a:pt x="1652" y="2280"/>
                  </a:cubicBezTo>
                  <a:cubicBezTo>
                    <a:pt x="1573" y="2297"/>
                    <a:pt x="1496" y="2305"/>
                    <a:pt x="1421" y="2305"/>
                  </a:cubicBezTo>
                  <a:cubicBezTo>
                    <a:pt x="626" y="2305"/>
                    <a:pt x="84" y="1405"/>
                    <a:pt x="551" y="686"/>
                  </a:cubicBezTo>
                  <a:cubicBezTo>
                    <a:pt x="763" y="365"/>
                    <a:pt x="1093" y="215"/>
                    <a:pt x="1420" y="215"/>
                  </a:cubicBezTo>
                  <a:close/>
                  <a:moveTo>
                    <a:pt x="1494" y="0"/>
                  </a:moveTo>
                  <a:cubicBezTo>
                    <a:pt x="1389" y="0"/>
                    <a:pt x="1281" y="12"/>
                    <a:pt x="1170" y="37"/>
                  </a:cubicBezTo>
                  <a:cubicBezTo>
                    <a:pt x="433" y="195"/>
                    <a:pt x="0" y="834"/>
                    <a:pt x="157" y="1542"/>
                  </a:cubicBezTo>
                  <a:cubicBezTo>
                    <a:pt x="283" y="2153"/>
                    <a:pt x="778" y="2543"/>
                    <a:pt x="1378" y="2543"/>
                  </a:cubicBezTo>
                  <a:cubicBezTo>
                    <a:pt x="1483" y="2543"/>
                    <a:pt x="1591" y="2531"/>
                    <a:pt x="1701" y="2506"/>
                  </a:cubicBezTo>
                  <a:cubicBezTo>
                    <a:pt x="2429" y="2349"/>
                    <a:pt x="2862" y="1709"/>
                    <a:pt x="2705" y="1001"/>
                  </a:cubicBezTo>
                  <a:cubicBezTo>
                    <a:pt x="2579" y="390"/>
                    <a:pt x="2091" y="0"/>
                    <a:pt x="149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846200" y="553575"/>
              <a:ext cx="61475" cy="66625"/>
            </a:xfrm>
            <a:custGeom>
              <a:avLst/>
              <a:gdLst/>
              <a:ahLst/>
              <a:cxnLst/>
              <a:rect l="l" t="t" r="r" b="b"/>
              <a:pathLst>
                <a:path w="2459" h="2665" extrusionOk="0">
                  <a:moveTo>
                    <a:pt x="1201" y="227"/>
                  </a:moveTo>
                  <a:cubicBezTo>
                    <a:pt x="1543" y="227"/>
                    <a:pt x="1756" y="398"/>
                    <a:pt x="1820" y="717"/>
                  </a:cubicBezTo>
                  <a:cubicBezTo>
                    <a:pt x="1908" y="1101"/>
                    <a:pt x="1692" y="1376"/>
                    <a:pt x="1210" y="1484"/>
                  </a:cubicBezTo>
                  <a:lnTo>
                    <a:pt x="561" y="1622"/>
                  </a:lnTo>
                  <a:lnTo>
                    <a:pt x="305" y="403"/>
                  </a:lnTo>
                  <a:lnTo>
                    <a:pt x="944" y="255"/>
                  </a:lnTo>
                  <a:cubicBezTo>
                    <a:pt x="1037" y="237"/>
                    <a:pt x="1122" y="227"/>
                    <a:pt x="1201" y="227"/>
                  </a:cubicBezTo>
                  <a:close/>
                  <a:moveTo>
                    <a:pt x="1235" y="0"/>
                  </a:moveTo>
                  <a:cubicBezTo>
                    <a:pt x="1132" y="0"/>
                    <a:pt x="1022" y="13"/>
                    <a:pt x="905" y="39"/>
                  </a:cubicBezTo>
                  <a:lnTo>
                    <a:pt x="0" y="235"/>
                  </a:lnTo>
                  <a:lnTo>
                    <a:pt x="521" y="2664"/>
                  </a:lnTo>
                  <a:lnTo>
                    <a:pt x="777" y="2615"/>
                  </a:lnTo>
                  <a:lnTo>
                    <a:pt x="610" y="1838"/>
                  </a:lnTo>
                  <a:lnTo>
                    <a:pt x="1259" y="1701"/>
                  </a:lnTo>
                  <a:cubicBezTo>
                    <a:pt x="1328" y="1681"/>
                    <a:pt x="1397" y="1671"/>
                    <a:pt x="1456" y="1652"/>
                  </a:cubicBezTo>
                  <a:lnTo>
                    <a:pt x="2184" y="2310"/>
                  </a:lnTo>
                  <a:lnTo>
                    <a:pt x="2459" y="2251"/>
                  </a:lnTo>
                  <a:lnTo>
                    <a:pt x="1692" y="1543"/>
                  </a:lnTo>
                  <a:cubicBezTo>
                    <a:pt x="2006" y="1376"/>
                    <a:pt x="2174" y="1012"/>
                    <a:pt x="2085" y="658"/>
                  </a:cubicBezTo>
                  <a:cubicBezTo>
                    <a:pt x="1989" y="235"/>
                    <a:pt x="1680" y="0"/>
                    <a:pt x="123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525575" y="1019700"/>
              <a:ext cx="71075" cy="69375"/>
            </a:xfrm>
            <a:custGeom>
              <a:avLst/>
              <a:gdLst/>
              <a:ahLst/>
              <a:cxnLst/>
              <a:rect l="l" t="t" r="r" b="b"/>
              <a:pathLst>
                <a:path w="2843" h="2775" extrusionOk="0">
                  <a:moveTo>
                    <a:pt x="2351" y="1"/>
                  </a:moveTo>
                  <a:lnTo>
                    <a:pt x="2164" y="50"/>
                  </a:lnTo>
                  <a:lnTo>
                    <a:pt x="1545" y="1938"/>
                  </a:lnTo>
                  <a:lnTo>
                    <a:pt x="197" y="463"/>
                  </a:lnTo>
                  <a:lnTo>
                    <a:pt x="1" y="503"/>
                  </a:lnTo>
                  <a:lnTo>
                    <a:pt x="492" y="2774"/>
                  </a:lnTo>
                  <a:lnTo>
                    <a:pt x="719" y="2725"/>
                  </a:lnTo>
                  <a:lnTo>
                    <a:pt x="325" y="916"/>
                  </a:lnTo>
                  <a:lnTo>
                    <a:pt x="1545" y="2243"/>
                  </a:lnTo>
                  <a:lnTo>
                    <a:pt x="1663" y="2224"/>
                  </a:lnTo>
                  <a:lnTo>
                    <a:pt x="2223" y="503"/>
                  </a:lnTo>
                  <a:lnTo>
                    <a:pt x="2617" y="2312"/>
                  </a:lnTo>
                  <a:lnTo>
                    <a:pt x="2843" y="2263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604500" y="1008100"/>
              <a:ext cx="66650" cy="59375"/>
            </a:xfrm>
            <a:custGeom>
              <a:avLst/>
              <a:gdLst/>
              <a:ahLst/>
              <a:cxnLst/>
              <a:rect l="l" t="t" r="r" b="b"/>
              <a:pathLst>
                <a:path w="2666" h="2375" extrusionOk="0">
                  <a:moveTo>
                    <a:pt x="1324" y="202"/>
                  </a:moveTo>
                  <a:cubicBezTo>
                    <a:pt x="1757" y="202"/>
                    <a:pt x="2184" y="484"/>
                    <a:pt x="2282" y="986"/>
                  </a:cubicBezTo>
                  <a:cubicBezTo>
                    <a:pt x="2410" y="1507"/>
                    <a:pt x="2066" y="2039"/>
                    <a:pt x="1535" y="2127"/>
                  </a:cubicBezTo>
                  <a:cubicBezTo>
                    <a:pt x="1461" y="2143"/>
                    <a:pt x="1389" y="2151"/>
                    <a:pt x="1319" y="2151"/>
                  </a:cubicBezTo>
                  <a:cubicBezTo>
                    <a:pt x="584" y="2151"/>
                    <a:pt x="81" y="1306"/>
                    <a:pt x="512" y="642"/>
                  </a:cubicBezTo>
                  <a:cubicBezTo>
                    <a:pt x="711" y="341"/>
                    <a:pt x="1019" y="202"/>
                    <a:pt x="1324" y="202"/>
                  </a:cubicBezTo>
                  <a:close/>
                  <a:moveTo>
                    <a:pt x="1382" y="1"/>
                  </a:moveTo>
                  <a:cubicBezTo>
                    <a:pt x="1288" y="1"/>
                    <a:pt x="1191" y="11"/>
                    <a:pt x="1092" y="32"/>
                  </a:cubicBezTo>
                  <a:cubicBezTo>
                    <a:pt x="404" y="180"/>
                    <a:pt x="1" y="780"/>
                    <a:pt x="138" y="1448"/>
                  </a:cubicBezTo>
                  <a:cubicBezTo>
                    <a:pt x="265" y="2013"/>
                    <a:pt x="737" y="2375"/>
                    <a:pt x="1296" y="2375"/>
                  </a:cubicBezTo>
                  <a:cubicBezTo>
                    <a:pt x="1390" y="2375"/>
                    <a:pt x="1486" y="2365"/>
                    <a:pt x="1584" y="2343"/>
                  </a:cubicBezTo>
                  <a:cubicBezTo>
                    <a:pt x="2263" y="2196"/>
                    <a:pt x="2666" y="1596"/>
                    <a:pt x="2528" y="937"/>
                  </a:cubicBezTo>
                  <a:cubicBezTo>
                    <a:pt x="2402" y="364"/>
                    <a:pt x="1944" y="1"/>
                    <a:pt x="138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668425" y="989725"/>
              <a:ext cx="56075" cy="63200"/>
            </a:xfrm>
            <a:custGeom>
              <a:avLst/>
              <a:gdLst/>
              <a:ahLst/>
              <a:cxnLst/>
              <a:rect l="l" t="t" r="r" b="b"/>
              <a:pathLst>
                <a:path w="2243" h="2528" extrusionOk="0">
                  <a:moveTo>
                    <a:pt x="2243" y="0"/>
                  </a:moveTo>
                  <a:lnTo>
                    <a:pt x="2007" y="49"/>
                  </a:lnTo>
                  <a:lnTo>
                    <a:pt x="1555" y="2203"/>
                  </a:lnTo>
                  <a:lnTo>
                    <a:pt x="256" y="423"/>
                  </a:lnTo>
                  <a:lnTo>
                    <a:pt x="1" y="472"/>
                  </a:lnTo>
                  <a:lnTo>
                    <a:pt x="1496" y="2528"/>
                  </a:lnTo>
                  <a:lnTo>
                    <a:pt x="1732" y="2478"/>
                  </a:lnTo>
                  <a:lnTo>
                    <a:pt x="2243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736775" y="985775"/>
              <a:ext cx="18475" cy="58050"/>
            </a:xfrm>
            <a:custGeom>
              <a:avLst/>
              <a:gdLst/>
              <a:ahLst/>
              <a:cxnLst/>
              <a:rect l="l" t="t" r="r" b="b"/>
              <a:pathLst>
                <a:path w="739" h="2322" extrusionOk="0">
                  <a:moveTo>
                    <a:pt x="247" y="1"/>
                  </a:moveTo>
                  <a:lnTo>
                    <a:pt x="1" y="50"/>
                  </a:lnTo>
                  <a:lnTo>
                    <a:pt x="492" y="2322"/>
                  </a:lnTo>
                  <a:lnTo>
                    <a:pt x="738" y="2263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765300" y="972500"/>
              <a:ext cx="52400" cy="65175"/>
            </a:xfrm>
            <a:custGeom>
              <a:avLst/>
              <a:gdLst/>
              <a:ahLst/>
              <a:cxnLst/>
              <a:rect l="l" t="t" r="r" b="b"/>
              <a:pathLst>
                <a:path w="2096" h="2607" extrusionOk="0">
                  <a:moveTo>
                    <a:pt x="1554" y="1"/>
                  </a:moveTo>
                  <a:lnTo>
                    <a:pt x="1" y="335"/>
                  </a:lnTo>
                  <a:lnTo>
                    <a:pt x="492" y="2607"/>
                  </a:lnTo>
                  <a:lnTo>
                    <a:pt x="2095" y="2263"/>
                  </a:lnTo>
                  <a:lnTo>
                    <a:pt x="2056" y="2056"/>
                  </a:lnTo>
                  <a:lnTo>
                    <a:pt x="679" y="2341"/>
                  </a:lnTo>
                  <a:lnTo>
                    <a:pt x="502" y="1496"/>
                  </a:lnTo>
                  <a:lnTo>
                    <a:pt x="1672" y="1250"/>
                  </a:lnTo>
                  <a:lnTo>
                    <a:pt x="1633" y="1043"/>
                  </a:lnTo>
                  <a:lnTo>
                    <a:pt x="453" y="1299"/>
                  </a:lnTo>
                  <a:lnTo>
                    <a:pt x="286" y="492"/>
                  </a:lnTo>
                  <a:lnTo>
                    <a:pt x="1604" y="207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1121825" y="278425"/>
              <a:ext cx="122700" cy="140400"/>
            </a:xfrm>
            <a:custGeom>
              <a:avLst/>
              <a:gdLst/>
              <a:ahLst/>
              <a:cxnLst/>
              <a:rect l="l" t="t" r="r" b="b"/>
              <a:pathLst>
                <a:path w="4908" h="5616" extrusionOk="0">
                  <a:moveTo>
                    <a:pt x="4908" y="0"/>
                  </a:moveTo>
                  <a:lnTo>
                    <a:pt x="1269" y="826"/>
                  </a:lnTo>
                  <a:lnTo>
                    <a:pt x="0" y="5616"/>
                  </a:lnTo>
                  <a:lnTo>
                    <a:pt x="0" y="5616"/>
                  </a:lnTo>
                  <a:lnTo>
                    <a:pt x="3777" y="4829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1306450" y="23882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9" y="1"/>
                  </a:moveTo>
                  <a:lnTo>
                    <a:pt x="1270" y="817"/>
                  </a:lnTo>
                  <a:lnTo>
                    <a:pt x="1" y="5607"/>
                  </a:lnTo>
                  <a:lnTo>
                    <a:pt x="3650" y="4721"/>
                  </a:lnTo>
                  <a:lnTo>
                    <a:pt x="4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917000" y="32487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8" y="1"/>
                  </a:moveTo>
                  <a:lnTo>
                    <a:pt x="1269" y="817"/>
                  </a:lnTo>
                  <a:lnTo>
                    <a:pt x="1" y="5607"/>
                  </a:lnTo>
                  <a:cubicBezTo>
                    <a:pt x="1250" y="5322"/>
                    <a:pt x="2469" y="5046"/>
                    <a:pt x="3639" y="4781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712200" y="371100"/>
              <a:ext cx="122450" cy="140175"/>
            </a:xfrm>
            <a:custGeom>
              <a:avLst/>
              <a:gdLst/>
              <a:ahLst/>
              <a:cxnLst/>
              <a:rect l="l" t="t" r="r" b="b"/>
              <a:pathLst>
                <a:path w="4898" h="5607" extrusionOk="0">
                  <a:moveTo>
                    <a:pt x="4898" y="1"/>
                  </a:moveTo>
                  <a:lnTo>
                    <a:pt x="1259" y="827"/>
                  </a:lnTo>
                  <a:lnTo>
                    <a:pt x="0" y="5607"/>
                  </a:lnTo>
                  <a:cubicBezTo>
                    <a:pt x="1210" y="5331"/>
                    <a:pt x="2420" y="5066"/>
                    <a:pt x="3629" y="4790"/>
                  </a:cubicBezTo>
                  <a:lnTo>
                    <a:pt x="48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506150" y="41782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8" y="1"/>
                  </a:moveTo>
                  <a:lnTo>
                    <a:pt x="1269" y="817"/>
                  </a:lnTo>
                  <a:lnTo>
                    <a:pt x="1" y="5606"/>
                  </a:lnTo>
                  <a:cubicBezTo>
                    <a:pt x="1181" y="5341"/>
                    <a:pt x="2391" y="5065"/>
                    <a:pt x="3640" y="4780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311675" y="461825"/>
              <a:ext cx="122475" cy="139925"/>
            </a:xfrm>
            <a:custGeom>
              <a:avLst/>
              <a:gdLst/>
              <a:ahLst/>
              <a:cxnLst/>
              <a:rect l="l" t="t" r="r" b="b"/>
              <a:pathLst>
                <a:path w="4899" h="5597" extrusionOk="0">
                  <a:moveTo>
                    <a:pt x="4898" y="1"/>
                  </a:moveTo>
                  <a:lnTo>
                    <a:pt x="1269" y="817"/>
                  </a:lnTo>
                  <a:lnTo>
                    <a:pt x="0" y="5597"/>
                  </a:lnTo>
                  <a:cubicBezTo>
                    <a:pt x="1053" y="5361"/>
                    <a:pt x="2282" y="5085"/>
                    <a:pt x="3639" y="4781"/>
                  </a:cubicBezTo>
                  <a:lnTo>
                    <a:pt x="48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307725" y="342050"/>
              <a:ext cx="1160800" cy="262650"/>
            </a:xfrm>
            <a:custGeom>
              <a:avLst/>
              <a:gdLst/>
              <a:ahLst/>
              <a:cxnLst/>
              <a:rect l="l" t="t" r="r" b="b"/>
              <a:pathLst>
                <a:path w="46432" h="10506" extrusionOk="0">
                  <a:moveTo>
                    <a:pt x="46302" y="1"/>
                  </a:moveTo>
                  <a:cubicBezTo>
                    <a:pt x="46296" y="1"/>
                    <a:pt x="46290" y="1"/>
                    <a:pt x="46284" y="2"/>
                  </a:cubicBezTo>
                  <a:lnTo>
                    <a:pt x="129" y="10280"/>
                  </a:lnTo>
                  <a:cubicBezTo>
                    <a:pt x="1" y="10309"/>
                    <a:pt x="21" y="10506"/>
                    <a:pt x="158" y="10506"/>
                  </a:cubicBezTo>
                  <a:lnTo>
                    <a:pt x="178" y="10496"/>
                  </a:lnTo>
                  <a:lnTo>
                    <a:pt x="46333" y="219"/>
                  </a:lnTo>
                  <a:cubicBezTo>
                    <a:pt x="46392" y="209"/>
                    <a:pt x="46431" y="150"/>
                    <a:pt x="46411" y="91"/>
                  </a:cubicBezTo>
                  <a:cubicBezTo>
                    <a:pt x="46403" y="38"/>
                    <a:pt x="46354" y="1"/>
                    <a:pt x="46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414775" y="555250"/>
              <a:ext cx="1012100" cy="219375"/>
            </a:xfrm>
            <a:custGeom>
              <a:avLst/>
              <a:gdLst/>
              <a:ahLst/>
              <a:cxnLst/>
              <a:rect l="l" t="t" r="r" b="b"/>
              <a:pathLst>
                <a:path w="40484" h="8775" extrusionOk="0">
                  <a:moveTo>
                    <a:pt x="40320" y="1"/>
                  </a:moveTo>
                  <a:cubicBezTo>
                    <a:pt x="40317" y="1"/>
                    <a:pt x="40313" y="1"/>
                    <a:pt x="40310" y="1"/>
                  </a:cubicBezTo>
                  <a:lnTo>
                    <a:pt x="145" y="8548"/>
                  </a:lnTo>
                  <a:cubicBezTo>
                    <a:pt x="0" y="8567"/>
                    <a:pt x="16" y="8774"/>
                    <a:pt x="155" y="8774"/>
                  </a:cubicBezTo>
                  <a:cubicBezTo>
                    <a:pt x="158" y="8774"/>
                    <a:pt x="161" y="8774"/>
                    <a:pt x="164" y="8774"/>
                  </a:cubicBezTo>
                  <a:cubicBezTo>
                    <a:pt x="174" y="8774"/>
                    <a:pt x="184" y="8764"/>
                    <a:pt x="194" y="8764"/>
                  </a:cubicBezTo>
                  <a:lnTo>
                    <a:pt x="40359" y="217"/>
                  </a:lnTo>
                  <a:cubicBezTo>
                    <a:pt x="40484" y="179"/>
                    <a:pt x="40450" y="1"/>
                    <a:pt x="40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468775" y="787750"/>
              <a:ext cx="1011475" cy="219450"/>
            </a:xfrm>
            <a:custGeom>
              <a:avLst/>
              <a:gdLst/>
              <a:ahLst/>
              <a:cxnLst/>
              <a:rect l="l" t="t" r="r" b="b"/>
              <a:pathLst>
                <a:path w="40459" h="8778" extrusionOk="0">
                  <a:moveTo>
                    <a:pt x="40306" y="0"/>
                  </a:moveTo>
                  <a:cubicBezTo>
                    <a:pt x="40296" y="0"/>
                    <a:pt x="40286" y="2"/>
                    <a:pt x="40274" y="5"/>
                  </a:cubicBezTo>
                  <a:lnTo>
                    <a:pt x="99" y="8551"/>
                  </a:lnTo>
                  <a:cubicBezTo>
                    <a:pt x="40" y="8571"/>
                    <a:pt x="1" y="8630"/>
                    <a:pt x="20" y="8689"/>
                  </a:cubicBezTo>
                  <a:cubicBezTo>
                    <a:pt x="30" y="8738"/>
                    <a:pt x="70" y="8777"/>
                    <a:pt x="129" y="8777"/>
                  </a:cubicBezTo>
                  <a:lnTo>
                    <a:pt x="148" y="8768"/>
                  </a:lnTo>
                  <a:lnTo>
                    <a:pt x="40314" y="221"/>
                  </a:lnTo>
                  <a:cubicBezTo>
                    <a:pt x="40459" y="203"/>
                    <a:pt x="40428" y="0"/>
                    <a:pt x="403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644825" y="719875"/>
              <a:ext cx="54600" cy="234225"/>
            </a:xfrm>
            <a:custGeom>
              <a:avLst/>
              <a:gdLst/>
              <a:ahLst/>
              <a:cxnLst/>
              <a:rect l="l" t="t" r="r" b="b"/>
              <a:pathLst>
                <a:path w="2184" h="9369" extrusionOk="0">
                  <a:moveTo>
                    <a:pt x="130" y="0"/>
                  </a:moveTo>
                  <a:cubicBezTo>
                    <a:pt x="120" y="0"/>
                    <a:pt x="109" y="2"/>
                    <a:pt x="99" y="5"/>
                  </a:cubicBezTo>
                  <a:cubicBezTo>
                    <a:pt x="40" y="15"/>
                    <a:pt x="1" y="74"/>
                    <a:pt x="10" y="133"/>
                  </a:cubicBezTo>
                  <a:lnTo>
                    <a:pt x="1948" y="9280"/>
                  </a:lnTo>
                  <a:cubicBezTo>
                    <a:pt x="1967" y="9329"/>
                    <a:pt x="2007" y="9368"/>
                    <a:pt x="2066" y="9368"/>
                  </a:cubicBezTo>
                  <a:lnTo>
                    <a:pt x="2085" y="9368"/>
                  </a:lnTo>
                  <a:cubicBezTo>
                    <a:pt x="2144" y="9358"/>
                    <a:pt x="2184" y="9299"/>
                    <a:pt x="2174" y="9240"/>
                  </a:cubicBezTo>
                  <a:lnTo>
                    <a:pt x="227" y="84"/>
                  </a:lnTo>
                  <a:cubicBezTo>
                    <a:pt x="219" y="36"/>
                    <a:pt x="177" y="0"/>
                    <a:pt x="1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1170500" y="611925"/>
              <a:ext cx="55350" cy="236450"/>
            </a:xfrm>
            <a:custGeom>
              <a:avLst/>
              <a:gdLst/>
              <a:ahLst/>
              <a:cxnLst/>
              <a:rect l="l" t="t" r="r" b="b"/>
              <a:pathLst>
                <a:path w="2214" h="9458" extrusionOk="0">
                  <a:moveTo>
                    <a:pt x="129" y="1"/>
                  </a:moveTo>
                  <a:cubicBezTo>
                    <a:pt x="119" y="1"/>
                    <a:pt x="109" y="3"/>
                    <a:pt x="99" y="6"/>
                  </a:cubicBezTo>
                  <a:cubicBezTo>
                    <a:pt x="40" y="16"/>
                    <a:pt x="0" y="75"/>
                    <a:pt x="10" y="134"/>
                  </a:cubicBezTo>
                  <a:lnTo>
                    <a:pt x="1977" y="9369"/>
                  </a:lnTo>
                  <a:cubicBezTo>
                    <a:pt x="1987" y="9418"/>
                    <a:pt x="2036" y="9447"/>
                    <a:pt x="2085" y="9457"/>
                  </a:cubicBezTo>
                  <a:lnTo>
                    <a:pt x="2115" y="9447"/>
                  </a:lnTo>
                  <a:cubicBezTo>
                    <a:pt x="2174" y="9437"/>
                    <a:pt x="2213" y="9378"/>
                    <a:pt x="2193" y="9319"/>
                  </a:cubicBezTo>
                  <a:lnTo>
                    <a:pt x="226" y="94"/>
                  </a:lnTo>
                  <a:cubicBezTo>
                    <a:pt x="218" y="38"/>
                    <a:pt x="177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514275" y="969425"/>
              <a:ext cx="989650" cy="215525"/>
            </a:xfrm>
            <a:custGeom>
              <a:avLst/>
              <a:gdLst/>
              <a:ahLst/>
              <a:cxnLst/>
              <a:rect l="l" t="t" r="r" b="b"/>
              <a:pathLst>
                <a:path w="39586" h="8621" extrusionOk="0">
                  <a:moveTo>
                    <a:pt x="39469" y="1"/>
                  </a:moveTo>
                  <a:cubicBezTo>
                    <a:pt x="39459" y="1"/>
                    <a:pt x="39448" y="2"/>
                    <a:pt x="39438" y="6"/>
                  </a:cubicBezTo>
                  <a:lnTo>
                    <a:pt x="99" y="8395"/>
                  </a:lnTo>
                  <a:cubicBezTo>
                    <a:pt x="40" y="8414"/>
                    <a:pt x="0" y="8473"/>
                    <a:pt x="10" y="8532"/>
                  </a:cubicBezTo>
                  <a:cubicBezTo>
                    <a:pt x="20" y="8582"/>
                    <a:pt x="69" y="8621"/>
                    <a:pt x="118" y="8621"/>
                  </a:cubicBezTo>
                  <a:lnTo>
                    <a:pt x="148" y="8611"/>
                  </a:lnTo>
                  <a:lnTo>
                    <a:pt x="39487" y="222"/>
                  </a:lnTo>
                  <a:cubicBezTo>
                    <a:pt x="39546" y="202"/>
                    <a:pt x="39585" y="143"/>
                    <a:pt x="39566" y="84"/>
                  </a:cubicBezTo>
                  <a:cubicBezTo>
                    <a:pt x="39558" y="36"/>
                    <a:pt x="39516" y="1"/>
                    <a:pt x="39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439275" y="809950"/>
              <a:ext cx="48950" cy="52425"/>
            </a:xfrm>
            <a:custGeom>
              <a:avLst/>
              <a:gdLst/>
              <a:ahLst/>
              <a:cxnLst/>
              <a:rect l="l" t="t" r="r" b="b"/>
              <a:pathLst>
                <a:path w="1958" h="2097" extrusionOk="0">
                  <a:moveTo>
                    <a:pt x="969" y="181"/>
                  </a:moveTo>
                  <a:cubicBezTo>
                    <a:pt x="1223" y="181"/>
                    <a:pt x="1382" y="311"/>
                    <a:pt x="1436" y="553"/>
                  </a:cubicBezTo>
                  <a:cubicBezTo>
                    <a:pt x="1505" y="858"/>
                    <a:pt x="1348" y="1084"/>
                    <a:pt x="964" y="1162"/>
                  </a:cubicBezTo>
                  <a:lnTo>
                    <a:pt x="463" y="1280"/>
                  </a:lnTo>
                  <a:lnTo>
                    <a:pt x="246" y="326"/>
                  </a:lnTo>
                  <a:lnTo>
                    <a:pt x="748" y="208"/>
                  </a:lnTo>
                  <a:cubicBezTo>
                    <a:pt x="828" y="190"/>
                    <a:pt x="902" y="181"/>
                    <a:pt x="969" y="181"/>
                  </a:cubicBezTo>
                  <a:close/>
                  <a:moveTo>
                    <a:pt x="976" y="0"/>
                  </a:moveTo>
                  <a:cubicBezTo>
                    <a:pt x="893" y="0"/>
                    <a:pt x="804" y="11"/>
                    <a:pt x="709" y="31"/>
                  </a:cubicBezTo>
                  <a:lnTo>
                    <a:pt x="1" y="199"/>
                  </a:lnTo>
                  <a:lnTo>
                    <a:pt x="433" y="2097"/>
                  </a:lnTo>
                  <a:lnTo>
                    <a:pt x="640" y="2048"/>
                  </a:lnTo>
                  <a:lnTo>
                    <a:pt x="502" y="1448"/>
                  </a:lnTo>
                  <a:lnTo>
                    <a:pt x="1014" y="1330"/>
                  </a:lnTo>
                  <a:cubicBezTo>
                    <a:pt x="1063" y="1320"/>
                    <a:pt x="1112" y="1310"/>
                    <a:pt x="1161" y="1290"/>
                  </a:cubicBezTo>
                  <a:lnTo>
                    <a:pt x="1732" y="1802"/>
                  </a:lnTo>
                  <a:lnTo>
                    <a:pt x="1958" y="1753"/>
                  </a:lnTo>
                  <a:lnTo>
                    <a:pt x="1338" y="1202"/>
                  </a:lnTo>
                  <a:cubicBezTo>
                    <a:pt x="1594" y="1074"/>
                    <a:pt x="1712" y="779"/>
                    <a:pt x="1643" y="513"/>
                  </a:cubicBezTo>
                  <a:cubicBezTo>
                    <a:pt x="1564" y="180"/>
                    <a:pt x="1324" y="0"/>
                    <a:pt x="97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489975" y="794975"/>
              <a:ext cx="62425" cy="51550"/>
            </a:xfrm>
            <a:custGeom>
              <a:avLst/>
              <a:gdLst/>
              <a:ahLst/>
              <a:cxnLst/>
              <a:rect l="l" t="t" r="r" b="b"/>
              <a:pathLst>
                <a:path w="2497" h="2062" extrusionOk="0">
                  <a:moveTo>
                    <a:pt x="1179" y="229"/>
                  </a:moveTo>
                  <a:cubicBezTo>
                    <a:pt x="1538" y="229"/>
                    <a:pt x="1894" y="460"/>
                    <a:pt x="1985" y="876"/>
                  </a:cubicBezTo>
                  <a:cubicBezTo>
                    <a:pt x="2093" y="1319"/>
                    <a:pt x="1808" y="1761"/>
                    <a:pt x="1366" y="1850"/>
                  </a:cubicBezTo>
                  <a:cubicBezTo>
                    <a:pt x="1300" y="1865"/>
                    <a:pt x="1236" y="1873"/>
                    <a:pt x="1173" y="1873"/>
                  </a:cubicBezTo>
                  <a:cubicBezTo>
                    <a:pt x="562" y="1873"/>
                    <a:pt x="133" y="1173"/>
                    <a:pt x="490" y="611"/>
                  </a:cubicBezTo>
                  <a:cubicBezTo>
                    <a:pt x="656" y="350"/>
                    <a:pt x="918" y="229"/>
                    <a:pt x="1179" y="229"/>
                  </a:cubicBezTo>
                  <a:close/>
                  <a:moveTo>
                    <a:pt x="1185" y="0"/>
                  </a:moveTo>
                  <a:cubicBezTo>
                    <a:pt x="557" y="0"/>
                    <a:pt x="1" y="596"/>
                    <a:pt x="185" y="1289"/>
                  </a:cubicBezTo>
                  <a:cubicBezTo>
                    <a:pt x="285" y="1752"/>
                    <a:pt x="696" y="2062"/>
                    <a:pt x="1146" y="2062"/>
                  </a:cubicBezTo>
                  <a:cubicBezTo>
                    <a:pt x="1231" y="2062"/>
                    <a:pt x="1318" y="2051"/>
                    <a:pt x="1405" y="2027"/>
                  </a:cubicBezTo>
                  <a:cubicBezTo>
                    <a:pt x="2300" y="1820"/>
                    <a:pt x="2497" y="630"/>
                    <a:pt x="1710" y="149"/>
                  </a:cubicBezTo>
                  <a:cubicBezTo>
                    <a:pt x="1539" y="46"/>
                    <a:pt x="1359" y="0"/>
                    <a:pt x="118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555325" y="787125"/>
              <a:ext cx="42575" cy="48450"/>
            </a:xfrm>
            <a:custGeom>
              <a:avLst/>
              <a:gdLst/>
              <a:ahLst/>
              <a:cxnLst/>
              <a:rect l="l" t="t" r="r" b="b"/>
              <a:pathLst>
                <a:path w="1703" h="1938" extrusionOk="0">
                  <a:moveTo>
                    <a:pt x="207" y="0"/>
                  </a:moveTo>
                  <a:lnTo>
                    <a:pt x="1" y="49"/>
                  </a:lnTo>
                  <a:lnTo>
                    <a:pt x="433" y="1938"/>
                  </a:lnTo>
                  <a:lnTo>
                    <a:pt x="1702" y="1653"/>
                  </a:lnTo>
                  <a:lnTo>
                    <a:pt x="1663" y="1475"/>
                  </a:lnTo>
                  <a:lnTo>
                    <a:pt x="601" y="172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600325" y="776800"/>
              <a:ext cx="42550" cy="48450"/>
            </a:xfrm>
            <a:custGeom>
              <a:avLst/>
              <a:gdLst/>
              <a:ahLst/>
              <a:cxnLst/>
              <a:rect l="l" t="t" r="r" b="b"/>
              <a:pathLst>
                <a:path w="1702" h="1938" extrusionOk="0">
                  <a:moveTo>
                    <a:pt x="207" y="0"/>
                  </a:moveTo>
                  <a:lnTo>
                    <a:pt x="0" y="49"/>
                  </a:lnTo>
                  <a:lnTo>
                    <a:pt x="433" y="1938"/>
                  </a:lnTo>
                  <a:lnTo>
                    <a:pt x="1702" y="1652"/>
                  </a:lnTo>
                  <a:lnTo>
                    <a:pt x="1662" y="1475"/>
                  </a:lnTo>
                  <a:lnTo>
                    <a:pt x="600" y="172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694000" y="749725"/>
              <a:ext cx="42550" cy="50325"/>
            </a:xfrm>
            <a:custGeom>
              <a:avLst/>
              <a:gdLst/>
              <a:ahLst/>
              <a:cxnLst/>
              <a:rect l="l" t="t" r="r" b="b"/>
              <a:pathLst>
                <a:path w="1702" h="2013" extrusionOk="0">
                  <a:moveTo>
                    <a:pt x="903" y="1"/>
                  </a:moveTo>
                  <a:cubicBezTo>
                    <a:pt x="818" y="1"/>
                    <a:pt x="733" y="11"/>
                    <a:pt x="650" y="31"/>
                  </a:cubicBezTo>
                  <a:cubicBezTo>
                    <a:pt x="168" y="139"/>
                    <a:pt x="0" y="434"/>
                    <a:pt x="69" y="710"/>
                  </a:cubicBezTo>
                  <a:cubicBezTo>
                    <a:pt x="227" y="1418"/>
                    <a:pt x="1318" y="828"/>
                    <a:pt x="1446" y="1349"/>
                  </a:cubicBezTo>
                  <a:cubicBezTo>
                    <a:pt x="1486" y="1536"/>
                    <a:pt x="1367" y="1722"/>
                    <a:pt x="1013" y="1801"/>
                  </a:cubicBezTo>
                  <a:cubicBezTo>
                    <a:pt x="935" y="1821"/>
                    <a:pt x="856" y="1831"/>
                    <a:pt x="779" y="1831"/>
                  </a:cubicBezTo>
                  <a:cubicBezTo>
                    <a:pt x="623" y="1831"/>
                    <a:pt x="473" y="1791"/>
                    <a:pt x="335" y="1713"/>
                  </a:cubicBezTo>
                  <a:lnTo>
                    <a:pt x="286" y="1890"/>
                  </a:lnTo>
                  <a:cubicBezTo>
                    <a:pt x="443" y="1968"/>
                    <a:pt x="618" y="2012"/>
                    <a:pt x="793" y="2012"/>
                  </a:cubicBezTo>
                  <a:cubicBezTo>
                    <a:pt x="880" y="2012"/>
                    <a:pt x="968" y="2001"/>
                    <a:pt x="1053" y="1978"/>
                  </a:cubicBezTo>
                  <a:cubicBezTo>
                    <a:pt x="1535" y="1860"/>
                    <a:pt x="1702" y="1575"/>
                    <a:pt x="1643" y="1290"/>
                  </a:cubicBezTo>
                  <a:cubicBezTo>
                    <a:pt x="1486" y="601"/>
                    <a:pt x="384" y="1182"/>
                    <a:pt x="266" y="660"/>
                  </a:cubicBezTo>
                  <a:cubicBezTo>
                    <a:pt x="227" y="473"/>
                    <a:pt x="345" y="287"/>
                    <a:pt x="689" y="208"/>
                  </a:cubicBezTo>
                  <a:cubicBezTo>
                    <a:pt x="764" y="192"/>
                    <a:pt x="838" y="184"/>
                    <a:pt x="913" y="184"/>
                  </a:cubicBezTo>
                  <a:cubicBezTo>
                    <a:pt x="1024" y="184"/>
                    <a:pt x="1133" y="202"/>
                    <a:pt x="1240" y="237"/>
                  </a:cubicBezTo>
                  <a:lnTo>
                    <a:pt x="1279" y="70"/>
                  </a:lnTo>
                  <a:cubicBezTo>
                    <a:pt x="1156" y="23"/>
                    <a:pt x="1029" y="1"/>
                    <a:pt x="90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740950" y="737425"/>
              <a:ext cx="49450" cy="50075"/>
            </a:xfrm>
            <a:custGeom>
              <a:avLst/>
              <a:gdLst/>
              <a:ahLst/>
              <a:cxnLst/>
              <a:rect l="l" t="t" r="r" b="b"/>
              <a:pathLst>
                <a:path w="1978" h="2003" extrusionOk="0">
                  <a:moveTo>
                    <a:pt x="1139" y="1"/>
                  </a:moveTo>
                  <a:cubicBezTo>
                    <a:pt x="1060" y="1"/>
                    <a:pt x="982" y="11"/>
                    <a:pt x="906" y="31"/>
                  </a:cubicBezTo>
                  <a:cubicBezTo>
                    <a:pt x="355" y="139"/>
                    <a:pt x="1" y="680"/>
                    <a:pt x="129" y="1231"/>
                  </a:cubicBezTo>
                  <a:cubicBezTo>
                    <a:pt x="228" y="1687"/>
                    <a:pt x="635" y="2003"/>
                    <a:pt x="1090" y="2003"/>
                  </a:cubicBezTo>
                  <a:cubicBezTo>
                    <a:pt x="1175" y="2003"/>
                    <a:pt x="1262" y="1992"/>
                    <a:pt x="1348" y="1969"/>
                  </a:cubicBezTo>
                  <a:cubicBezTo>
                    <a:pt x="1604" y="1919"/>
                    <a:pt x="1840" y="1762"/>
                    <a:pt x="1978" y="1536"/>
                  </a:cubicBezTo>
                  <a:lnTo>
                    <a:pt x="1820" y="1438"/>
                  </a:lnTo>
                  <a:cubicBezTo>
                    <a:pt x="1712" y="1615"/>
                    <a:pt x="1525" y="1752"/>
                    <a:pt x="1309" y="1792"/>
                  </a:cubicBezTo>
                  <a:cubicBezTo>
                    <a:pt x="1239" y="1810"/>
                    <a:pt x="1170" y="1819"/>
                    <a:pt x="1101" y="1819"/>
                  </a:cubicBezTo>
                  <a:cubicBezTo>
                    <a:pt x="733" y="1819"/>
                    <a:pt x="399" y="1565"/>
                    <a:pt x="316" y="1192"/>
                  </a:cubicBezTo>
                  <a:cubicBezTo>
                    <a:pt x="207" y="739"/>
                    <a:pt x="502" y="297"/>
                    <a:pt x="955" y="218"/>
                  </a:cubicBezTo>
                  <a:cubicBezTo>
                    <a:pt x="1019" y="200"/>
                    <a:pt x="1084" y="191"/>
                    <a:pt x="1148" y="191"/>
                  </a:cubicBezTo>
                  <a:cubicBezTo>
                    <a:pt x="1293" y="191"/>
                    <a:pt x="1436" y="235"/>
                    <a:pt x="1565" y="316"/>
                  </a:cubicBezTo>
                  <a:lnTo>
                    <a:pt x="1663" y="159"/>
                  </a:lnTo>
                  <a:cubicBezTo>
                    <a:pt x="1504" y="56"/>
                    <a:pt x="1322" y="1"/>
                    <a:pt x="113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796775" y="723675"/>
              <a:ext cx="44525" cy="54875"/>
            </a:xfrm>
            <a:custGeom>
              <a:avLst/>
              <a:gdLst/>
              <a:ahLst/>
              <a:cxnLst/>
              <a:rect l="l" t="t" r="r" b="b"/>
              <a:pathLst>
                <a:path w="1781" h="2195" extrusionOk="0">
                  <a:moveTo>
                    <a:pt x="1299" y="1"/>
                  </a:moveTo>
                  <a:lnTo>
                    <a:pt x="0" y="296"/>
                  </a:lnTo>
                  <a:lnTo>
                    <a:pt x="433" y="2194"/>
                  </a:lnTo>
                  <a:lnTo>
                    <a:pt x="1781" y="1889"/>
                  </a:lnTo>
                  <a:lnTo>
                    <a:pt x="1741" y="1712"/>
                  </a:lnTo>
                  <a:lnTo>
                    <a:pt x="590" y="1978"/>
                  </a:lnTo>
                  <a:lnTo>
                    <a:pt x="433" y="1270"/>
                  </a:lnTo>
                  <a:lnTo>
                    <a:pt x="1417" y="1043"/>
                  </a:lnTo>
                  <a:lnTo>
                    <a:pt x="1377" y="876"/>
                  </a:lnTo>
                  <a:lnTo>
                    <a:pt x="394" y="1102"/>
                  </a:lnTo>
                  <a:lnTo>
                    <a:pt x="236" y="424"/>
                  </a:lnTo>
                  <a:lnTo>
                    <a:pt x="1338" y="168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847175" y="710400"/>
              <a:ext cx="50675" cy="56575"/>
            </a:xfrm>
            <a:custGeom>
              <a:avLst/>
              <a:gdLst/>
              <a:ahLst/>
              <a:cxnLst/>
              <a:rect l="l" t="t" r="r" b="b"/>
              <a:pathLst>
                <a:path w="2027" h="2263" extrusionOk="0">
                  <a:moveTo>
                    <a:pt x="1594" y="1"/>
                  </a:moveTo>
                  <a:lnTo>
                    <a:pt x="1387" y="50"/>
                  </a:lnTo>
                  <a:lnTo>
                    <a:pt x="1741" y="1584"/>
                  </a:lnTo>
                  <a:lnTo>
                    <a:pt x="168" y="325"/>
                  </a:lnTo>
                  <a:lnTo>
                    <a:pt x="1" y="365"/>
                  </a:lnTo>
                  <a:lnTo>
                    <a:pt x="433" y="2263"/>
                  </a:lnTo>
                  <a:lnTo>
                    <a:pt x="640" y="2223"/>
                  </a:lnTo>
                  <a:lnTo>
                    <a:pt x="286" y="679"/>
                  </a:lnTo>
                  <a:lnTo>
                    <a:pt x="286" y="679"/>
                  </a:lnTo>
                  <a:lnTo>
                    <a:pt x="1859" y="1938"/>
                  </a:lnTo>
                  <a:lnTo>
                    <a:pt x="2027" y="1899"/>
                  </a:lnTo>
                  <a:lnTo>
                    <a:pt x="159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907425" y="698350"/>
              <a:ext cx="44525" cy="54875"/>
            </a:xfrm>
            <a:custGeom>
              <a:avLst/>
              <a:gdLst/>
              <a:ahLst/>
              <a:cxnLst/>
              <a:rect l="l" t="t" r="r" b="b"/>
              <a:pathLst>
                <a:path w="1781" h="2195" extrusionOk="0">
                  <a:moveTo>
                    <a:pt x="1298" y="1"/>
                  </a:moveTo>
                  <a:lnTo>
                    <a:pt x="0" y="296"/>
                  </a:lnTo>
                  <a:lnTo>
                    <a:pt x="433" y="2194"/>
                  </a:lnTo>
                  <a:lnTo>
                    <a:pt x="1780" y="1889"/>
                  </a:lnTo>
                  <a:lnTo>
                    <a:pt x="1741" y="1712"/>
                  </a:lnTo>
                  <a:lnTo>
                    <a:pt x="590" y="1978"/>
                  </a:lnTo>
                  <a:lnTo>
                    <a:pt x="423" y="1270"/>
                  </a:lnTo>
                  <a:lnTo>
                    <a:pt x="1406" y="1043"/>
                  </a:lnTo>
                  <a:lnTo>
                    <a:pt x="1367" y="876"/>
                  </a:lnTo>
                  <a:lnTo>
                    <a:pt x="384" y="1102"/>
                  </a:lnTo>
                  <a:lnTo>
                    <a:pt x="236" y="424"/>
                  </a:lnTo>
                  <a:lnTo>
                    <a:pt x="1338" y="168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1210825" y="630675"/>
              <a:ext cx="49425" cy="50050"/>
            </a:xfrm>
            <a:custGeom>
              <a:avLst/>
              <a:gdLst/>
              <a:ahLst/>
              <a:cxnLst/>
              <a:rect l="l" t="t" r="r" b="b"/>
              <a:pathLst>
                <a:path w="1977" h="2002" extrusionOk="0">
                  <a:moveTo>
                    <a:pt x="1153" y="0"/>
                  </a:moveTo>
                  <a:cubicBezTo>
                    <a:pt x="1070" y="0"/>
                    <a:pt x="986" y="11"/>
                    <a:pt x="905" y="33"/>
                  </a:cubicBezTo>
                  <a:cubicBezTo>
                    <a:pt x="354" y="131"/>
                    <a:pt x="0" y="672"/>
                    <a:pt x="128" y="1223"/>
                  </a:cubicBezTo>
                  <a:cubicBezTo>
                    <a:pt x="228" y="1690"/>
                    <a:pt x="639" y="2001"/>
                    <a:pt x="1092" y="2001"/>
                  </a:cubicBezTo>
                  <a:cubicBezTo>
                    <a:pt x="1173" y="2001"/>
                    <a:pt x="1255" y="1991"/>
                    <a:pt x="1338" y="1970"/>
                  </a:cubicBezTo>
                  <a:cubicBezTo>
                    <a:pt x="1603" y="1921"/>
                    <a:pt x="1839" y="1754"/>
                    <a:pt x="1977" y="1528"/>
                  </a:cubicBezTo>
                  <a:lnTo>
                    <a:pt x="1820" y="1429"/>
                  </a:lnTo>
                  <a:cubicBezTo>
                    <a:pt x="1702" y="1616"/>
                    <a:pt x="1525" y="1744"/>
                    <a:pt x="1308" y="1783"/>
                  </a:cubicBezTo>
                  <a:cubicBezTo>
                    <a:pt x="1237" y="1802"/>
                    <a:pt x="1166" y="1811"/>
                    <a:pt x="1096" y="1811"/>
                  </a:cubicBezTo>
                  <a:cubicBezTo>
                    <a:pt x="730" y="1811"/>
                    <a:pt x="397" y="1563"/>
                    <a:pt x="315" y="1184"/>
                  </a:cubicBezTo>
                  <a:cubicBezTo>
                    <a:pt x="207" y="741"/>
                    <a:pt x="502" y="298"/>
                    <a:pt x="944" y="210"/>
                  </a:cubicBezTo>
                  <a:cubicBezTo>
                    <a:pt x="1011" y="195"/>
                    <a:pt x="1077" y="187"/>
                    <a:pt x="1143" y="187"/>
                  </a:cubicBezTo>
                  <a:cubicBezTo>
                    <a:pt x="1291" y="187"/>
                    <a:pt x="1434" y="226"/>
                    <a:pt x="1564" y="308"/>
                  </a:cubicBezTo>
                  <a:lnTo>
                    <a:pt x="1662" y="151"/>
                  </a:lnTo>
                  <a:cubicBezTo>
                    <a:pt x="1508" y="50"/>
                    <a:pt x="1331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1266150" y="615500"/>
              <a:ext cx="48450" cy="53075"/>
            </a:xfrm>
            <a:custGeom>
              <a:avLst/>
              <a:gdLst/>
              <a:ahLst/>
              <a:cxnLst/>
              <a:rect l="l" t="t" r="r" b="b"/>
              <a:pathLst>
                <a:path w="1938" h="2123" extrusionOk="0">
                  <a:moveTo>
                    <a:pt x="1564" y="1"/>
                  </a:moveTo>
                  <a:lnTo>
                    <a:pt x="1367" y="40"/>
                  </a:lnTo>
                  <a:lnTo>
                    <a:pt x="1613" y="1122"/>
                  </a:lnTo>
                  <a:cubicBezTo>
                    <a:pt x="1721" y="1574"/>
                    <a:pt x="1564" y="1830"/>
                    <a:pt x="1180" y="1909"/>
                  </a:cubicBezTo>
                  <a:cubicBezTo>
                    <a:pt x="1114" y="1924"/>
                    <a:pt x="1052" y="1932"/>
                    <a:pt x="993" y="1932"/>
                  </a:cubicBezTo>
                  <a:cubicBezTo>
                    <a:pt x="721" y="1932"/>
                    <a:pt x="532" y="1760"/>
                    <a:pt x="443" y="1387"/>
                  </a:cubicBezTo>
                  <a:lnTo>
                    <a:pt x="197" y="306"/>
                  </a:lnTo>
                  <a:lnTo>
                    <a:pt x="0" y="355"/>
                  </a:lnTo>
                  <a:lnTo>
                    <a:pt x="246" y="1446"/>
                  </a:lnTo>
                  <a:cubicBezTo>
                    <a:pt x="352" y="1897"/>
                    <a:pt x="623" y="2122"/>
                    <a:pt x="989" y="2122"/>
                  </a:cubicBezTo>
                  <a:cubicBezTo>
                    <a:pt x="1062" y="2122"/>
                    <a:pt x="1139" y="2113"/>
                    <a:pt x="1220" y="2095"/>
                  </a:cubicBezTo>
                  <a:cubicBezTo>
                    <a:pt x="1711" y="1977"/>
                    <a:pt x="1937" y="1633"/>
                    <a:pt x="1810" y="1082"/>
                  </a:cubicBezTo>
                  <a:lnTo>
                    <a:pt x="156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1316800" y="603950"/>
              <a:ext cx="39350" cy="52400"/>
            </a:xfrm>
            <a:custGeom>
              <a:avLst/>
              <a:gdLst/>
              <a:ahLst/>
              <a:cxnLst/>
              <a:rect l="l" t="t" r="r" b="b"/>
              <a:pathLst>
                <a:path w="1574" h="2096" extrusionOk="0">
                  <a:moveTo>
                    <a:pt x="1534" y="0"/>
                  </a:moveTo>
                  <a:lnTo>
                    <a:pt x="0" y="354"/>
                  </a:lnTo>
                  <a:lnTo>
                    <a:pt x="39" y="522"/>
                  </a:lnTo>
                  <a:lnTo>
                    <a:pt x="708" y="374"/>
                  </a:lnTo>
                  <a:lnTo>
                    <a:pt x="1101" y="2095"/>
                  </a:lnTo>
                  <a:lnTo>
                    <a:pt x="1308" y="2046"/>
                  </a:lnTo>
                  <a:lnTo>
                    <a:pt x="905" y="325"/>
                  </a:lnTo>
                  <a:lnTo>
                    <a:pt x="1574" y="177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0" name="Google Shape;350;p22"/>
          <p:cNvGrpSpPr/>
          <p:nvPr/>
        </p:nvGrpSpPr>
        <p:grpSpPr>
          <a:xfrm rot="1249007">
            <a:off x="7541814" y="292166"/>
            <a:ext cx="1312682" cy="771100"/>
            <a:chOff x="3285175" y="1554625"/>
            <a:chExt cx="1458275" cy="856625"/>
          </a:xfrm>
        </p:grpSpPr>
        <p:sp>
          <p:nvSpPr>
            <p:cNvPr id="351" name="Google Shape;351;p22"/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" name="Google Shape;366;p22"/>
          <p:cNvGrpSpPr/>
          <p:nvPr/>
        </p:nvGrpSpPr>
        <p:grpSpPr>
          <a:xfrm>
            <a:off x="7753800" y="3907776"/>
            <a:ext cx="1111320" cy="943527"/>
            <a:chOff x="8039217" y="153473"/>
            <a:chExt cx="898762" cy="763062"/>
          </a:xfrm>
        </p:grpSpPr>
        <p:sp>
          <p:nvSpPr>
            <p:cNvPr id="367" name="Google Shape;367;p22"/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dk2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3"/>
          <p:cNvSpPr/>
          <p:nvPr/>
        </p:nvSpPr>
        <p:spPr>
          <a:xfrm rot="4559421">
            <a:off x="281490" y="247964"/>
            <a:ext cx="352087" cy="453187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3090769" y="4730889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3"/>
          <p:cNvSpPr/>
          <p:nvPr/>
        </p:nvSpPr>
        <p:spPr>
          <a:xfrm rot="-6645472">
            <a:off x="2833286" y="188334"/>
            <a:ext cx="257500" cy="137727"/>
          </a:xfrm>
          <a:custGeom>
            <a:avLst/>
            <a:gdLst/>
            <a:ahLst/>
            <a:cxnLst/>
            <a:rect l="l" t="t" r="r" b="b"/>
            <a:pathLst>
              <a:path w="6798" h="3636" extrusionOk="0">
                <a:moveTo>
                  <a:pt x="3296" y="1118"/>
                </a:moveTo>
                <a:cubicBezTo>
                  <a:pt x="3503" y="1511"/>
                  <a:pt x="3562" y="1964"/>
                  <a:pt x="3473" y="2397"/>
                </a:cubicBezTo>
                <a:cubicBezTo>
                  <a:pt x="3385" y="2810"/>
                  <a:pt x="3089" y="3272"/>
                  <a:pt x="2647" y="3370"/>
                </a:cubicBezTo>
                <a:cubicBezTo>
                  <a:pt x="2617" y="3377"/>
                  <a:pt x="2587" y="3380"/>
                  <a:pt x="2556" y="3380"/>
                </a:cubicBezTo>
                <a:cubicBezTo>
                  <a:pt x="2495" y="3380"/>
                  <a:pt x="2434" y="3367"/>
                  <a:pt x="2381" y="3341"/>
                </a:cubicBezTo>
                <a:cubicBezTo>
                  <a:pt x="2254" y="3262"/>
                  <a:pt x="2234" y="3065"/>
                  <a:pt x="2234" y="2947"/>
                </a:cubicBezTo>
                <a:cubicBezTo>
                  <a:pt x="2224" y="2328"/>
                  <a:pt x="2578" y="1679"/>
                  <a:pt x="3178" y="1216"/>
                </a:cubicBezTo>
                <a:cubicBezTo>
                  <a:pt x="3217" y="1187"/>
                  <a:pt x="3257" y="1157"/>
                  <a:pt x="3296" y="1118"/>
                </a:cubicBezTo>
                <a:close/>
                <a:moveTo>
                  <a:pt x="2120" y="0"/>
                </a:moveTo>
                <a:cubicBezTo>
                  <a:pt x="1852" y="0"/>
                  <a:pt x="1582" y="70"/>
                  <a:pt x="1349" y="203"/>
                </a:cubicBezTo>
                <a:cubicBezTo>
                  <a:pt x="601" y="597"/>
                  <a:pt x="110" y="1334"/>
                  <a:pt x="11" y="2161"/>
                </a:cubicBezTo>
                <a:cubicBezTo>
                  <a:pt x="1" y="2256"/>
                  <a:pt x="71" y="2309"/>
                  <a:pt x="140" y="2309"/>
                </a:cubicBezTo>
                <a:cubicBezTo>
                  <a:pt x="199" y="2309"/>
                  <a:pt x="258" y="2271"/>
                  <a:pt x="267" y="2190"/>
                </a:cubicBezTo>
                <a:cubicBezTo>
                  <a:pt x="355" y="1443"/>
                  <a:pt x="808" y="794"/>
                  <a:pt x="1467" y="430"/>
                </a:cubicBezTo>
                <a:cubicBezTo>
                  <a:pt x="1673" y="318"/>
                  <a:pt x="1902" y="259"/>
                  <a:pt x="2134" y="259"/>
                </a:cubicBezTo>
                <a:cubicBezTo>
                  <a:pt x="2167" y="259"/>
                  <a:pt x="2200" y="260"/>
                  <a:pt x="2234" y="262"/>
                </a:cubicBezTo>
                <a:cubicBezTo>
                  <a:pt x="2529" y="312"/>
                  <a:pt x="2785" y="459"/>
                  <a:pt x="2981" y="676"/>
                </a:cubicBezTo>
                <a:cubicBezTo>
                  <a:pt x="3050" y="744"/>
                  <a:pt x="3109" y="823"/>
                  <a:pt x="3168" y="902"/>
                </a:cubicBezTo>
                <a:cubicBezTo>
                  <a:pt x="3119" y="941"/>
                  <a:pt x="3070" y="971"/>
                  <a:pt x="3021" y="1010"/>
                </a:cubicBezTo>
                <a:cubicBezTo>
                  <a:pt x="2362" y="1521"/>
                  <a:pt x="1968" y="2249"/>
                  <a:pt x="1968" y="2947"/>
                </a:cubicBezTo>
                <a:cubicBezTo>
                  <a:pt x="1978" y="3242"/>
                  <a:pt x="2077" y="3459"/>
                  <a:pt x="2254" y="3567"/>
                </a:cubicBezTo>
                <a:cubicBezTo>
                  <a:pt x="2332" y="3616"/>
                  <a:pt x="2431" y="3636"/>
                  <a:pt x="2529" y="3636"/>
                </a:cubicBezTo>
                <a:cubicBezTo>
                  <a:pt x="2588" y="3636"/>
                  <a:pt x="2637" y="3636"/>
                  <a:pt x="2696" y="3626"/>
                </a:cubicBezTo>
                <a:cubicBezTo>
                  <a:pt x="3296" y="3498"/>
                  <a:pt x="3621" y="2918"/>
                  <a:pt x="3719" y="2456"/>
                </a:cubicBezTo>
                <a:cubicBezTo>
                  <a:pt x="3827" y="1964"/>
                  <a:pt x="3748" y="1443"/>
                  <a:pt x="3512" y="990"/>
                </a:cubicBezTo>
                <a:cubicBezTo>
                  <a:pt x="3793" y="820"/>
                  <a:pt x="4110" y="738"/>
                  <a:pt x="4439" y="738"/>
                </a:cubicBezTo>
                <a:cubicBezTo>
                  <a:pt x="4490" y="738"/>
                  <a:pt x="4542" y="740"/>
                  <a:pt x="4594" y="744"/>
                </a:cubicBezTo>
                <a:cubicBezTo>
                  <a:pt x="4909" y="794"/>
                  <a:pt x="5204" y="921"/>
                  <a:pt x="5450" y="1128"/>
                </a:cubicBezTo>
                <a:cubicBezTo>
                  <a:pt x="6178" y="1688"/>
                  <a:pt x="6512" y="2672"/>
                  <a:pt x="6246" y="3469"/>
                </a:cubicBezTo>
                <a:cubicBezTo>
                  <a:pt x="6217" y="3528"/>
                  <a:pt x="6256" y="3606"/>
                  <a:pt x="6325" y="3626"/>
                </a:cubicBezTo>
                <a:cubicBezTo>
                  <a:pt x="6341" y="3633"/>
                  <a:pt x="6357" y="3636"/>
                  <a:pt x="6373" y="3636"/>
                </a:cubicBezTo>
                <a:cubicBezTo>
                  <a:pt x="6427" y="3636"/>
                  <a:pt x="6477" y="3600"/>
                  <a:pt x="6492" y="3547"/>
                </a:cubicBezTo>
                <a:cubicBezTo>
                  <a:pt x="6797" y="2652"/>
                  <a:pt x="6423" y="1551"/>
                  <a:pt x="5607" y="921"/>
                </a:cubicBezTo>
                <a:cubicBezTo>
                  <a:pt x="5322" y="685"/>
                  <a:pt x="4988" y="538"/>
                  <a:pt x="4624" y="489"/>
                </a:cubicBezTo>
                <a:cubicBezTo>
                  <a:pt x="4551" y="480"/>
                  <a:pt x="4478" y="476"/>
                  <a:pt x="4405" y="476"/>
                </a:cubicBezTo>
                <a:cubicBezTo>
                  <a:pt x="4047" y="476"/>
                  <a:pt x="3695" y="576"/>
                  <a:pt x="3385" y="764"/>
                </a:cubicBezTo>
                <a:cubicBezTo>
                  <a:pt x="3326" y="666"/>
                  <a:pt x="3247" y="577"/>
                  <a:pt x="3168" y="498"/>
                </a:cubicBezTo>
                <a:cubicBezTo>
                  <a:pt x="2932" y="233"/>
                  <a:pt x="2617" y="56"/>
                  <a:pt x="2263" y="7"/>
                </a:cubicBezTo>
                <a:cubicBezTo>
                  <a:pt x="2216" y="2"/>
                  <a:pt x="2168" y="0"/>
                  <a:pt x="21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3"/>
          <p:cNvSpPr/>
          <p:nvPr/>
        </p:nvSpPr>
        <p:spPr>
          <a:xfrm rot="3391622">
            <a:off x="5798702" y="256364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3"/>
          <p:cNvSpPr/>
          <p:nvPr/>
        </p:nvSpPr>
        <p:spPr>
          <a:xfrm rot="-4430405">
            <a:off x="5945276" y="4573617"/>
            <a:ext cx="352087" cy="453186"/>
          </a:xfrm>
          <a:custGeom>
            <a:avLst/>
            <a:gdLst/>
            <a:ahLst/>
            <a:cxnLst/>
            <a:rect l="l" t="t" r="r" b="b"/>
            <a:pathLst>
              <a:path w="9295" h="11964" extrusionOk="0">
                <a:moveTo>
                  <a:pt x="3948" y="3571"/>
                </a:moveTo>
                <a:cubicBezTo>
                  <a:pt x="4211" y="3571"/>
                  <a:pt x="4449" y="3775"/>
                  <a:pt x="4466" y="4056"/>
                </a:cubicBezTo>
                <a:cubicBezTo>
                  <a:pt x="4486" y="4381"/>
                  <a:pt x="4368" y="4705"/>
                  <a:pt x="4132" y="4941"/>
                </a:cubicBezTo>
                <a:cubicBezTo>
                  <a:pt x="3755" y="5317"/>
                  <a:pt x="3235" y="5523"/>
                  <a:pt x="2700" y="5523"/>
                </a:cubicBezTo>
                <a:cubicBezTo>
                  <a:pt x="2676" y="5523"/>
                  <a:pt x="2651" y="5522"/>
                  <a:pt x="2627" y="5521"/>
                </a:cubicBezTo>
                <a:cubicBezTo>
                  <a:pt x="2666" y="5099"/>
                  <a:pt x="2784" y="4686"/>
                  <a:pt x="2991" y="4312"/>
                </a:cubicBezTo>
                <a:cubicBezTo>
                  <a:pt x="3178" y="3958"/>
                  <a:pt x="3502" y="3673"/>
                  <a:pt x="3797" y="3594"/>
                </a:cubicBezTo>
                <a:cubicBezTo>
                  <a:pt x="3847" y="3578"/>
                  <a:pt x="3898" y="3571"/>
                  <a:pt x="3948" y="3571"/>
                </a:cubicBezTo>
                <a:close/>
                <a:moveTo>
                  <a:pt x="6307" y="6317"/>
                </a:moveTo>
                <a:cubicBezTo>
                  <a:pt x="6461" y="6317"/>
                  <a:pt x="6596" y="6386"/>
                  <a:pt x="6679" y="6515"/>
                </a:cubicBezTo>
                <a:cubicBezTo>
                  <a:pt x="6757" y="6682"/>
                  <a:pt x="6767" y="6869"/>
                  <a:pt x="6698" y="7046"/>
                </a:cubicBezTo>
                <a:cubicBezTo>
                  <a:pt x="6492" y="7695"/>
                  <a:pt x="5872" y="8187"/>
                  <a:pt x="5164" y="8295"/>
                </a:cubicBezTo>
                <a:cubicBezTo>
                  <a:pt x="5184" y="7852"/>
                  <a:pt x="5282" y="7410"/>
                  <a:pt x="5479" y="7007"/>
                </a:cubicBezTo>
                <a:cubicBezTo>
                  <a:pt x="5636" y="6682"/>
                  <a:pt x="5813" y="6475"/>
                  <a:pt x="6020" y="6377"/>
                </a:cubicBezTo>
                <a:cubicBezTo>
                  <a:pt x="6098" y="6338"/>
                  <a:pt x="6197" y="6318"/>
                  <a:pt x="6285" y="6318"/>
                </a:cubicBezTo>
                <a:lnTo>
                  <a:pt x="6275" y="6318"/>
                </a:lnTo>
                <a:cubicBezTo>
                  <a:pt x="6286" y="6317"/>
                  <a:pt x="6296" y="6317"/>
                  <a:pt x="6307" y="6317"/>
                </a:cubicBezTo>
                <a:close/>
                <a:moveTo>
                  <a:pt x="1350" y="1"/>
                </a:moveTo>
                <a:cubicBezTo>
                  <a:pt x="1320" y="1"/>
                  <a:pt x="1288" y="13"/>
                  <a:pt x="1260" y="44"/>
                </a:cubicBezTo>
                <a:cubicBezTo>
                  <a:pt x="483" y="830"/>
                  <a:pt x="40" y="1824"/>
                  <a:pt x="21" y="2797"/>
                </a:cubicBezTo>
                <a:cubicBezTo>
                  <a:pt x="1" y="3879"/>
                  <a:pt x="542" y="4922"/>
                  <a:pt x="1397" y="5443"/>
                </a:cubicBezTo>
                <a:cubicBezTo>
                  <a:pt x="1692" y="5610"/>
                  <a:pt x="2017" y="5728"/>
                  <a:pt x="2351" y="5767"/>
                </a:cubicBezTo>
                <a:cubicBezTo>
                  <a:pt x="2342" y="6161"/>
                  <a:pt x="2410" y="6554"/>
                  <a:pt x="2558" y="6918"/>
                </a:cubicBezTo>
                <a:cubicBezTo>
                  <a:pt x="2922" y="7833"/>
                  <a:pt x="3787" y="8501"/>
                  <a:pt x="4702" y="8570"/>
                </a:cubicBezTo>
                <a:cubicBezTo>
                  <a:pt x="4771" y="8580"/>
                  <a:pt x="4840" y="8580"/>
                  <a:pt x="4908" y="8580"/>
                </a:cubicBezTo>
                <a:cubicBezTo>
                  <a:pt x="4938" y="9318"/>
                  <a:pt x="5203" y="10036"/>
                  <a:pt x="5656" y="10626"/>
                </a:cubicBezTo>
                <a:cubicBezTo>
                  <a:pt x="6344" y="11472"/>
                  <a:pt x="7377" y="11963"/>
                  <a:pt x="8478" y="11963"/>
                </a:cubicBezTo>
                <a:cubicBezTo>
                  <a:pt x="8715" y="11963"/>
                  <a:pt x="8951" y="11944"/>
                  <a:pt x="9187" y="11894"/>
                </a:cubicBezTo>
                <a:cubicBezTo>
                  <a:pt x="9255" y="11875"/>
                  <a:pt x="9295" y="11806"/>
                  <a:pt x="9285" y="11737"/>
                </a:cubicBezTo>
                <a:cubicBezTo>
                  <a:pt x="9268" y="11679"/>
                  <a:pt x="9216" y="11634"/>
                  <a:pt x="9159" y="11634"/>
                </a:cubicBezTo>
                <a:cubicBezTo>
                  <a:pt x="9148" y="11634"/>
                  <a:pt x="9138" y="11636"/>
                  <a:pt x="9128" y="11639"/>
                </a:cubicBezTo>
                <a:cubicBezTo>
                  <a:pt x="8906" y="11683"/>
                  <a:pt x="8683" y="11705"/>
                  <a:pt x="8462" y="11705"/>
                </a:cubicBezTo>
                <a:cubicBezTo>
                  <a:pt x="7459" y="11705"/>
                  <a:pt x="6497" y="11258"/>
                  <a:pt x="5853" y="10468"/>
                </a:cubicBezTo>
                <a:cubicBezTo>
                  <a:pt x="5430" y="9918"/>
                  <a:pt x="5184" y="9249"/>
                  <a:pt x="5164" y="8560"/>
                </a:cubicBezTo>
                <a:cubicBezTo>
                  <a:pt x="5971" y="8442"/>
                  <a:pt x="6698" y="7872"/>
                  <a:pt x="6934" y="7125"/>
                </a:cubicBezTo>
                <a:cubicBezTo>
                  <a:pt x="7023" y="6879"/>
                  <a:pt x="7013" y="6613"/>
                  <a:pt x="6895" y="6377"/>
                </a:cubicBezTo>
                <a:cubicBezTo>
                  <a:pt x="6762" y="6162"/>
                  <a:pt x="6519" y="6065"/>
                  <a:pt x="6279" y="6065"/>
                </a:cubicBezTo>
                <a:cubicBezTo>
                  <a:pt x="6146" y="6065"/>
                  <a:pt x="6014" y="6095"/>
                  <a:pt x="5902" y="6151"/>
                </a:cubicBezTo>
                <a:cubicBezTo>
                  <a:pt x="5636" y="6279"/>
                  <a:pt x="5420" y="6515"/>
                  <a:pt x="5233" y="6898"/>
                </a:cubicBezTo>
                <a:cubicBezTo>
                  <a:pt x="5026" y="7341"/>
                  <a:pt x="4908" y="7833"/>
                  <a:pt x="4899" y="8324"/>
                </a:cubicBezTo>
                <a:cubicBezTo>
                  <a:pt x="4840" y="8324"/>
                  <a:pt x="4781" y="8324"/>
                  <a:pt x="4712" y="8315"/>
                </a:cubicBezTo>
                <a:cubicBezTo>
                  <a:pt x="3895" y="8246"/>
                  <a:pt x="3119" y="7646"/>
                  <a:pt x="2794" y="6830"/>
                </a:cubicBezTo>
                <a:cubicBezTo>
                  <a:pt x="2666" y="6495"/>
                  <a:pt x="2597" y="6141"/>
                  <a:pt x="2607" y="5787"/>
                </a:cubicBezTo>
                <a:lnTo>
                  <a:pt x="2607" y="5787"/>
                </a:lnTo>
                <a:cubicBezTo>
                  <a:pt x="2642" y="5789"/>
                  <a:pt x="2677" y="5790"/>
                  <a:pt x="2712" y="5790"/>
                </a:cubicBezTo>
                <a:cubicBezTo>
                  <a:pt x="3305" y="5790"/>
                  <a:pt x="3882" y="5555"/>
                  <a:pt x="4318" y="5128"/>
                </a:cubicBezTo>
                <a:cubicBezTo>
                  <a:pt x="4594" y="4833"/>
                  <a:pt x="4741" y="4440"/>
                  <a:pt x="4712" y="4027"/>
                </a:cubicBezTo>
                <a:cubicBezTo>
                  <a:pt x="4678" y="3619"/>
                  <a:pt x="4335" y="3317"/>
                  <a:pt x="3945" y="3317"/>
                </a:cubicBezTo>
                <a:cubicBezTo>
                  <a:pt x="3874" y="3317"/>
                  <a:pt x="3801" y="3327"/>
                  <a:pt x="3728" y="3348"/>
                </a:cubicBezTo>
                <a:cubicBezTo>
                  <a:pt x="3364" y="3446"/>
                  <a:pt x="2981" y="3781"/>
                  <a:pt x="2755" y="4194"/>
                </a:cubicBezTo>
                <a:cubicBezTo>
                  <a:pt x="2538" y="4607"/>
                  <a:pt x="2410" y="5049"/>
                  <a:pt x="2361" y="5502"/>
                </a:cubicBezTo>
                <a:cubicBezTo>
                  <a:pt x="2076" y="5462"/>
                  <a:pt x="1791" y="5374"/>
                  <a:pt x="1535" y="5217"/>
                </a:cubicBezTo>
                <a:cubicBezTo>
                  <a:pt x="748" y="4745"/>
                  <a:pt x="257" y="3800"/>
                  <a:pt x="276" y="2797"/>
                </a:cubicBezTo>
                <a:cubicBezTo>
                  <a:pt x="296" y="1892"/>
                  <a:pt x="719" y="958"/>
                  <a:pt x="1437" y="221"/>
                </a:cubicBezTo>
                <a:cubicBezTo>
                  <a:pt x="1534" y="131"/>
                  <a:pt x="1449" y="1"/>
                  <a:pt x="13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3"/>
          <p:cNvSpPr/>
          <p:nvPr/>
        </p:nvSpPr>
        <p:spPr>
          <a:xfrm rot="7413790">
            <a:off x="8790817" y="2017230"/>
            <a:ext cx="246678" cy="155424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3"/>
          <p:cNvSpPr/>
          <p:nvPr/>
        </p:nvSpPr>
        <p:spPr>
          <a:xfrm rot="3391622">
            <a:off x="179102" y="3045552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3"/>
          <p:cNvSpPr/>
          <p:nvPr/>
        </p:nvSpPr>
        <p:spPr>
          <a:xfrm rot="2542404">
            <a:off x="8595688" y="3406529"/>
            <a:ext cx="246679" cy="155424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9" name="Google Shape;389;p23"/>
          <p:cNvGrpSpPr/>
          <p:nvPr/>
        </p:nvGrpSpPr>
        <p:grpSpPr>
          <a:xfrm rot="-271076">
            <a:off x="7085188" y="188411"/>
            <a:ext cx="1578524" cy="1846898"/>
            <a:chOff x="1216125" y="955275"/>
            <a:chExt cx="2763158" cy="3232940"/>
          </a:xfrm>
        </p:grpSpPr>
        <p:sp>
          <p:nvSpPr>
            <p:cNvPr id="390" name="Google Shape;390;p23"/>
            <p:cNvSpPr/>
            <p:nvPr/>
          </p:nvSpPr>
          <p:spPr>
            <a:xfrm>
              <a:off x="1216125" y="955275"/>
              <a:ext cx="2730457" cy="3232940"/>
            </a:xfrm>
            <a:custGeom>
              <a:avLst/>
              <a:gdLst/>
              <a:ahLst/>
              <a:cxnLst/>
              <a:rect l="l" t="t" r="r" b="b"/>
              <a:pathLst>
                <a:path w="49264" h="58330" extrusionOk="0">
                  <a:moveTo>
                    <a:pt x="28737" y="0"/>
                  </a:moveTo>
                  <a:cubicBezTo>
                    <a:pt x="26218" y="0"/>
                    <a:pt x="23877" y="1474"/>
                    <a:pt x="22827" y="3845"/>
                  </a:cubicBezTo>
                  <a:lnTo>
                    <a:pt x="10180" y="3845"/>
                  </a:lnTo>
                  <a:cubicBezTo>
                    <a:pt x="9926" y="2957"/>
                    <a:pt x="9120" y="2341"/>
                    <a:pt x="8195" y="2341"/>
                  </a:cubicBezTo>
                  <a:cubicBezTo>
                    <a:pt x="8188" y="2341"/>
                    <a:pt x="8181" y="2341"/>
                    <a:pt x="8173" y="2341"/>
                  </a:cubicBezTo>
                  <a:cubicBezTo>
                    <a:pt x="7239" y="2341"/>
                    <a:pt x="6423" y="2970"/>
                    <a:pt x="6177" y="3865"/>
                  </a:cubicBezTo>
                  <a:cubicBezTo>
                    <a:pt x="5016" y="4022"/>
                    <a:pt x="4161" y="5006"/>
                    <a:pt x="4151" y="6176"/>
                  </a:cubicBezTo>
                  <a:lnTo>
                    <a:pt x="4151" y="11831"/>
                  </a:lnTo>
                  <a:cubicBezTo>
                    <a:pt x="2046" y="14536"/>
                    <a:pt x="955" y="18116"/>
                    <a:pt x="1102" y="21823"/>
                  </a:cubicBezTo>
                  <a:cubicBezTo>
                    <a:pt x="296" y="22885"/>
                    <a:pt x="1" y="24233"/>
                    <a:pt x="335" y="25413"/>
                  </a:cubicBezTo>
                  <a:cubicBezTo>
                    <a:pt x="483" y="25924"/>
                    <a:pt x="758" y="26406"/>
                    <a:pt x="1132" y="26800"/>
                  </a:cubicBezTo>
                  <a:cubicBezTo>
                    <a:pt x="1112" y="28059"/>
                    <a:pt x="1535" y="29249"/>
                    <a:pt x="2322" y="30104"/>
                  </a:cubicBezTo>
                  <a:cubicBezTo>
                    <a:pt x="2961" y="30802"/>
                    <a:pt x="3836" y="31255"/>
                    <a:pt x="4780" y="31383"/>
                  </a:cubicBezTo>
                  <a:cubicBezTo>
                    <a:pt x="5961" y="32927"/>
                    <a:pt x="7318" y="34343"/>
                    <a:pt x="8813" y="35592"/>
                  </a:cubicBezTo>
                  <a:lnTo>
                    <a:pt x="2863" y="37156"/>
                  </a:lnTo>
                  <a:cubicBezTo>
                    <a:pt x="2223" y="37333"/>
                    <a:pt x="1761" y="37893"/>
                    <a:pt x="1722" y="38562"/>
                  </a:cubicBezTo>
                  <a:lnTo>
                    <a:pt x="1633" y="40214"/>
                  </a:lnTo>
                  <a:lnTo>
                    <a:pt x="1633" y="40303"/>
                  </a:lnTo>
                  <a:lnTo>
                    <a:pt x="610" y="55861"/>
                  </a:lnTo>
                  <a:cubicBezTo>
                    <a:pt x="551" y="56727"/>
                    <a:pt x="1220" y="57474"/>
                    <a:pt x="2086" y="57514"/>
                  </a:cubicBezTo>
                  <a:lnTo>
                    <a:pt x="10603" y="57848"/>
                  </a:lnTo>
                  <a:cubicBezTo>
                    <a:pt x="10652" y="57858"/>
                    <a:pt x="10711" y="57858"/>
                    <a:pt x="10770" y="57858"/>
                  </a:cubicBezTo>
                  <a:lnTo>
                    <a:pt x="12137" y="57907"/>
                  </a:lnTo>
                  <a:lnTo>
                    <a:pt x="22926" y="58330"/>
                  </a:lnTo>
                  <a:lnTo>
                    <a:pt x="22985" y="58330"/>
                  </a:lnTo>
                  <a:cubicBezTo>
                    <a:pt x="23122" y="58330"/>
                    <a:pt x="23250" y="58320"/>
                    <a:pt x="23378" y="58281"/>
                  </a:cubicBezTo>
                  <a:lnTo>
                    <a:pt x="23889" y="58300"/>
                  </a:lnTo>
                  <a:lnTo>
                    <a:pt x="23939" y="58300"/>
                  </a:lnTo>
                  <a:cubicBezTo>
                    <a:pt x="24755" y="58300"/>
                    <a:pt x="25433" y="57661"/>
                    <a:pt x="25483" y="56845"/>
                  </a:cubicBezTo>
                  <a:lnTo>
                    <a:pt x="25581" y="55065"/>
                  </a:lnTo>
                  <a:cubicBezTo>
                    <a:pt x="25649" y="55074"/>
                    <a:pt x="25716" y="55078"/>
                    <a:pt x="25783" y="55078"/>
                  </a:cubicBezTo>
                  <a:cubicBezTo>
                    <a:pt x="26088" y="55078"/>
                    <a:pt x="26385" y="54988"/>
                    <a:pt x="26643" y="54819"/>
                  </a:cubicBezTo>
                  <a:lnTo>
                    <a:pt x="27076" y="54524"/>
                  </a:lnTo>
                  <a:cubicBezTo>
                    <a:pt x="27784" y="54052"/>
                    <a:pt x="27971" y="53088"/>
                    <a:pt x="27499" y="52380"/>
                  </a:cubicBezTo>
                  <a:lnTo>
                    <a:pt x="25876" y="49970"/>
                  </a:lnTo>
                  <a:lnTo>
                    <a:pt x="25896" y="49538"/>
                  </a:lnTo>
                  <a:lnTo>
                    <a:pt x="26132" y="49164"/>
                  </a:lnTo>
                  <a:lnTo>
                    <a:pt x="31285" y="56796"/>
                  </a:lnTo>
                  <a:cubicBezTo>
                    <a:pt x="31511" y="57130"/>
                    <a:pt x="31865" y="57366"/>
                    <a:pt x="32269" y="57445"/>
                  </a:cubicBezTo>
                  <a:cubicBezTo>
                    <a:pt x="32367" y="57464"/>
                    <a:pt x="32465" y="57474"/>
                    <a:pt x="32564" y="57474"/>
                  </a:cubicBezTo>
                  <a:cubicBezTo>
                    <a:pt x="32869" y="57474"/>
                    <a:pt x="33173" y="57376"/>
                    <a:pt x="33419" y="57209"/>
                  </a:cubicBezTo>
                  <a:lnTo>
                    <a:pt x="33852" y="56914"/>
                  </a:lnTo>
                  <a:cubicBezTo>
                    <a:pt x="34088" y="56766"/>
                    <a:pt x="34265" y="56550"/>
                    <a:pt x="34393" y="56304"/>
                  </a:cubicBezTo>
                  <a:cubicBezTo>
                    <a:pt x="35622" y="56756"/>
                    <a:pt x="36930" y="56992"/>
                    <a:pt x="38248" y="57022"/>
                  </a:cubicBezTo>
                  <a:lnTo>
                    <a:pt x="38484" y="57022"/>
                  </a:lnTo>
                  <a:cubicBezTo>
                    <a:pt x="41651" y="57022"/>
                    <a:pt x="43874" y="55743"/>
                    <a:pt x="43962" y="55694"/>
                  </a:cubicBezTo>
                  <a:cubicBezTo>
                    <a:pt x="44523" y="55370"/>
                    <a:pt x="44818" y="54730"/>
                    <a:pt x="44710" y="54091"/>
                  </a:cubicBezTo>
                  <a:lnTo>
                    <a:pt x="44631" y="53629"/>
                  </a:lnTo>
                  <a:cubicBezTo>
                    <a:pt x="44670" y="53304"/>
                    <a:pt x="44611" y="52970"/>
                    <a:pt x="44464" y="52685"/>
                  </a:cubicBezTo>
                  <a:lnTo>
                    <a:pt x="42123" y="39162"/>
                  </a:lnTo>
                  <a:cubicBezTo>
                    <a:pt x="43539" y="37608"/>
                    <a:pt x="44110" y="35474"/>
                    <a:pt x="43667" y="33418"/>
                  </a:cubicBezTo>
                  <a:cubicBezTo>
                    <a:pt x="48113" y="27586"/>
                    <a:pt x="49263" y="20171"/>
                    <a:pt x="46627" y="13867"/>
                  </a:cubicBezTo>
                  <a:cubicBezTo>
                    <a:pt x="46608" y="13828"/>
                    <a:pt x="46598" y="13798"/>
                    <a:pt x="46578" y="13759"/>
                  </a:cubicBezTo>
                  <a:cubicBezTo>
                    <a:pt x="44434" y="9618"/>
                    <a:pt x="39871" y="6638"/>
                    <a:pt x="35199" y="6255"/>
                  </a:cubicBezTo>
                  <a:cubicBezTo>
                    <a:pt x="35101" y="3245"/>
                    <a:pt x="32928" y="698"/>
                    <a:pt x="29967" y="118"/>
                  </a:cubicBezTo>
                  <a:cubicBezTo>
                    <a:pt x="29556" y="39"/>
                    <a:pt x="29144" y="0"/>
                    <a:pt x="28737" y="0"/>
                  </a:cubicBezTo>
                  <a:close/>
                </a:path>
              </a:pathLst>
            </a:cu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1290838" y="1388755"/>
              <a:ext cx="2688445" cy="1812453"/>
            </a:xfrm>
            <a:custGeom>
              <a:avLst/>
              <a:gdLst/>
              <a:ahLst/>
              <a:cxnLst/>
              <a:rect l="l" t="t" r="r" b="b"/>
              <a:pathLst>
                <a:path w="48506" h="32701" extrusionOk="0">
                  <a:moveTo>
                    <a:pt x="32942" y="0"/>
                  </a:moveTo>
                  <a:cubicBezTo>
                    <a:pt x="32740" y="0"/>
                    <a:pt x="32538" y="6"/>
                    <a:pt x="32337" y="17"/>
                  </a:cubicBezTo>
                  <a:cubicBezTo>
                    <a:pt x="28093" y="383"/>
                    <a:pt x="24441" y="3877"/>
                    <a:pt x="20243" y="3877"/>
                  </a:cubicBezTo>
                  <a:cubicBezTo>
                    <a:pt x="20043" y="3877"/>
                    <a:pt x="19842" y="3869"/>
                    <a:pt x="19640" y="3853"/>
                  </a:cubicBezTo>
                  <a:cubicBezTo>
                    <a:pt x="16614" y="3314"/>
                    <a:pt x="13458" y="1573"/>
                    <a:pt x="10391" y="1573"/>
                  </a:cubicBezTo>
                  <a:cubicBezTo>
                    <a:pt x="8983" y="1573"/>
                    <a:pt x="7594" y="1940"/>
                    <a:pt x="6245" y="2958"/>
                  </a:cubicBezTo>
                  <a:cubicBezTo>
                    <a:pt x="984" y="6852"/>
                    <a:pt x="0" y="15202"/>
                    <a:pt x="3324" y="20552"/>
                  </a:cubicBezTo>
                  <a:cubicBezTo>
                    <a:pt x="7781" y="27983"/>
                    <a:pt x="16367" y="32700"/>
                    <a:pt x="24944" y="32700"/>
                  </a:cubicBezTo>
                  <a:cubicBezTo>
                    <a:pt x="26379" y="32700"/>
                    <a:pt x="27814" y="32568"/>
                    <a:pt x="29229" y="32295"/>
                  </a:cubicBezTo>
                  <a:cubicBezTo>
                    <a:pt x="40451" y="30161"/>
                    <a:pt x="48505" y="17592"/>
                    <a:pt x="43962" y="6705"/>
                  </a:cubicBezTo>
                  <a:cubicBezTo>
                    <a:pt x="41929" y="2772"/>
                    <a:pt x="37403" y="0"/>
                    <a:pt x="329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2541290" y="1044620"/>
              <a:ext cx="545659" cy="545715"/>
            </a:xfrm>
            <a:custGeom>
              <a:avLst/>
              <a:gdLst/>
              <a:ahLst/>
              <a:cxnLst/>
              <a:rect l="l" t="t" r="r" b="b"/>
              <a:pathLst>
                <a:path w="9845" h="9846" extrusionOk="0">
                  <a:moveTo>
                    <a:pt x="4927" y="1"/>
                  </a:moveTo>
                  <a:cubicBezTo>
                    <a:pt x="2203" y="1"/>
                    <a:pt x="0" y="2204"/>
                    <a:pt x="0" y="4918"/>
                  </a:cubicBezTo>
                  <a:cubicBezTo>
                    <a:pt x="0" y="7643"/>
                    <a:pt x="2203" y="9845"/>
                    <a:pt x="4927" y="9845"/>
                  </a:cubicBezTo>
                  <a:cubicBezTo>
                    <a:pt x="7642" y="9845"/>
                    <a:pt x="9845" y="7643"/>
                    <a:pt x="9845" y="4918"/>
                  </a:cubicBezTo>
                  <a:cubicBezTo>
                    <a:pt x="9845" y="2204"/>
                    <a:pt x="7642" y="1"/>
                    <a:pt x="49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3018779" y="2614483"/>
              <a:ext cx="545659" cy="545715"/>
            </a:xfrm>
            <a:custGeom>
              <a:avLst/>
              <a:gdLst/>
              <a:ahLst/>
              <a:cxnLst/>
              <a:rect l="l" t="t" r="r" b="b"/>
              <a:pathLst>
                <a:path w="9845" h="9846" extrusionOk="0">
                  <a:moveTo>
                    <a:pt x="4928" y="1"/>
                  </a:moveTo>
                  <a:cubicBezTo>
                    <a:pt x="2203" y="1"/>
                    <a:pt x="0" y="2204"/>
                    <a:pt x="0" y="4928"/>
                  </a:cubicBezTo>
                  <a:cubicBezTo>
                    <a:pt x="0" y="7643"/>
                    <a:pt x="2203" y="9846"/>
                    <a:pt x="4928" y="9846"/>
                  </a:cubicBezTo>
                  <a:cubicBezTo>
                    <a:pt x="7642" y="9846"/>
                    <a:pt x="9845" y="7643"/>
                    <a:pt x="9845" y="4928"/>
                  </a:cubicBezTo>
                  <a:cubicBezTo>
                    <a:pt x="9845" y="2204"/>
                    <a:pt x="7642" y="1"/>
                    <a:pt x="49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1785232" y="2424264"/>
              <a:ext cx="1100020" cy="1484891"/>
            </a:xfrm>
            <a:custGeom>
              <a:avLst/>
              <a:gdLst/>
              <a:ahLst/>
              <a:cxnLst/>
              <a:rect l="l" t="t" r="r" b="b"/>
              <a:pathLst>
                <a:path w="19847" h="26791" fill="none" extrusionOk="0">
                  <a:moveTo>
                    <a:pt x="19847" y="1"/>
                  </a:moveTo>
                  <a:lnTo>
                    <a:pt x="0" y="26790"/>
                  </a:lnTo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2599043" y="1173816"/>
              <a:ext cx="820955" cy="1185097"/>
            </a:xfrm>
            <a:custGeom>
              <a:avLst/>
              <a:gdLst/>
              <a:ahLst/>
              <a:cxnLst/>
              <a:rect l="l" t="t" r="r" b="b"/>
              <a:pathLst>
                <a:path w="14812" h="21382" extrusionOk="0">
                  <a:moveTo>
                    <a:pt x="2371" y="1"/>
                  </a:moveTo>
                  <a:cubicBezTo>
                    <a:pt x="2105" y="1"/>
                    <a:pt x="1840" y="178"/>
                    <a:pt x="1840" y="532"/>
                  </a:cubicBezTo>
                  <a:lnTo>
                    <a:pt x="1840" y="13248"/>
                  </a:lnTo>
                  <a:lnTo>
                    <a:pt x="20" y="13120"/>
                  </a:lnTo>
                  <a:lnTo>
                    <a:pt x="1" y="14418"/>
                  </a:lnTo>
                  <a:lnTo>
                    <a:pt x="1840" y="14891"/>
                  </a:lnTo>
                  <a:lnTo>
                    <a:pt x="1840" y="21381"/>
                  </a:lnTo>
                  <a:lnTo>
                    <a:pt x="2902" y="21381"/>
                  </a:lnTo>
                  <a:lnTo>
                    <a:pt x="2902" y="15156"/>
                  </a:lnTo>
                  <a:lnTo>
                    <a:pt x="12363" y="17556"/>
                  </a:lnTo>
                  <a:lnTo>
                    <a:pt x="14812" y="17556"/>
                  </a:lnTo>
                  <a:lnTo>
                    <a:pt x="14812" y="16326"/>
                  </a:lnTo>
                  <a:lnTo>
                    <a:pt x="2902" y="13494"/>
                  </a:lnTo>
                  <a:lnTo>
                    <a:pt x="2902" y="532"/>
                  </a:lnTo>
                  <a:cubicBezTo>
                    <a:pt x="2902" y="178"/>
                    <a:pt x="2636" y="1"/>
                    <a:pt x="2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1483774" y="1173816"/>
              <a:ext cx="713043" cy="1185097"/>
            </a:xfrm>
            <a:custGeom>
              <a:avLst/>
              <a:gdLst/>
              <a:ahLst/>
              <a:cxnLst/>
              <a:rect l="l" t="t" r="r" b="b"/>
              <a:pathLst>
                <a:path w="12865" h="21382" extrusionOk="0">
                  <a:moveTo>
                    <a:pt x="3462" y="1"/>
                  </a:moveTo>
                  <a:cubicBezTo>
                    <a:pt x="3197" y="1"/>
                    <a:pt x="2931" y="178"/>
                    <a:pt x="2931" y="532"/>
                  </a:cubicBezTo>
                  <a:lnTo>
                    <a:pt x="2931" y="13248"/>
                  </a:lnTo>
                  <a:lnTo>
                    <a:pt x="1604" y="12933"/>
                  </a:lnTo>
                  <a:lnTo>
                    <a:pt x="1" y="12815"/>
                  </a:lnTo>
                  <a:lnTo>
                    <a:pt x="1" y="14064"/>
                  </a:lnTo>
                  <a:lnTo>
                    <a:pt x="2931" y="14851"/>
                  </a:lnTo>
                  <a:lnTo>
                    <a:pt x="2931" y="21381"/>
                  </a:lnTo>
                  <a:lnTo>
                    <a:pt x="3994" y="21381"/>
                  </a:lnTo>
                  <a:lnTo>
                    <a:pt x="3994" y="15146"/>
                  </a:lnTo>
                  <a:lnTo>
                    <a:pt x="10789" y="16985"/>
                  </a:lnTo>
                  <a:lnTo>
                    <a:pt x="12864" y="16680"/>
                  </a:lnTo>
                  <a:lnTo>
                    <a:pt x="12864" y="15618"/>
                  </a:lnTo>
                  <a:lnTo>
                    <a:pt x="3994" y="13504"/>
                  </a:lnTo>
                  <a:lnTo>
                    <a:pt x="3994" y="532"/>
                  </a:lnTo>
                  <a:cubicBezTo>
                    <a:pt x="3994" y="178"/>
                    <a:pt x="3728" y="1"/>
                    <a:pt x="3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1538313" y="1257786"/>
              <a:ext cx="80699" cy="538066"/>
            </a:xfrm>
            <a:custGeom>
              <a:avLst/>
              <a:gdLst/>
              <a:ahLst/>
              <a:cxnLst/>
              <a:rect l="l" t="t" r="r" b="b"/>
              <a:pathLst>
                <a:path w="1456" h="9708" extrusionOk="0">
                  <a:moveTo>
                    <a:pt x="777" y="0"/>
                  </a:moveTo>
                  <a:cubicBezTo>
                    <a:pt x="344" y="0"/>
                    <a:pt x="0" y="345"/>
                    <a:pt x="0" y="777"/>
                  </a:cubicBezTo>
                  <a:lnTo>
                    <a:pt x="0" y="8930"/>
                  </a:lnTo>
                  <a:cubicBezTo>
                    <a:pt x="0" y="9363"/>
                    <a:pt x="344" y="9707"/>
                    <a:pt x="777" y="9707"/>
                  </a:cubicBezTo>
                  <a:lnTo>
                    <a:pt x="1456" y="970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3"/>
            <p:cNvSpPr/>
            <p:nvPr/>
          </p:nvSpPr>
          <p:spPr>
            <a:xfrm>
              <a:off x="1483774" y="1876996"/>
              <a:ext cx="714650" cy="175586"/>
            </a:xfrm>
            <a:custGeom>
              <a:avLst/>
              <a:gdLst/>
              <a:ahLst/>
              <a:cxnLst/>
              <a:rect l="l" t="t" r="r" b="b"/>
              <a:pathLst>
                <a:path w="12894" h="3168" extrusionOk="0">
                  <a:moveTo>
                    <a:pt x="1427" y="1"/>
                  </a:moveTo>
                  <a:lnTo>
                    <a:pt x="1" y="138"/>
                  </a:lnTo>
                  <a:lnTo>
                    <a:pt x="11025" y="3167"/>
                  </a:lnTo>
                  <a:lnTo>
                    <a:pt x="12894" y="295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3"/>
            <p:cNvSpPr/>
            <p:nvPr/>
          </p:nvSpPr>
          <p:spPr>
            <a:xfrm>
              <a:off x="1618956" y="2356700"/>
              <a:ext cx="1726378" cy="1725768"/>
            </a:xfrm>
            <a:custGeom>
              <a:avLst/>
              <a:gdLst/>
              <a:ahLst/>
              <a:cxnLst/>
              <a:rect l="l" t="t" r="r" b="b"/>
              <a:pathLst>
                <a:path w="31148" h="31137" extrusionOk="0">
                  <a:moveTo>
                    <a:pt x="29210" y="3796"/>
                  </a:moveTo>
                  <a:lnTo>
                    <a:pt x="18913" y="20152"/>
                  </a:lnTo>
                  <a:lnTo>
                    <a:pt x="8055" y="4052"/>
                  </a:lnTo>
                  <a:lnTo>
                    <a:pt x="29210" y="3796"/>
                  </a:lnTo>
                  <a:close/>
                  <a:moveTo>
                    <a:pt x="1328" y="1711"/>
                  </a:moveTo>
                  <a:lnTo>
                    <a:pt x="6934" y="4052"/>
                  </a:lnTo>
                  <a:lnTo>
                    <a:pt x="7436" y="4052"/>
                  </a:lnTo>
                  <a:lnTo>
                    <a:pt x="18608" y="20643"/>
                  </a:lnTo>
                  <a:lnTo>
                    <a:pt x="16415" y="24105"/>
                  </a:lnTo>
                  <a:lnTo>
                    <a:pt x="1328" y="1711"/>
                  </a:lnTo>
                  <a:close/>
                  <a:moveTo>
                    <a:pt x="1" y="0"/>
                  </a:moveTo>
                  <a:lnTo>
                    <a:pt x="1" y="1161"/>
                  </a:lnTo>
                  <a:lnTo>
                    <a:pt x="443" y="1348"/>
                  </a:lnTo>
                  <a:lnTo>
                    <a:pt x="16110" y="24587"/>
                  </a:lnTo>
                  <a:lnTo>
                    <a:pt x="12156" y="30862"/>
                  </a:lnTo>
                  <a:lnTo>
                    <a:pt x="12599" y="31137"/>
                  </a:lnTo>
                  <a:lnTo>
                    <a:pt x="16435" y="25059"/>
                  </a:lnTo>
                  <a:lnTo>
                    <a:pt x="18618" y="28295"/>
                  </a:lnTo>
                  <a:lnTo>
                    <a:pt x="19051" y="28009"/>
                  </a:lnTo>
                  <a:lnTo>
                    <a:pt x="16739" y="24577"/>
                  </a:lnTo>
                  <a:lnTo>
                    <a:pt x="18923" y="21105"/>
                  </a:lnTo>
                  <a:lnTo>
                    <a:pt x="25394" y="30704"/>
                  </a:lnTo>
                  <a:lnTo>
                    <a:pt x="25827" y="30419"/>
                  </a:lnTo>
                  <a:lnTo>
                    <a:pt x="19228" y="20624"/>
                  </a:lnTo>
                  <a:lnTo>
                    <a:pt x="29830" y="3787"/>
                  </a:lnTo>
                  <a:lnTo>
                    <a:pt x="31147" y="3767"/>
                  </a:lnTo>
                  <a:lnTo>
                    <a:pt x="31059" y="26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3"/>
            <p:cNvSpPr/>
            <p:nvPr/>
          </p:nvSpPr>
          <p:spPr>
            <a:xfrm>
              <a:off x="1618956" y="2346890"/>
              <a:ext cx="1721445" cy="161952"/>
            </a:xfrm>
            <a:custGeom>
              <a:avLst/>
              <a:gdLst/>
              <a:ahLst/>
              <a:cxnLst/>
              <a:rect l="l" t="t" r="r" b="b"/>
              <a:pathLst>
                <a:path w="31059" h="2922" extrusionOk="0">
                  <a:moveTo>
                    <a:pt x="20988" y="0"/>
                  </a:moveTo>
                  <a:lnTo>
                    <a:pt x="1" y="177"/>
                  </a:lnTo>
                  <a:lnTo>
                    <a:pt x="6924" y="2921"/>
                  </a:lnTo>
                  <a:lnTo>
                    <a:pt x="31059" y="2833"/>
                  </a:lnTo>
                  <a:lnTo>
                    <a:pt x="20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3"/>
            <p:cNvSpPr/>
            <p:nvPr/>
          </p:nvSpPr>
          <p:spPr>
            <a:xfrm>
              <a:off x="2600151" y="1892237"/>
              <a:ext cx="820955" cy="188112"/>
            </a:xfrm>
            <a:custGeom>
              <a:avLst/>
              <a:gdLst/>
              <a:ahLst/>
              <a:cxnLst/>
              <a:rect l="l" t="t" r="r" b="b"/>
              <a:pathLst>
                <a:path w="14812" h="3394" extrusionOk="0">
                  <a:moveTo>
                    <a:pt x="1633" y="1"/>
                  </a:moveTo>
                  <a:lnTo>
                    <a:pt x="0" y="158"/>
                  </a:lnTo>
                  <a:lnTo>
                    <a:pt x="12717" y="3374"/>
                  </a:lnTo>
                  <a:lnTo>
                    <a:pt x="14811" y="3394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1568242" y="1257786"/>
              <a:ext cx="1289795" cy="538066"/>
            </a:xfrm>
            <a:custGeom>
              <a:avLst/>
              <a:gdLst/>
              <a:ahLst/>
              <a:cxnLst/>
              <a:rect l="l" t="t" r="r" b="b"/>
              <a:pathLst>
                <a:path w="23271" h="9708" extrusionOk="0">
                  <a:moveTo>
                    <a:pt x="1073" y="0"/>
                  </a:moveTo>
                  <a:cubicBezTo>
                    <a:pt x="965" y="0"/>
                    <a:pt x="866" y="30"/>
                    <a:pt x="778" y="79"/>
                  </a:cubicBezTo>
                  <a:cubicBezTo>
                    <a:pt x="296" y="354"/>
                    <a:pt x="1" y="876"/>
                    <a:pt x="1" y="1426"/>
                  </a:cubicBezTo>
                  <a:lnTo>
                    <a:pt x="30" y="8684"/>
                  </a:lnTo>
                  <a:cubicBezTo>
                    <a:pt x="30" y="8852"/>
                    <a:pt x="99" y="9009"/>
                    <a:pt x="227" y="9117"/>
                  </a:cubicBezTo>
                  <a:lnTo>
                    <a:pt x="719" y="9560"/>
                  </a:lnTo>
                  <a:cubicBezTo>
                    <a:pt x="827" y="9658"/>
                    <a:pt x="965" y="9707"/>
                    <a:pt x="1112" y="9707"/>
                  </a:cubicBezTo>
                  <a:lnTo>
                    <a:pt x="22680" y="9707"/>
                  </a:lnTo>
                  <a:cubicBezTo>
                    <a:pt x="23014" y="9707"/>
                    <a:pt x="23270" y="9442"/>
                    <a:pt x="23270" y="9117"/>
                  </a:cubicBezTo>
                  <a:lnTo>
                    <a:pt x="23270" y="590"/>
                  </a:lnTo>
                  <a:cubicBezTo>
                    <a:pt x="23270" y="266"/>
                    <a:pt x="23005" y="0"/>
                    <a:pt x="22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3040007" y="2722451"/>
              <a:ext cx="575699" cy="1311078"/>
            </a:xfrm>
            <a:custGeom>
              <a:avLst/>
              <a:gdLst/>
              <a:ahLst/>
              <a:cxnLst/>
              <a:rect l="l" t="t" r="r" b="b"/>
              <a:pathLst>
                <a:path w="10387" h="23655" extrusionOk="0">
                  <a:moveTo>
                    <a:pt x="4171" y="0"/>
                  </a:moveTo>
                  <a:lnTo>
                    <a:pt x="1" y="22010"/>
                  </a:lnTo>
                  <a:cubicBezTo>
                    <a:pt x="1978" y="23220"/>
                    <a:pt x="3856" y="23623"/>
                    <a:pt x="5479" y="23653"/>
                  </a:cubicBezTo>
                  <a:cubicBezTo>
                    <a:pt x="5550" y="23654"/>
                    <a:pt x="5621" y="23655"/>
                    <a:pt x="5691" y="23655"/>
                  </a:cubicBezTo>
                  <a:cubicBezTo>
                    <a:pt x="8468" y="23655"/>
                    <a:pt x="10386" y="22541"/>
                    <a:pt x="10386" y="22541"/>
                  </a:cubicBezTo>
                  <a:lnTo>
                    <a:pt x="64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3040007" y="2722451"/>
              <a:ext cx="303674" cy="1310968"/>
            </a:xfrm>
            <a:custGeom>
              <a:avLst/>
              <a:gdLst/>
              <a:ahLst/>
              <a:cxnLst/>
              <a:rect l="l" t="t" r="r" b="b"/>
              <a:pathLst>
                <a:path w="5479" h="23653" extrusionOk="0">
                  <a:moveTo>
                    <a:pt x="4171" y="0"/>
                  </a:moveTo>
                  <a:lnTo>
                    <a:pt x="1" y="22010"/>
                  </a:lnTo>
                  <a:cubicBezTo>
                    <a:pt x="1978" y="23210"/>
                    <a:pt x="3856" y="23623"/>
                    <a:pt x="5479" y="23653"/>
                  </a:cubicBezTo>
                  <a:lnTo>
                    <a:pt x="4967" y="69"/>
                  </a:lnTo>
                  <a:lnTo>
                    <a:pt x="4967" y="0"/>
                  </a:ln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3036238" y="3180318"/>
              <a:ext cx="181018" cy="351616"/>
            </a:xfrm>
            <a:custGeom>
              <a:avLst/>
              <a:gdLst/>
              <a:ahLst/>
              <a:cxnLst/>
              <a:rect l="l" t="t" r="r" b="b"/>
              <a:pathLst>
                <a:path w="3266" h="6344" fill="none" extrusionOk="0">
                  <a:moveTo>
                    <a:pt x="3265" y="0"/>
                  </a:moveTo>
                  <a:lnTo>
                    <a:pt x="2370" y="10"/>
                  </a:lnTo>
                  <a:cubicBezTo>
                    <a:pt x="1308" y="30"/>
                    <a:pt x="433" y="836"/>
                    <a:pt x="325" y="1889"/>
                  </a:cubicBezTo>
                  <a:lnTo>
                    <a:pt x="108" y="3993"/>
                  </a:lnTo>
                  <a:cubicBezTo>
                    <a:pt x="0" y="5154"/>
                    <a:pt x="856" y="6186"/>
                    <a:pt x="2026" y="6285"/>
                  </a:cubicBezTo>
                  <a:lnTo>
                    <a:pt x="2734" y="6344"/>
                  </a:ln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3047655" y="3895469"/>
              <a:ext cx="555525" cy="84024"/>
            </a:xfrm>
            <a:custGeom>
              <a:avLst/>
              <a:gdLst/>
              <a:ahLst/>
              <a:cxnLst/>
              <a:rect l="l" t="t" r="r" b="b"/>
              <a:pathLst>
                <a:path w="10023" h="1516" fill="none" extrusionOk="0">
                  <a:moveTo>
                    <a:pt x="1" y="1"/>
                  </a:moveTo>
                  <a:cubicBezTo>
                    <a:pt x="1" y="1"/>
                    <a:pt x="2440" y="1515"/>
                    <a:pt x="5282" y="1515"/>
                  </a:cubicBezTo>
                  <a:cubicBezTo>
                    <a:pt x="8075" y="1515"/>
                    <a:pt x="10022" y="443"/>
                    <a:pt x="10022" y="443"/>
                  </a:cubicBez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3"/>
            <p:cNvSpPr/>
            <p:nvPr/>
          </p:nvSpPr>
          <p:spPr>
            <a:xfrm>
              <a:off x="3432030" y="3475180"/>
              <a:ext cx="95386" cy="226855"/>
            </a:xfrm>
            <a:custGeom>
              <a:avLst/>
              <a:gdLst/>
              <a:ahLst/>
              <a:cxnLst/>
              <a:rect l="l" t="t" r="r" b="b"/>
              <a:pathLst>
                <a:path w="1721" h="4093" extrusionOk="0">
                  <a:moveTo>
                    <a:pt x="694" y="0"/>
                  </a:moveTo>
                  <a:cubicBezTo>
                    <a:pt x="306" y="0"/>
                    <a:pt x="0" y="337"/>
                    <a:pt x="38" y="729"/>
                  </a:cubicBezTo>
                  <a:lnTo>
                    <a:pt x="304" y="3492"/>
                  </a:lnTo>
                  <a:cubicBezTo>
                    <a:pt x="334" y="3827"/>
                    <a:pt x="619" y="4092"/>
                    <a:pt x="963" y="4092"/>
                  </a:cubicBezTo>
                  <a:lnTo>
                    <a:pt x="1012" y="4092"/>
                  </a:lnTo>
                  <a:cubicBezTo>
                    <a:pt x="1406" y="4092"/>
                    <a:pt x="1720" y="3748"/>
                    <a:pt x="1671" y="3355"/>
                  </a:cubicBezTo>
                  <a:lnTo>
                    <a:pt x="1356" y="591"/>
                  </a:lnTo>
                  <a:cubicBezTo>
                    <a:pt x="1317" y="267"/>
                    <a:pt x="1051" y="21"/>
                    <a:pt x="727" y="1"/>
                  </a:cubicBezTo>
                  <a:cubicBezTo>
                    <a:pt x="716" y="0"/>
                    <a:pt x="705" y="0"/>
                    <a:pt x="694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3421056" y="3305413"/>
              <a:ext cx="72995" cy="125759"/>
            </a:xfrm>
            <a:custGeom>
              <a:avLst/>
              <a:gdLst/>
              <a:ahLst/>
              <a:cxnLst/>
              <a:rect l="l" t="t" r="r" b="b"/>
              <a:pathLst>
                <a:path w="1317" h="2269" extrusionOk="0">
                  <a:moveTo>
                    <a:pt x="574" y="1"/>
                  </a:moveTo>
                  <a:cubicBezTo>
                    <a:pt x="550" y="1"/>
                    <a:pt x="526" y="2"/>
                    <a:pt x="502" y="5"/>
                  </a:cubicBezTo>
                  <a:cubicBezTo>
                    <a:pt x="207" y="45"/>
                    <a:pt x="0" y="291"/>
                    <a:pt x="10" y="576"/>
                  </a:cubicBezTo>
                  <a:lnTo>
                    <a:pt x="20" y="1707"/>
                  </a:lnTo>
                  <a:cubicBezTo>
                    <a:pt x="30" y="2002"/>
                    <a:pt x="266" y="2248"/>
                    <a:pt x="561" y="2258"/>
                  </a:cubicBezTo>
                  <a:lnTo>
                    <a:pt x="679" y="2267"/>
                  </a:lnTo>
                  <a:cubicBezTo>
                    <a:pt x="690" y="2268"/>
                    <a:pt x="701" y="2268"/>
                    <a:pt x="711" y="2268"/>
                  </a:cubicBezTo>
                  <a:cubicBezTo>
                    <a:pt x="1050" y="2268"/>
                    <a:pt x="1317" y="1971"/>
                    <a:pt x="1269" y="1628"/>
                  </a:cubicBezTo>
                  <a:lnTo>
                    <a:pt x="1131" y="497"/>
                  </a:lnTo>
                  <a:cubicBezTo>
                    <a:pt x="1095" y="207"/>
                    <a:pt x="850" y="1"/>
                    <a:pt x="574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1542081" y="3202100"/>
              <a:ext cx="1055902" cy="902208"/>
            </a:xfrm>
            <a:custGeom>
              <a:avLst/>
              <a:gdLst/>
              <a:ahLst/>
              <a:cxnLst/>
              <a:rect l="l" t="t" r="r" b="b"/>
              <a:pathLst>
                <a:path w="19051" h="16278" extrusionOk="0">
                  <a:moveTo>
                    <a:pt x="1" y="1"/>
                  </a:moveTo>
                  <a:lnTo>
                    <a:pt x="1368" y="15195"/>
                  </a:lnTo>
                  <a:lnTo>
                    <a:pt x="5046" y="15835"/>
                  </a:lnTo>
                  <a:lnTo>
                    <a:pt x="18166" y="16277"/>
                  </a:lnTo>
                  <a:lnTo>
                    <a:pt x="19051" y="630"/>
                  </a:lnTo>
                  <a:lnTo>
                    <a:pt x="11763" y="2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3"/>
            <p:cNvSpPr/>
            <p:nvPr/>
          </p:nvSpPr>
          <p:spPr>
            <a:xfrm>
              <a:off x="1460329" y="2821108"/>
              <a:ext cx="1027025" cy="375061"/>
            </a:xfrm>
            <a:custGeom>
              <a:avLst/>
              <a:gdLst/>
              <a:ahLst/>
              <a:cxnLst/>
              <a:rect l="l" t="t" r="r" b="b"/>
              <a:pathLst>
                <a:path w="18530" h="6767" extrusionOk="0">
                  <a:moveTo>
                    <a:pt x="18156" y="0"/>
                  </a:moveTo>
                  <a:lnTo>
                    <a:pt x="1643" y="4446"/>
                  </a:lnTo>
                  <a:lnTo>
                    <a:pt x="1" y="5183"/>
                  </a:lnTo>
                  <a:lnTo>
                    <a:pt x="355" y="6767"/>
                  </a:lnTo>
                  <a:lnTo>
                    <a:pt x="18529" y="1702"/>
                  </a:lnTo>
                  <a:lnTo>
                    <a:pt x="18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3"/>
            <p:cNvSpPr/>
            <p:nvPr/>
          </p:nvSpPr>
          <p:spPr>
            <a:xfrm>
              <a:off x="1393043" y="2849468"/>
              <a:ext cx="1057010" cy="357048"/>
            </a:xfrm>
            <a:custGeom>
              <a:avLst/>
              <a:gdLst/>
              <a:ahLst/>
              <a:cxnLst/>
              <a:rect l="l" t="t" r="r" b="b"/>
              <a:pathLst>
                <a:path w="19071" h="6442" extrusionOk="0">
                  <a:moveTo>
                    <a:pt x="17162" y="0"/>
                  </a:moveTo>
                  <a:lnTo>
                    <a:pt x="15363" y="472"/>
                  </a:lnTo>
                  <a:lnTo>
                    <a:pt x="14133" y="1151"/>
                  </a:lnTo>
                  <a:lnTo>
                    <a:pt x="13278" y="1033"/>
                  </a:lnTo>
                  <a:lnTo>
                    <a:pt x="11399" y="1525"/>
                  </a:lnTo>
                  <a:lnTo>
                    <a:pt x="10091" y="2262"/>
                  </a:lnTo>
                  <a:lnTo>
                    <a:pt x="9304" y="2075"/>
                  </a:lnTo>
                  <a:lnTo>
                    <a:pt x="7613" y="2518"/>
                  </a:lnTo>
                  <a:lnTo>
                    <a:pt x="6216" y="3256"/>
                  </a:lnTo>
                  <a:lnTo>
                    <a:pt x="5518" y="3069"/>
                  </a:lnTo>
                  <a:lnTo>
                    <a:pt x="89" y="4505"/>
                  </a:lnTo>
                  <a:lnTo>
                    <a:pt x="1" y="6147"/>
                  </a:lnTo>
                  <a:lnTo>
                    <a:pt x="905" y="6442"/>
                  </a:lnTo>
                  <a:lnTo>
                    <a:pt x="4171" y="5518"/>
                  </a:lnTo>
                  <a:lnTo>
                    <a:pt x="5626" y="4839"/>
                  </a:lnTo>
                  <a:lnTo>
                    <a:pt x="6305" y="4918"/>
                  </a:lnTo>
                  <a:lnTo>
                    <a:pt x="7996" y="4446"/>
                  </a:lnTo>
                  <a:lnTo>
                    <a:pt x="9472" y="3816"/>
                  </a:lnTo>
                  <a:lnTo>
                    <a:pt x="10131" y="3846"/>
                  </a:lnTo>
                  <a:lnTo>
                    <a:pt x="12009" y="3315"/>
                  </a:lnTo>
                  <a:lnTo>
                    <a:pt x="13710" y="2272"/>
                  </a:lnTo>
                  <a:lnTo>
                    <a:pt x="14143" y="2715"/>
                  </a:lnTo>
                  <a:lnTo>
                    <a:pt x="15943" y="2213"/>
                  </a:lnTo>
                  <a:lnTo>
                    <a:pt x="17231" y="1426"/>
                  </a:lnTo>
                  <a:lnTo>
                    <a:pt x="18077" y="1603"/>
                  </a:lnTo>
                  <a:lnTo>
                    <a:pt x="19070" y="1328"/>
                  </a:lnTo>
                  <a:lnTo>
                    <a:pt x="18815" y="256"/>
                  </a:lnTo>
                  <a:lnTo>
                    <a:pt x="17792" y="590"/>
                  </a:lnTo>
                  <a:lnTo>
                    <a:pt x="171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1336343" y="3181963"/>
              <a:ext cx="1197623" cy="922327"/>
            </a:xfrm>
            <a:custGeom>
              <a:avLst/>
              <a:gdLst/>
              <a:ahLst/>
              <a:cxnLst/>
              <a:rect l="l" t="t" r="r" b="b"/>
              <a:pathLst>
                <a:path w="21608" h="16641" extrusionOk="0">
                  <a:moveTo>
                    <a:pt x="1034" y="0"/>
                  </a:moveTo>
                  <a:lnTo>
                    <a:pt x="1" y="15815"/>
                  </a:lnTo>
                  <a:lnTo>
                    <a:pt x="20841" y="16641"/>
                  </a:lnTo>
                  <a:lnTo>
                    <a:pt x="21460" y="5036"/>
                  </a:lnTo>
                  <a:lnTo>
                    <a:pt x="21510" y="4013"/>
                  </a:lnTo>
                  <a:lnTo>
                    <a:pt x="21608" y="2312"/>
                  </a:lnTo>
                  <a:lnTo>
                    <a:pt x="21401" y="1299"/>
                  </a:lnTo>
                  <a:lnTo>
                    <a:pt x="20251" y="817"/>
                  </a:lnTo>
                  <a:lnTo>
                    <a:pt x="18559" y="748"/>
                  </a:lnTo>
                  <a:lnTo>
                    <a:pt x="18195" y="1466"/>
                  </a:lnTo>
                  <a:lnTo>
                    <a:pt x="16533" y="659"/>
                  </a:lnTo>
                  <a:lnTo>
                    <a:pt x="14851" y="591"/>
                  </a:lnTo>
                  <a:lnTo>
                    <a:pt x="14517" y="1240"/>
                  </a:lnTo>
                  <a:lnTo>
                    <a:pt x="12835" y="502"/>
                  </a:lnTo>
                  <a:lnTo>
                    <a:pt x="10888" y="414"/>
                  </a:lnTo>
                  <a:lnTo>
                    <a:pt x="10711" y="1348"/>
                  </a:lnTo>
                  <a:lnTo>
                    <a:pt x="8872" y="335"/>
                  </a:lnTo>
                  <a:lnTo>
                    <a:pt x="7023" y="256"/>
                  </a:lnTo>
                  <a:lnTo>
                    <a:pt x="6393" y="777"/>
                  </a:lnTo>
                  <a:lnTo>
                    <a:pt x="4997" y="168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3"/>
            <p:cNvSpPr/>
            <p:nvPr/>
          </p:nvSpPr>
          <p:spPr>
            <a:xfrm>
              <a:off x="1587996" y="3693236"/>
              <a:ext cx="60469" cy="61189"/>
            </a:xfrm>
            <a:custGeom>
              <a:avLst/>
              <a:gdLst/>
              <a:ahLst/>
              <a:cxnLst/>
              <a:rect l="l" t="t" r="r" b="b"/>
              <a:pathLst>
                <a:path w="1091" h="1104" extrusionOk="0">
                  <a:moveTo>
                    <a:pt x="158" y="109"/>
                  </a:moveTo>
                  <a:lnTo>
                    <a:pt x="483" y="119"/>
                  </a:lnTo>
                  <a:cubicBezTo>
                    <a:pt x="489" y="118"/>
                    <a:pt x="495" y="118"/>
                    <a:pt x="501" y="118"/>
                  </a:cubicBezTo>
                  <a:cubicBezTo>
                    <a:pt x="1090" y="118"/>
                    <a:pt x="1069" y="1007"/>
                    <a:pt x="506" y="1007"/>
                  </a:cubicBezTo>
                  <a:cubicBezTo>
                    <a:pt x="486" y="1007"/>
                    <a:pt x="465" y="1006"/>
                    <a:pt x="443" y="1004"/>
                  </a:cubicBezTo>
                  <a:lnTo>
                    <a:pt x="119" y="994"/>
                  </a:lnTo>
                  <a:lnTo>
                    <a:pt x="158" y="109"/>
                  </a:lnTo>
                  <a:close/>
                  <a:moveTo>
                    <a:pt x="50" y="1"/>
                  </a:moveTo>
                  <a:lnTo>
                    <a:pt x="1" y="1082"/>
                  </a:lnTo>
                  <a:lnTo>
                    <a:pt x="443" y="1102"/>
                  </a:lnTo>
                  <a:cubicBezTo>
                    <a:pt x="458" y="1103"/>
                    <a:pt x="473" y="1103"/>
                    <a:pt x="487" y="1103"/>
                  </a:cubicBezTo>
                  <a:cubicBezTo>
                    <a:pt x="817" y="1103"/>
                    <a:pt x="1034" y="892"/>
                    <a:pt x="1053" y="591"/>
                  </a:cubicBezTo>
                  <a:cubicBezTo>
                    <a:pt x="1063" y="266"/>
                    <a:pt x="837" y="30"/>
                    <a:pt x="492" y="20"/>
                  </a:cubicBezTo>
                  <a:lnTo>
                    <a:pt x="5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3"/>
            <p:cNvSpPr/>
            <p:nvPr/>
          </p:nvSpPr>
          <p:spPr>
            <a:xfrm>
              <a:off x="1665425" y="3696506"/>
              <a:ext cx="9311" cy="60025"/>
            </a:xfrm>
            <a:custGeom>
              <a:avLst/>
              <a:gdLst/>
              <a:ahLst/>
              <a:cxnLst/>
              <a:rect l="l" t="t" r="r" b="b"/>
              <a:pathLst>
                <a:path w="168" h="1083" extrusionOk="0">
                  <a:moveTo>
                    <a:pt x="49" y="1"/>
                  </a:moveTo>
                  <a:lnTo>
                    <a:pt x="0" y="1082"/>
                  </a:lnTo>
                  <a:lnTo>
                    <a:pt x="118" y="108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1698126" y="3698169"/>
              <a:ext cx="49661" cy="62187"/>
            </a:xfrm>
            <a:custGeom>
              <a:avLst/>
              <a:gdLst/>
              <a:ahLst/>
              <a:cxnLst/>
              <a:rect l="l" t="t" r="r" b="b"/>
              <a:pathLst>
                <a:path w="896" h="1122" extrusionOk="0">
                  <a:moveTo>
                    <a:pt x="158" y="98"/>
                  </a:moveTo>
                  <a:lnTo>
                    <a:pt x="443" y="108"/>
                  </a:lnTo>
                  <a:cubicBezTo>
                    <a:pt x="659" y="118"/>
                    <a:pt x="777" y="226"/>
                    <a:pt x="767" y="393"/>
                  </a:cubicBezTo>
                  <a:cubicBezTo>
                    <a:pt x="758" y="556"/>
                    <a:pt x="659" y="652"/>
                    <a:pt x="476" y="652"/>
                  </a:cubicBezTo>
                  <a:cubicBezTo>
                    <a:pt x="459" y="652"/>
                    <a:pt x="442" y="651"/>
                    <a:pt x="423" y="649"/>
                  </a:cubicBezTo>
                  <a:lnTo>
                    <a:pt x="138" y="639"/>
                  </a:lnTo>
                  <a:lnTo>
                    <a:pt x="158" y="98"/>
                  </a:lnTo>
                  <a:close/>
                  <a:moveTo>
                    <a:pt x="49" y="0"/>
                  </a:moveTo>
                  <a:lnTo>
                    <a:pt x="0" y="1082"/>
                  </a:lnTo>
                  <a:lnTo>
                    <a:pt x="118" y="1082"/>
                  </a:lnTo>
                  <a:lnTo>
                    <a:pt x="128" y="738"/>
                  </a:lnTo>
                  <a:lnTo>
                    <a:pt x="423" y="747"/>
                  </a:lnTo>
                  <a:lnTo>
                    <a:pt x="512" y="747"/>
                  </a:lnTo>
                  <a:lnTo>
                    <a:pt x="748" y="1111"/>
                  </a:lnTo>
                  <a:lnTo>
                    <a:pt x="866" y="1121"/>
                  </a:lnTo>
                  <a:lnTo>
                    <a:pt x="620" y="738"/>
                  </a:lnTo>
                  <a:cubicBezTo>
                    <a:pt x="777" y="698"/>
                    <a:pt x="885" y="561"/>
                    <a:pt x="885" y="403"/>
                  </a:cubicBezTo>
                  <a:cubicBezTo>
                    <a:pt x="895" y="167"/>
                    <a:pt x="728" y="30"/>
                    <a:pt x="453" y="10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1766798" y="3700330"/>
              <a:ext cx="43675" cy="62187"/>
            </a:xfrm>
            <a:custGeom>
              <a:avLst/>
              <a:gdLst/>
              <a:ahLst/>
              <a:cxnLst/>
              <a:rect l="l" t="t" r="r" b="b"/>
              <a:pathLst>
                <a:path w="788" h="1122" extrusionOk="0">
                  <a:moveTo>
                    <a:pt x="50" y="0"/>
                  </a:moveTo>
                  <a:lnTo>
                    <a:pt x="1" y="1092"/>
                  </a:lnTo>
                  <a:lnTo>
                    <a:pt x="768" y="1122"/>
                  </a:lnTo>
                  <a:lnTo>
                    <a:pt x="768" y="1023"/>
                  </a:lnTo>
                  <a:lnTo>
                    <a:pt x="119" y="994"/>
                  </a:lnTo>
                  <a:lnTo>
                    <a:pt x="138" y="590"/>
                  </a:lnTo>
                  <a:lnTo>
                    <a:pt x="699" y="610"/>
                  </a:lnTo>
                  <a:lnTo>
                    <a:pt x="699" y="522"/>
                  </a:lnTo>
                  <a:lnTo>
                    <a:pt x="138" y="492"/>
                  </a:lnTo>
                  <a:lnTo>
                    <a:pt x="158" y="109"/>
                  </a:lnTo>
                  <a:lnTo>
                    <a:pt x="787" y="138"/>
                  </a:lnTo>
                  <a:lnTo>
                    <a:pt x="787" y="4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3"/>
            <p:cNvSpPr/>
            <p:nvPr/>
          </p:nvSpPr>
          <p:spPr>
            <a:xfrm>
              <a:off x="1823997" y="3703545"/>
              <a:ext cx="56755" cy="61245"/>
            </a:xfrm>
            <a:custGeom>
              <a:avLst/>
              <a:gdLst/>
              <a:ahLst/>
              <a:cxnLst/>
              <a:rect l="l" t="t" r="r" b="b"/>
              <a:pathLst>
                <a:path w="1024" h="1105" extrusionOk="0">
                  <a:moveTo>
                    <a:pt x="594" y="0"/>
                  </a:moveTo>
                  <a:cubicBezTo>
                    <a:pt x="296" y="0"/>
                    <a:pt x="50" y="230"/>
                    <a:pt x="41" y="532"/>
                  </a:cubicBezTo>
                  <a:cubicBezTo>
                    <a:pt x="21" y="847"/>
                    <a:pt x="277" y="1103"/>
                    <a:pt x="581" y="1103"/>
                  </a:cubicBezTo>
                  <a:cubicBezTo>
                    <a:pt x="595" y="1104"/>
                    <a:pt x="608" y="1104"/>
                    <a:pt x="620" y="1104"/>
                  </a:cubicBezTo>
                  <a:cubicBezTo>
                    <a:pt x="762" y="1104"/>
                    <a:pt x="885" y="1055"/>
                    <a:pt x="985" y="955"/>
                  </a:cubicBezTo>
                  <a:lnTo>
                    <a:pt x="916" y="887"/>
                  </a:lnTo>
                  <a:cubicBezTo>
                    <a:pt x="844" y="959"/>
                    <a:pt x="739" y="1006"/>
                    <a:pt x="624" y="1006"/>
                  </a:cubicBezTo>
                  <a:cubicBezTo>
                    <a:pt x="613" y="1006"/>
                    <a:pt x="602" y="1005"/>
                    <a:pt x="591" y="1005"/>
                  </a:cubicBezTo>
                  <a:cubicBezTo>
                    <a:pt x="1" y="985"/>
                    <a:pt x="30" y="109"/>
                    <a:pt x="602" y="109"/>
                  </a:cubicBezTo>
                  <a:cubicBezTo>
                    <a:pt x="611" y="109"/>
                    <a:pt x="621" y="109"/>
                    <a:pt x="631" y="110"/>
                  </a:cubicBezTo>
                  <a:cubicBezTo>
                    <a:pt x="749" y="110"/>
                    <a:pt x="867" y="159"/>
                    <a:pt x="945" y="247"/>
                  </a:cubicBezTo>
                  <a:lnTo>
                    <a:pt x="1024" y="178"/>
                  </a:lnTo>
                  <a:cubicBezTo>
                    <a:pt x="926" y="70"/>
                    <a:pt x="778" y="1"/>
                    <a:pt x="631" y="1"/>
                  </a:cubicBezTo>
                  <a:cubicBezTo>
                    <a:pt x="618" y="1"/>
                    <a:pt x="606" y="0"/>
                    <a:pt x="59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3"/>
            <p:cNvSpPr/>
            <p:nvPr/>
          </p:nvSpPr>
          <p:spPr>
            <a:xfrm>
              <a:off x="1890563" y="3705762"/>
              <a:ext cx="48552" cy="61134"/>
            </a:xfrm>
            <a:custGeom>
              <a:avLst/>
              <a:gdLst/>
              <a:ahLst/>
              <a:cxnLst/>
              <a:rect l="l" t="t" r="r" b="b"/>
              <a:pathLst>
                <a:path w="876" h="1103" extrusionOk="0">
                  <a:moveTo>
                    <a:pt x="0" y="1"/>
                  </a:moveTo>
                  <a:lnTo>
                    <a:pt x="0" y="99"/>
                  </a:lnTo>
                  <a:lnTo>
                    <a:pt x="384" y="109"/>
                  </a:lnTo>
                  <a:lnTo>
                    <a:pt x="344" y="1102"/>
                  </a:lnTo>
                  <a:lnTo>
                    <a:pt x="452" y="1102"/>
                  </a:lnTo>
                  <a:lnTo>
                    <a:pt x="492" y="119"/>
                  </a:lnTo>
                  <a:lnTo>
                    <a:pt x="875" y="129"/>
                  </a:lnTo>
                  <a:lnTo>
                    <a:pt x="875" y="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1946654" y="3706704"/>
              <a:ext cx="75544" cy="63462"/>
            </a:xfrm>
            <a:custGeom>
              <a:avLst/>
              <a:gdLst/>
              <a:ahLst/>
              <a:cxnLst/>
              <a:rect l="l" t="t" r="r" b="b"/>
              <a:pathLst>
                <a:path w="1363" h="1145" extrusionOk="0">
                  <a:moveTo>
                    <a:pt x="605" y="128"/>
                  </a:moveTo>
                  <a:cubicBezTo>
                    <a:pt x="848" y="128"/>
                    <a:pt x="1077" y="323"/>
                    <a:pt x="1063" y="603"/>
                  </a:cubicBezTo>
                  <a:cubicBezTo>
                    <a:pt x="1054" y="847"/>
                    <a:pt x="857" y="1037"/>
                    <a:pt x="625" y="1037"/>
                  </a:cubicBezTo>
                  <a:cubicBezTo>
                    <a:pt x="614" y="1037"/>
                    <a:pt x="602" y="1037"/>
                    <a:pt x="591" y="1036"/>
                  </a:cubicBezTo>
                  <a:cubicBezTo>
                    <a:pt x="178" y="1026"/>
                    <a:pt x="1" y="525"/>
                    <a:pt x="296" y="249"/>
                  </a:cubicBezTo>
                  <a:cubicBezTo>
                    <a:pt x="389" y="165"/>
                    <a:pt x="498" y="128"/>
                    <a:pt x="605" y="128"/>
                  </a:cubicBezTo>
                  <a:close/>
                  <a:moveTo>
                    <a:pt x="611" y="0"/>
                  </a:moveTo>
                  <a:cubicBezTo>
                    <a:pt x="320" y="0"/>
                    <a:pt x="40" y="223"/>
                    <a:pt x="40" y="564"/>
                  </a:cubicBezTo>
                  <a:cubicBezTo>
                    <a:pt x="21" y="879"/>
                    <a:pt x="267" y="1144"/>
                    <a:pt x="581" y="1144"/>
                  </a:cubicBezTo>
                  <a:cubicBezTo>
                    <a:pt x="589" y="1145"/>
                    <a:pt x="597" y="1145"/>
                    <a:pt x="605" y="1145"/>
                  </a:cubicBezTo>
                  <a:cubicBezTo>
                    <a:pt x="1101" y="1145"/>
                    <a:pt x="1363" y="539"/>
                    <a:pt x="1024" y="180"/>
                  </a:cubicBezTo>
                  <a:cubicBezTo>
                    <a:pt x="906" y="56"/>
                    <a:pt x="757" y="0"/>
                    <a:pt x="611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2031177" y="3711748"/>
              <a:ext cx="49661" cy="62242"/>
            </a:xfrm>
            <a:custGeom>
              <a:avLst/>
              <a:gdLst/>
              <a:ahLst/>
              <a:cxnLst/>
              <a:rect l="l" t="t" r="r" b="b"/>
              <a:pathLst>
                <a:path w="896" h="1123" extrusionOk="0">
                  <a:moveTo>
                    <a:pt x="158" y="99"/>
                  </a:moveTo>
                  <a:lnTo>
                    <a:pt x="443" y="109"/>
                  </a:lnTo>
                  <a:cubicBezTo>
                    <a:pt x="659" y="119"/>
                    <a:pt x="767" y="227"/>
                    <a:pt x="767" y="394"/>
                  </a:cubicBezTo>
                  <a:cubicBezTo>
                    <a:pt x="758" y="556"/>
                    <a:pt x="659" y="652"/>
                    <a:pt x="476" y="652"/>
                  </a:cubicBezTo>
                  <a:cubicBezTo>
                    <a:pt x="459" y="652"/>
                    <a:pt x="442" y="652"/>
                    <a:pt x="423" y="650"/>
                  </a:cubicBezTo>
                  <a:lnTo>
                    <a:pt x="138" y="640"/>
                  </a:lnTo>
                  <a:lnTo>
                    <a:pt x="158" y="99"/>
                  </a:lnTo>
                  <a:close/>
                  <a:moveTo>
                    <a:pt x="50" y="1"/>
                  </a:moveTo>
                  <a:lnTo>
                    <a:pt x="0" y="1083"/>
                  </a:lnTo>
                  <a:lnTo>
                    <a:pt x="118" y="1083"/>
                  </a:lnTo>
                  <a:lnTo>
                    <a:pt x="138" y="739"/>
                  </a:lnTo>
                  <a:lnTo>
                    <a:pt x="423" y="748"/>
                  </a:lnTo>
                  <a:lnTo>
                    <a:pt x="512" y="748"/>
                  </a:lnTo>
                  <a:lnTo>
                    <a:pt x="748" y="1112"/>
                  </a:lnTo>
                  <a:lnTo>
                    <a:pt x="866" y="1122"/>
                  </a:lnTo>
                  <a:lnTo>
                    <a:pt x="866" y="1122"/>
                  </a:lnTo>
                  <a:lnTo>
                    <a:pt x="620" y="739"/>
                  </a:lnTo>
                  <a:cubicBezTo>
                    <a:pt x="777" y="699"/>
                    <a:pt x="886" y="562"/>
                    <a:pt x="886" y="404"/>
                  </a:cubicBezTo>
                  <a:cubicBezTo>
                    <a:pt x="895" y="168"/>
                    <a:pt x="728" y="30"/>
                    <a:pt x="453" y="11"/>
                  </a:cubicBezTo>
                  <a:lnTo>
                    <a:pt x="5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3"/>
            <p:cNvSpPr/>
            <p:nvPr/>
          </p:nvSpPr>
          <p:spPr>
            <a:xfrm>
              <a:off x="1477788" y="3435939"/>
              <a:ext cx="933800" cy="32756"/>
            </a:xfrm>
            <a:custGeom>
              <a:avLst/>
              <a:gdLst/>
              <a:ahLst/>
              <a:cxnLst/>
              <a:rect l="l" t="t" r="r" b="b"/>
              <a:pathLst>
                <a:path w="16848" h="591" fill="none" extrusionOk="0">
                  <a:moveTo>
                    <a:pt x="0" y="1"/>
                  </a:moveTo>
                  <a:lnTo>
                    <a:pt x="16847" y="591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1475072" y="3614187"/>
              <a:ext cx="957245" cy="34973"/>
            </a:xfrm>
            <a:custGeom>
              <a:avLst/>
              <a:gdLst/>
              <a:ahLst/>
              <a:cxnLst/>
              <a:rect l="l" t="t" r="r" b="b"/>
              <a:pathLst>
                <a:path w="17271" h="631" fill="none" extrusionOk="0">
                  <a:moveTo>
                    <a:pt x="0" y="1"/>
                  </a:moveTo>
                  <a:lnTo>
                    <a:pt x="17270" y="630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>
              <a:off x="1803744" y="3449574"/>
              <a:ext cx="9866" cy="178302"/>
            </a:xfrm>
            <a:custGeom>
              <a:avLst/>
              <a:gdLst/>
              <a:ahLst/>
              <a:cxnLst/>
              <a:rect l="l" t="t" r="r" b="b"/>
              <a:pathLst>
                <a:path w="178" h="3217" fill="none" extrusionOk="0">
                  <a:moveTo>
                    <a:pt x="178" y="1"/>
                  </a:moveTo>
                  <a:lnTo>
                    <a:pt x="1" y="3217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2174429" y="3463208"/>
              <a:ext cx="8757" cy="177194"/>
            </a:xfrm>
            <a:custGeom>
              <a:avLst/>
              <a:gdLst/>
              <a:ahLst/>
              <a:cxnLst/>
              <a:rect l="l" t="t" r="r" b="b"/>
              <a:pathLst>
                <a:path w="158" h="3197" fill="none" extrusionOk="0">
                  <a:moveTo>
                    <a:pt x="158" y="1"/>
                  </a:moveTo>
                  <a:lnTo>
                    <a:pt x="0" y="3197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3"/>
            <p:cNvSpPr/>
            <p:nvPr/>
          </p:nvSpPr>
          <p:spPr>
            <a:xfrm>
              <a:off x="1461992" y="3816433"/>
              <a:ext cx="949042" cy="35472"/>
            </a:xfrm>
            <a:custGeom>
              <a:avLst/>
              <a:gdLst/>
              <a:ahLst/>
              <a:cxnLst/>
              <a:rect l="l" t="t" r="r" b="b"/>
              <a:pathLst>
                <a:path w="17123" h="640" fill="none" extrusionOk="0">
                  <a:moveTo>
                    <a:pt x="0" y="1"/>
                  </a:moveTo>
                  <a:lnTo>
                    <a:pt x="17123" y="640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3"/>
            <p:cNvSpPr/>
            <p:nvPr/>
          </p:nvSpPr>
          <p:spPr>
            <a:xfrm>
              <a:off x="1471802" y="3328581"/>
              <a:ext cx="1061333" cy="42566"/>
            </a:xfrm>
            <a:custGeom>
              <a:avLst/>
              <a:gdLst/>
              <a:ahLst/>
              <a:cxnLst/>
              <a:rect l="l" t="t" r="r" b="b"/>
              <a:pathLst>
                <a:path w="19149" h="768" fill="none" extrusionOk="0">
                  <a:moveTo>
                    <a:pt x="0" y="0"/>
                  </a:moveTo>
                  <a:lnTo>
                    <a:pt x="5036" y="197"/>
                  </a:lnTo>
                  <a:lnTo>
                    <a:pt x="7052" y="276"/>
                  </a:lnTo>
                  <a:lnTo>
                    <a:pt x="8901" y="355"/>
                  </a:lnTo>
                  <a:lnTo>
                    <a:pt x="10907" y="433"/>
                  </a:lnTo>
                  <a:lnTo>
                    <a:pt x="10907" y="433"/>
                  </a:lnTo>
                  <a:lnTo>
                    <a:pt x="12854" y="512"/>
                  </a:lnTo>
                  <a:lnTo>
                    <a:pt x="14861" y="591"/>
                  </a:lnTo>
                  <a:lnTo>
                    <a:pt x="16542" y="659"/>
                  </a:lnTo>
                  <a:lnTo>
                    <a:pt x="18558" y="738"/>
                  </a:lnTo>
                  <a:lnTo>
                    <a:pt x="19149" y="768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3"/>
            <p:cNvSpPr/>
            <p:nvPr/>
          </p:nvSpPr>
          <p:spPr>
            <a:xfrm>
              <a:off x="1617848" y="3192844"/>
              <a:ext cx="244812" cy="151033"/>
            </a:xfrm>
            <a:custGeom>
              <a:avLst/>
              <a:gdLst/>
              <a:ahLst/>
              <a:cxnLst/>
              <a:rect l="l" t="t" r="r" b="b"/>
              <a:pathLst>
                <a:path w="4417" h="2725" extrusionOk="0">
                  <a:moveTo>
                    <a:pt x="1" y="1"/>
                  </a:moveTo>
                  <a:lnTo>
                    <a:pt x="2401" y="2646"/>
                  </a:lnTo>
                  <a:lnTo>
                    <a:pt x="4417" y="2725"/>
                  </a:lnTo>
                  <a:lnTo>
                    <a:pt x="2027" y="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1832621" y="3202100"/>
              <a:ext cx="243704" cy="150534"/>
            </a:xfrm>
            <a:custGeom>
              <a:avLst/>
              <a:gdLst/>
              <a:ahLst/>
              <a:cxnLst/>
              <a:rect l="l" t="t" r="r" b="b"/>
              <a:pathLst>
                <a:path w="4397" h="2716" extrusionOk="0">
                  <a:moveTo>
                    <a:pt x="1" y="1"/>
                  </a:moveTo>
                  <a:lnTo>
                    <a:pt x="2391" y="2637"/>
                  </a:lnTo>
                  <a:lnTo>
                    <a:pt x="4397" y="2715"/>
                  </a:lnTo>
                  <a:lnTo>
                    <a:pt x="4397" y="2715"/>
                  </a:lnTo>
                  <a:lnTo>
                    <a:pt x="2017" y="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3"/>
            <p:cNvSpPr/>
            <p:nvPr/>
          </p:nvSpPr>
          <p:spPr>
            <a:xfrm>
              <a:off x="2052327" y="3211412"/>
              <a:ext cx="243149" cy="149925"/>
            </a:xfrm>
            <a:custGeom>
              <a:avLst/>
              <a:gdLst/>
              <a:ahLst/>
              <a:cxnLst/>
              <a:rect l="l" t="t" r="r" b="b"/>
              <a:pathLst>
                <a:path w="4387" h="2705" extrusionOk="0">
                  <a:moveTo>
                    <a:pt x="0" y="0"/>
                  </a:moveTo>
                  <a:lnTo>
                    <a:pt x="2380" y="2626"/>
                  </a:lnTo>
                  <a:lnTo>
                    <a:pt x="4387" y="2705"/>
                  </a:lnTo>
                  <a:lnTo>
                    <a:pt x="2016" y="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2257290" y="3220114"/>
              <a:ext cx="243149" cy="149426"/>
            </a:xfrm>
            <a:custGeom>
              <a:avLst/>
              <a:gdLst/>
              <a:ahLst/>
              <a:cxnLst/>
              <a:rect l="l" t="t" r="r" b="b"/>
              <a:pathLst>
                <a:path w="4387" h="2696" extrusionOk="0">
                  <a:moveTo>
                    <a:pt x="0" y="0"/>
                  </a:moveTo>
                  <a:lnTo>
                    <a:pt x="2370" y="2616"/>
                  </a:lnTo>
                  <a:lnTo>
                    <a:pt x="4386" y="2695"/>
                  </a:lnTo>
                  <a:lnTo>
                    <a:pt x="4386" y="2695"/>
                  </a:lnTo>
                  <a:lnTo>
                    <a:pt x="2026" y="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2463306" y="3228815"/>
              <a:ext cx="79091" cy="82916"/>
            </a:xfrm>
            <a:custGeom>
              <a:avLst/>
              <a:gdLst/>
              <a:ahLst/>
              <a:cxnLst/>
              <a:rect l="l" t="t" r="r" b="b"/>
              <a:pathLst>
                <a:path w="1427" h="1496" extrusionOk="0">
                  <a:moveTo>
                    <a:pt x="1" y="1"/>
                  </a:moveTo>
                  <a:lnTo>
                    <a:pt x="1358" y="1496"/>
                  </a:lnTo>
                  <a:lnTo>
                    <a:pt x="1427" y="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1628767" y="2990598"/>
              <a:ext cx="190828" cy="166330"/>
            </a:xfrm>
            <a:custGeom>
              <a:avLst/>
              <a:gdLst/>
              <a:ahLst/>
              <a:cxnLst/>
              <a:rect l="l" t="t" r="r" b="b"/>
              <a:pathLst>
                <a:path w="3443" h="3001" extrusionOk="0">
                  <a:moveTo>
                    <a:pt x="3443" y="1"/>
                  </a:moveTo>
                  <a:lnTo>
                    <a:pt x="1348" y="552"/>
                  </a:lnTo>
                  <a:lnTo>
                    <a:pt x="1" y="3001"/>
                  </a:lnTo>
                  <a:lnTo>
                    <a:pt x="2135" y="2401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1840824" y="2935561"/>
              <a:ext cx="188667" cy="161952"/>
            </a:xfrm>
            <a:custGeom>
              <a:avLst/>
              <a:gdLst/>
              <a:ahLst/>
              <a:cxnLst/>
              <a:rect l="l" t="t" r="r" b="b"/>
              <a:pathLst>
                <a:path w="3404" h="2922" extrusionOk="0">
                  <a:moveTo>
                    <a:pt x="3403" y="1"/>
                  </a:moveTo>
                  <a:lnTo>
                    <a:pt x="1308" y="551"/>
                  </a:lnTo>
                  <a:lnTo>
                    <a:pt x="0" y="2922"/>
                  </a:lnTo>
                  <a:lnTo>
                    <a:pt x="0" y="2922"/>
                  </a:lnTo>
                  <a:lnTo>
                    <a:pt x="2135" y="232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2063191" y="2877254"/>
              <a:ext cx="185951" cy="157573"/>
            </a:xfrm>
            <a:custGeom>
              <a:avLst/>
              <a:gdLst/>
              <a:ahLst/>
              <a:cxnLst/>
              <a:rect l="l" t="t" r="r" b="b"/>
              <a:pathLst>
                <a:path w="3355" h="2843" extrusionOk="0">
                  <a:moveTo>
                    <a:pt x="3355" y="0"/>
                  </a:moveTo>
                  <a:lnTo>
                    <a:pt x="1270" y="561"/>
                  </a:lnTo>
                  <a:lnTo>
                    <a:pt x="1" y="2843"/>
                  </a:lnTo>
                  <a:lnTo>
                    <a:pt x="1" y="2843"/>
                  </a:lnTo>
                  <a:lnTo>
                    <a:pt x="2135" y="2243"/>
                  </a:lnTo>
                  <a:lnTo>
                    <a:pt x="33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2281234" y="2829255"/>
              <a:ext cx="159236" cy="144548"/>
            </a:xfrm>
            <a:custGeom>
              <a:avLst/>
              <a:gdLst/>
              <a:ahLst/>
              <a:cxnLst/>
              <a:rect l="l" t="t" r="r" b="b"/>
              <a:pathLst>
                <a:path w="2873" h="2608" extrusionOk="0">
                  <a:moveTo>
                    <a:pt x="2715" y="1"/>
                  </a:moveTo>
                  <a:lnTo>
                    <a:pt x="1220" y="394"/>
                  </a:lnTo>
                  <a:lnTo>
                    <a:pt x="1" y="2607"/>
                  </a:lnTo>
                  <a:lnTo>
                    <a:pt x="2135" y="1997"/>
                  </a:lnTo>
                  <a:lnTo>
                    <a:pt x="2873" y="650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1563498" y="3493206"/>
              <a:ext cx="40349" cy="51268"/>
            </a:xfrm>
            <a:custGeom>
              <a:avLst/>
              <a:gdLst/>
              <a:ahLst/>
              <a:cxnLst/>
              <a:rect l="l" t="t" r="r" b="b"/>
              <a:pathLst>
                <a:path w="728" h="925" extrusionOk="0">
                  <a:moveTo>
                    <a:pt x="128" y="89"/>
                  </a:moveTo>
                  <a:lnTo>
                    <a:pt x="364" y="99"/>
                  </a:lnTo>
                  <a:cubicBezTo>
                    <a:pt x="541" y="99"/>
                    <a:pt x="630" y="187"/>
                    <a:pt x="630" y="335"/>
                  </a:cubicBezTo>
                  <a:cubicBezTo>
                    <a:pt x="620" y="465"/>
                    <a:pt x="532" y="542"/>
                    <a:pt x="373" y="542"/>
                  </a:cubicBezTo>
                  <a:cubicBezTo>
                    <a:pt x="364" y="542"/>
                    <a:pt x="354" y="542"/>
                    <a:pt x="344" y="541"/>
                  </a:cubicBezTo>
                  <a:lnTo>
                    <a:pt x="108" y="531"/>
                  </a:lnTo>
                  <a:lnTo>
                    <a:pt x="128" y="89"/>
                  </a:lnTo>
                  <a:close/>
                  <a:moveTo>
                    <a:pt x="39" y="0"/>
                  </a:moveTo>
                  <a:lnTo>
                    <a:pt x="0" y="895"/>
                  </a:lnTo>
                  <a:lnTo>
                    <a:pt x="89" y="895"/>
                  </a:lnTo>
                  <a:lnTo>
                    <a:pt x="108" y="610"/>
                  </a:lnTo>
                  <a:lnTo>
                    <a:pt x="344" y="620"/>
                  </a:lnTo>
                  <a:lnTo>
                    <a:pt x="413" y="620"/>
                  </a:lnTo>
                  <a:lnTo>
                    <a:pt x="610" y="915"/>
                  </a:lnTo>
                  <a:lnTo>
                    <a:pt x="718" y="925"/>
                  </a:lnTo>
                  <a:lnTo>
                    <a:pt x="502" y="610"/>
                  </a:lnTo>
                  <a:cubicBezTo>
                    <a:pt x="630" y="580"/>
                    <a:pt x="718" y="462"/>
                    <a:pt x="718" y="335"/>
                  </a:cubicBezTo>
                  <a:cubicBezTo>
                    <a:pt x="728" y="138"/>
                    <a:pt x="590" y="30"/>
                    <a:pt x="364" y="20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614711" y="3494259"/>
              <a:ext cx="61522" cy="51878"/>
            </a:xfrm>
            <a:custGeom>
              <a:avLst/>
              <a:gdLst/>
              <a:ahLst/>
              <a:cxnLst/>
              <a:rect l="l" t="t" r="r" b="b"/>
              <a:pathLst>
                <a:path w="1110" h="936" extrusionOk="0">
                  <a:moveTo>
                    <a:pt x="493" y="113"/>
                  </a:moveTo>
                  <a:cubicBezTo>
                    <a:pt x="688" y="113"/>
                    <a:pt x="873" y="269"/>
                    <a:pt x="866" y="502"/>
                  </a:cubicBezTo>
                  <a:cubicBezTo>
                    <a:pt x="857" y="697"/>
                    <a:pt x="699" y="848"/>
                    <a:pt x="516" y="848"/>
                  </a:cubicBezTo>
                  <a:cubicBezTo>
                    <a:pt x="505" y="848"/>
                    <a:pt x="494" y="848"/>
                    <a:pt x="483" y="847"/>
                  </a:cubicBezTo>
                  <a:cubicBezTo>
                    <a:pt x="148" y="837"/>
                    <a:pt x="1" y="434"/>
                    <a:pt x="246" y="207"/>
                  </a:cubicBezTo>
                  <a:cubicBezTo>
                    <a:pt x="321" y="142"/>
                    <a:pt x="408" y="113"/>
                    <a:pt x="493" y="113"/>
                  </a:cubicBezTo>
                  <a:close/>
                  <a:moveTo>
                    <a:pt x="492" y="0"/>
                  </a:moveTo>
                  <a:cubicBezTo>
                    <a:pt x="256" y="0"/>
                    <a:pt x="30" y="182"/>
                    <a:pt x="30" y="463"/>
                  </a:cubicBezTo>
                  <a:cubicBezTo>
                    <a:pt x="10" y="719"/>
                    <a:pt x="217" y="935"/>
                    <a:pt x="473" y="935"/>
                  </a:cubicBezTo>
                  <a:cubicBezTo>
                    <a:pt x="477" y="935"/>
                    <a:pt x="481" y="935"/>
                    <a:pt x="485" y="935"/>
                  </a:cubicBezTo>
                  <a:cubicBezTo>
                    <a:pt x="900" y="935"/>
                    <a:pt x="1109" y="450"/>
                    <a:pt x="827" y="148"/>
                  </a:cubicBezTo>
                  <a:cubicBezTo>
                    <a:pt x="731" y="46"/>
                    <a:pt x="610" y="0"/>
                    <a:pt x="492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1683383" y="3498084"/>
              <a:ext cx="32756" cy="50215"/>
            </a:xfrm>
            <a:custGeom>
              <a:avLst/>
              <a:gdLst/>
              <a:ahLst/>
              <a:cxnLst/>
              <a:rect l="l" t="t" r="r" b="b"/>
              <a:pathLst>
                <a:path w="591" h="906" extrusionOk="0">
                  <a:moveTo>
                    <a:pt x="40" y="1"/>
                  </a:moveTo>
                  <a:lnTo>
                    <a:pt x="1" y="886"/>
                  </a:lnTo>
                  <a:lnTo>
                    <a:pt x="591" y="906"/>
                  </a:lnTo>
                  <a:lnTo>
                    <a:pt x="591" y="827"/>
                  </a:lnTo>
                  <a:lnTo>
                    <a:pt x="99" y="807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1730273" y="3500301"/>
              <a:ext cx="32756" cy="50160"/>
            </a:xfrm>
            <a:custGeom>
              <a:avLst/>
              <a:gdLst/>
              <a:ahLst/>
              <a:cxnLst/>
              <a:rect l="l" t="t" r="r" b="b"/>
              <a:pathLst>
                <a:path w="591" h="905" extrusionOk="0">
                  <a:moveTo>
                    <a:pt x="40" y="0"/>
                  </a:moveTo>
                  <a:lnTo>
                    <a:pt x="1" y="875"/>
                  </a:lnTo>
                  <a:lnTo>
                    <a:pt x="591" y="905"/>
                  </a:lnTo>
                  <a:lnTo>
                    <a:pt x="591" y="826"/>
                  </a:lnTo>
                  <a:lnTo>
                    <a:pt x="99" y="806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1844228" y="3507229"/>
              <a:ext cx="37079" cy="49827"/>
            </a:xfrm>
            <a:custGeom>
              <a:avLst/>
              <a:gdLst/>
              <a:ahLst/>
              <a:cxnLst/>
              <a:rect l="l" t="t" r="r" b="b"/>
              <a:pathLst>
                <a:path w="669" h="899" extrusionOk="0">
                  <a:moveTo>
                    <a:pt x="335" y="1"/>
                  </a:moveTo>
                  <a:cubicBezTo>
                    <a:pt x="141" y="1"/>
                    <a:pt x="39" y="111"/>
                    <a:pt x="39" y="229"/>
                  </a:cubicBezTo>
                  <a:cubicBezTo>
                    <a:pt x="30" y="554"/>
                    <a:pt x="580" y="426"/>
                    <a:pt x="570" y="672"/>
                  </a:cubicBezTo>
                  <a:cubicBezTo>
                    <a:pt x="570" y="760"/>
                    <a:pt x="492" y="819"/>
                    <a:pt x="325" y="819"/>
                  </a:cubicBezTo>
                  <a:cubicBezTo>
                    <a:pt x="216" y="819"/>
                    <a:pt x="118" y="770"/>
                    <a:pt x="39" y="701"/>
                  </a:cubicBezTo>
                  <a:lnTo>
                    <a:pt x="0" y="770"/>
                  </a:lnTo>
                  <a:cubicBezTo>
                    <a:pt x="79" y="849"/>
                    <a:pt x="197" y="898"/>
                    <a:pt x="315" y="898"/>
                  </a:cubicBezTo>
                  <a:cubicBezTo>
                    <a:pt x="324" y="898"/>
                    <a:pt x="334" y="898"/>
                    <a:pt x="343" y="898"/>
                  </a:cubicBezTo>
                  <a:cubicBezTo>
                    <a:pt x="551" y="898"/>
                    <a:pt x="659" y="794"/>
                    <a:pt x="659" y="672"/>
                  </a:cubicBezTo>
                  <a:cubicBezTo>
                    <a:pt x="669" y="357"/>
                    <a:pt x="118" y="475"/>
                    <a:pt x="128" y="229"/>
                  </a:cubicBezTo>
                  <a:cubicBezTo>
                    <a:pt x="137" y="146"/>
                    <a:pt x="198" y="81"/>
                    <a:pt x="343" y="81"/>
                  </a:cubicBezTo>
                  <a:cubicBezTo>
                    <a:pt x="353" y="81"/>
                    <a:pt x="363" y="81"/>
                    <a:pt x="374" y="82"/>
                  </a:cubicBezTo>
                  <a:cubicBezTo>
                    <a:pt x="462" y="82"/>
                    <a:pt x="541" y="111"/>
                    <a:pt x="620" y="160"/>
                  </a:cubicBezTo>
                  <a:lnTo>
                    <a:pt x="649" y="91"/>
                  </a:lnTo>
                  <a:cubicBezTo>
                    <a:pt x="570" y="32"/>
                    <a:pt x="482" y="3"/>
                    <a:pt x="384" y="3"/>
                  </a:cubicBezTo>
                  <a:cubicBezTo>
                    <a:pt x="367" y="1"/>
                    <a:pt x="351" y="1"/>
                    <a:pt x="33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1892004" y="3508947"/>
              <a:ext cx="46003" cy="50326"/>
            </a:xfrm>
            <a:custGeom>
              <a:avLst/>
              <a:gdLst/>
              <a:ahLst/>
              <a:cxnLst/>
              <a:rect l="l" t="t" r="r" b="b"/>
              <a:pathLst>
                <a:path w="830" h="908" extrusionOk="0">
                  <a:moveTo>
                    <a:pt x="480" y="0"/>
                  </a:moveTo>
                  <a:cubicBezTo>
                    <a:pt x="239" y="0"/>
                    <a:pt x="33" y="190"/>
                    <a:pt x="33" y="434"/>
                  </a:cubicBezTo>
                  <a:cubicBezTo>
                    <a:pt x="13" y="690"/>
                    <a:pt x="220" y="906"/>
                    <a:pt x="476" y="906"/>
                  </a:cubicBezTo>
                  <a:cubicBezTo>
                    <a:pt x="487" y="907"/>
                    <a:pt x="499" y="908"/>
                    <a:pt x="511" y="908"/>
                  </a:cubicBezTo>
                  <a:cubicBezTo>
                    <a:pt x="619" y="908"/>
                    <a:pt x="730" y="868"/>
                    <a:pt x="810" y="788"/>
                  </a:cubicBezTo>
                  <a:lnTo>
                    <a:pt x="751" y="729"/>
                  </a:lnTo>
                  <a:cubicBezTo>
                    <a:pt x="689" y="782"/>
                    <a:pt x="604" y="819"/>
                    <a:pt x="516" y="819"/>
                  </a:cubicBezTo>
                  <a:cubicBezTo>
                    <a:pt x="506" y="819"/>
                    <a:pt x="496" y="819"/>
                    <a:pt x="485" y="818"/>
                  </a:cubicBezTo>
                  <a:cubicBezTo>
                    <a:pt x="0" y="798"/>
                    <a:pt x="22" y="80"/>
                    <a:pt x="496" y="80"/>
                  </a:cubicBezTo>
                  <a:cubicBezTo>
                    <a:pt x="502" y="80"/>
                    <a:pt x="508" y="80"/>
                    <a:pt x="515" y="80"/>
                  </a:cubicBezTo>
                  <a:cubicBezTo>
                    <a:pt x="613" y="80"/>
                    <a:pt x="702" y="129"/>
                    <a:pt x="771" y="208"/>
                  </a:cubicBezTo>
                  <a:lnTo>
                    <a:pt x="830" y="149"/>
                  </a:lnTo>
                  <a:cubicBezTo>
                    <a:pt x="751" y="60"/>
                    <a:pt x="633" y="1"/>
                    <a:pt x="515" y="1"/>
                  </a:cubicBezTo>
                  <a:cubicBezTo>
                    <a:pt x="503" y="0"/>
                    <a:pt x="491" y="0"/>
                    <a:pt x="48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1953249" y="3511164"/>
              <a:ext cx="36026" cy="50769"/>
            </a:xfrm>
            <a:custGeom>
              <a:avLst/>
              <a:gdLst/>
              <a:ahLst/>
              <a:cxnLst/>
              <a:rect l="l" t="t" r="r" b="b"/>
              <a:pathLst>
                <a:path w="650" h="916" extrusionOk="0">
                  <a:moveTo>
                    <a:pt x="30" y="1"/>
                  </a:moveTo>
                  <a:lnTo>
                    <a:pt x="0" y="886"/>
                  </a:lnTo>
                  <a:lnTo>
                    <a:pt x="620" y="915"/>
                  </a:lnTo>
                  <a:lnTo>
                    <a:pt x="620" y="827"/>
                  </a:lnTo>
                  <a:lnTo>
                    <a:pt x="108" y="807"/>
                  </a:lnTo>
                  <a:lnTo>
                    <a:pt x="118" y="483"/>
                  </a:lnTo>
                  <a:lnTo>
                    <a:pt x="580" y="502"/>
                  </a:lnTo>
                  <a:lnTo>
                    <a:pt x="580" y="414"/>
                  </a:lnTo>
                  <a:lnTo>
                    <a:pt x="118" y="404"/>
                  </a:lnTo>
                  <a:lnTo>
                    <a:pt x="128" y="79"/>
                  </a:lnTo>
                  <a:lnTo>
                    <a:pt x="649" y="99"/>
                  </a:lnTo>
                  <a:lnTo>
                    <a:pt x="649" y="20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2005017" y="3513880"/>
              <a:ext cx="43121" cy="50215"/>
            </a:xfrm>
            <a:custGeom>
              <a:avLst/>
              <a:gdLst/>
              <a:ahLst/>
              <a:cxnLst/>
              <a:rect l="l" t="t" r="r" b="b"/>
              <a:pathLst>
                <a:path w="778" h="906" extrusionOk="0">
                  <a:moveTo>
                    <a:pt x="40" y="1"/>
                  </a:moveTo>
                  <a:lnTo>
                    <a:pt x="0" y="886"/>
                  </a:lnTo>
                  <a:lnTo>
                    <a:pt x="99" y="886"/>
                  </a:lnTo>
                  <a:lnTo>
                    <a:pt x="128" y="168"/>
                  </a:lnTo>
                  <a:lnTo>
                    <a:pt x="669" y="906"/>
                  </a:lnTo>
                  <a:lnTo>
                    <a:pt x="738" y="906"/>
                  </a:lnTo>
                  <a:lnTo>
                    <a:pt x="777" y="21"/>
                  </a:lnTo>
                  <a:lnTo>
                    <a:pt x="689" y="21"/>
                  </a:lnTo>
                  <a:lnTo>
                    <a:pt x="659" y="73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2067703" y="3515543"/>
              <a:ext cx="35472" cy="50769"/>
            </a:xfrm>
            <a:custGeom>
              <a:avLst/>
              <a:gdLst/>
              <a:ahLst/>
              <a:cxnLst/>
              <a:rect l="l" t="t" r="r" b="b"/>
              <a:pathLst>
                <a:path w="640" h="916" extrusionOk="0">
                  <a:moveTo>
                    <a:pt x="30" y="0"/>
                  </a:moveTo>
                  <a:lnTo>
                    <a:pt x="0" y="895"/>
                  </a:lnTo>
                  <a:lnTo>
                    <a:pt x="630" y="915"/>
                  </a:lnTo>
                  <a:lnTo>
                    <a:pt x="630" y="836"/>
                  </a:lnTo>
                  <a:lnTo>
                    <a:pt x="99" y="817"/>
                  </a:lnTo>
                  <a:lnTo>
                    <a:pt x="118" y="482"/>
                  </a:lnTo>
                  <a:lnTo>
                    <a:pt x="571" y="502"/>
                  </a:lnTo>
                  <a:lnTo>
                    <a:pt x="571" y="423"/>
                  </a:lnTo>
                  <a:lnTo>
                    <a:pt x="118" y="404"/>
                  </a:lnTo>
                  <a:lnTo>
                    <a:pt x="128" y="89"/>
                  </a:lnTo>
                  <a:lnTo>
                    <a:pt x="640" y="109"/>
                  </a:lnTo>
                  <a:lnTo>
                    <a:pt x="640" y="3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3"/>
            <p:cNvSpPr/>
            <p:nvPr/>
          </p:nvSpPr>
          <p:spPr>
            <a:xfrm>
              <a:off x="2210478" y="3513270"/>
              <a:ext cx="46391" cy="50381"/>
            </a:xfrm>
            <a:custGeom>
              <a:avLst/>
              <a:gdLst/>
              <a:ahLst/>
              <a:cxnLst/>
              <a:rect l="l" t="t" r="r" b="b"/>
              <a:pathLst>
                <a:path w="837" h="909" extrusionOk="0">
                  <a:moveTo>
                    <a:pt x="478" y="1"/>
                  </a:moveTo>
                  <a:cubicBezTo>
                    <a:pt x="246" y="1"/>
                    <a:pt x="40" y="191"/>
                    <a:pt x="31" y="435"/>
                  </a:cubicBezTo>
                  <a:cubicBezTo>
                    <a:pt x="21" y="691"/>
                    <a:pt x="227" y="907"/>
                    <a:pt x="483" y="907"/>
                  </a:cubicBezTo>
                  <a:cubicBezTo>
                    <a:pt x="495" y="908"/>
                    <a:pt x="507" y="908"/>
                    <a:pt x="518" y="908"/>
                  </a:cubicBezTo>
                  <a:cubicBezTo>
                    <a:pt x="624" y="908"/>
                    <a:pt x="728" y="869"/>
                    <a:pt x="807" y="789"/>
                  </a:cubicBezTo>
                  <a:lnTo>
                    <a:pt x="748" y="730"/>
                  </a:lnTo>
                  <a:cubicBezTo>
                    <a:pt x="680" y="799"/>
                    <a:pt x="581" y="828"/>
                    <a:pt x="483" y="828"/>
                  </a:cubicBezTo>
                  <a:cubicBezTo>
                    <a:pt x="1" y="799"/>
                    <a:pt x="29" y="90"/>
                    <a:pt x="485" y="90"/>
                  </a:cubicBezTo>
                  <a:cubicBezTo>
                    <a:pt x="494" y="90"/>
                    <a:pt x="503" y="90"/>
                    <a:pt x="512" y="91"/>
                  </a:cubicBezTo>
                  <a:cubicBezTo>
                    <a:pt x="611" y="91"/>
                    <a:pt x="709" y="130"/>
                    <a:pt x="778" y="199"/>
                  </a:cubicBezTo>
                  <a:lnTo>
                    <a:pt x="837" y="150"/>
                  </a:lnTo>
                  <a:cubicBezTo>
                    <a:pt x="758" y="51"/>
                    <a:pt x="640" y="2"/>
                    <a:pt x="512" y="2"/>
                  </a:cubicBezTo>
                  <a:cubicBezTo>
                    <a:pt x="501" y="1"/>
                    <a:pt x="490" y="1"/>
                    <a:pt x="47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2271003" y="3514988"/>
              <a:ext cx="42566" cy="49716"/>
            </a:xfrm>
            <a:custGeom>
              <a:avLst/>
              <a:gdLst/>
              <a:ahLst/>
              <a:cxnLst/>
              <a:rect l="l" t="t" r="r" b="b"/>
              <a:pathLst>
                <a:path w="768" h="897" extrusionOk="0">
                  <a:moveTo>
                    <a:pt x="40" y="1"/>
                  </a:moveTo>
                  <a:lnTo>
                    <a:pt x="11" y="502"/>
                  </a:lnTo>
                  <a:cubicBezTo>
                    <a:pt x="1" y="758"/>
                    <a:pt x="138" y="886"/>
                    <a:pt x="365" y="896"/>
                  </a:cubicBezTo>
                  <a:cubicBezTo>
                    <a:pt x="373" y="896"/>
                    <a:pt x="382" y="896"/>
                    <a:pt x="390" y="896"/>
                  </a:cubicBezTo>
                  <a:cubicBezTo>
                    <a:pt x="601" y="896"/>
                    <a:pt x="729" y="778"/>
                    <a:pt x="748" y="532"/>
                  </a:cubicBezTo>
                  <a:lnTo>
                    <a:pt x="768" y="20"/>
                  </a:lnTo>
                  <a:lnTo>
                    <a:pt x="669" y="20"/>
                  </a:lnTo>
                  <a:lnTo>
                    <a:pt x="650" y="522"/>
                  </a:lnTo>
                  <a:cubicBezTo>
                    <a:pt x="640" y="727"/>
                    <a:pt x="551" y="818"/>
                    <a:pt x="390" y="818"/>
                  </a:cubicBezTo>
                  <a:cubicBezTo>
                    <a:pt x="382" y="818"/>
                    <a:pt x="373" y="817"/>
                    <a:pt x="365" y="817"/>
                  </a:cubicBezTo>
                  <a:cubicBezTo>
                    <a:pt x="197" y="817"/>
                    <a:pt x="99" y="709"/>
                    <a:pt x="109" y="502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2325541" y="3517150"/>
              <a:ext cx="39851" cy="50215"/>
            </a:xfrm>
            <a:custGeom>
              <a:avLst/>
              <a:gdLst/>
              <a:ahLst/>
              <a:cxnLst/>
              <a:rect l="l" t="t" r="r" b="b"/>
              <a:pathLst>
                <a:path w="719" h="906" extrusionOk="0">
                  <a:moveTo>
                    <a:pt x="0" y="1"/>
                  </a:moveTo>
                  <a:lnTo>
                    <a:pt x="0" y="80"/>
                  </a:lnTo>
                  <a:lnTo>
                    <a:pt x="305" y="89"/>
                  </a:lnTo>
                  <a:lnTo>
                    <a:pt x="276" y="906"/>
                  </a:lnTo>
                  <a:lnTo>
                    <a:pt x="374" y="906"/>
                  </a:lnTo>
                  <a:lnTo>
                    <a:pt x="403" y="99"/>
                  </a:lnTo>
                  <a:lnTo>
                    <a:pt x="718" y="109"/>
                  </a:lnTo>
                  <a:lnTo>
                    <a:pt x="718" y="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2748968" y="1467847"/>
              <a:ext cx="63240" cy="181406"/>
            </a:xfrm>
            <a:custGeom>
              <a:avLst/>
              <a:gdLst/>
              <a:ahLst/>
              <a:cxnLst/>
              <a:rect l="l" t="t" r="r" b="b"/>
              <a:pathLst>
                <a:path w="1141" h="3273" extrusionOk="0">
                  <a:moveTo>
                    <a:pt x="527" y="0"/>
                  </a:moveTo>
                  <a:cubicBezTo>
                    <a:pt x="238" y="0"/>
                    <a:pt x="0" y="232"/>
                    <a:pt x="0" y="538"/>
                  </a:cubicBezTo>
                  <a:lnTo>
                    <a:pt x="30" y="2750"/>
                  </a:lnTo>
                  <a:cubicBezTo>
                    <a:pt x="30" y="3026"/>
                    <a:pt x="246" y="3252"/>
                    <a:pt x="521" y="3272"/>
                  </a:cubicBezTo>
                  <a:lnTo>
                    <a:pt x="561" y="3272"/>
                  </a:lnTo>
                  <a:cubicBezTo>
                    <a:pt x="573" y="3272"/>
                    <a:pt x="584" y="3273"/>
                    <a:pt x="596" y="3273"/>
                  </a:cubicBezTo>
                  <a:cubicBezTo>
                    <a:pt x="895" y="3273"/>
                    <a:pt x="1141" y="3033"/>
                    <a:pt x="1131" y="2721"/>
                  </a:cubicBezTo>
                  <a:lnTo>
                    <a:pt x="1072" y="508"/>
                  </a:lnTo>
                  <a:cubicBezTo>
                    <a:pt x="1062" y="252"/>
                    <a:pt x="866" y="36"/>
                    <a:pt x="610" y="7"/>
                  </a:cubicBezTo>
                  <a:cubicBezTo>
                    <a:pt x="582" y="2"/>
                    <a:pt x="554" y="0"/>
                    <a:pt x="527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2752737" y="1343307"/>
              <a:ext cx="56755" cy="100541"/>
            </a:xfrm>
            <a:custGeom>
              <a:avLst/>
              <a:gdLst/>
              <a:ahLst/>
              <a:cxnLst/>
              <a:rect l="l" t="t" r="r" b="b"/>
              <a:pathLst>
                <a:path w="1024" h="1814" extrusionOk="0">
                  <a:moveTo>
                    <a:pt x="531" y="1"/>
                  </a:moveTo>
                  <a:cubicBezTo>
                    <a:pt x="525" y="1"/>
                    <a:pt x="519" y="1"/>
                    <a:pt x="512" y="1"/>
                  </a:cubicBezTo>
                  <a:cubicBezTo>
                    <a:pt x="276" y="11"/>
                    <a:pt x="89" y="188"/>
                    <a:pt x="80" y="414"/>
                  </a:cubicBezTo>
                  <a:lnTo>
                    <a:pt x="11" y="1319"/>
                  </a:lnTo>
                  <a:cubicBezTo>
                    <a:pt x="1" y="1555"/>
                    <a:pt x="168" y="1762"/>
                    <a:pt x="404" y="1791"/>
                  </a:cubicBezTo>
                  <a:lnTo>
                    <a:pt x="503" y="1811"/>
                  </a:lnTo>
                  <a:cubicBezTo>
                    <a:pt x="519" y="1813"/>
                    <a:pt x="536" y="1814"/>
                    <a:pt x="553" y="1814"/>
                  </a:cubicBezTo>
                  <a:cubicBezTo>
                    <a:pt x="807" y="1814"/>
                    <a:pt x="1023" y="1607"/>
                    <a:pt x="1014" y="1339"/>
                  </a:cubicBezTo>
                  <a:lnTo>
                    <a:pt x="984" y="434"/>
                  </a:lnTo>
                  <a:cubicBezTo>
                    <a:pt x="975" y="185"/>
                    <a:pt x="769" y="1"/>
                    <a:pt x="531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3238429" y="1509471"/>
              <a:ext cx="467233" cy="694642"/>
            </a:xfrm>
            <a:custGeom>
              <a:avLst/>
              <a:gdLst/>
              <a:ahLst/>
              <a:cxnLst/>
              <a:rect l="l" t="t" r="r" b="b"/>
              <a:pathLst>
                <a:path w="8430" h="12533" extrusionOk="0">
                  <a:moveTo>
                    <a:pt x="3035" y="3504"/>
                  </a:moveTo>
                  <a:cubicBezTo>
                    <a:pt x="3407" y="3505"/>
                    <a:pt x="3769" y="3593"/>
                    <a:pt x="4102" y="3750"/>
                  </a:cubicBezTo>
                  <a:cubicBezTo>
                    <a:pt x="4063" y="3907"/>
                    <a:pt x="4013" y="4055"/>
                    <a:pt x="3954" y="4202"/>
                  </a:cubicBezTo>
                  <a:cubicBezTo>
                    <a:pt x="3650" y="4901"/>
                    <a:pt x="2951" y="5392"/>
                    <a:pt x="2253" y="5392"/>
                  </a:cubicBezTo>
                  <a:lnTo>
                    <a:pt x="2243" y="5392"/>
                  </a:lnTo>
                  <a:cubicBezTo>
                    <a:pt x="2228" y="5393"/>
                    <a:pt x="2213" y="5394"/>
                    <a:pt x="2198" y="5394"/>
                  </a:cubicBezTo>
                  <a:cubicBezTo>
                    <a:pt x="2036" y="5394"/>
                    <a:pt x="1876" y="5346"/>
                    <a:pt x="1732" y="5265"/>
                  </a:cubicBezTo>
                  <a:cubicBezTo>
                    <a:pt x="1456" y="5078"/>
                    <a:pt x="1358" y="4635"/>
                    <a:pt x="1525" y="4291"/>
                  </a:cubicBezTo>
                  <a:cubicBezTo>
                    <a:pt x="1673" y="3966"/>
                    <a:pt x="2007" y="3711"/>
                    <a:pt x="2440" y="3593"/>
                  </a:cubicBezTo>
                  <a:cubicBezTo>
                    <a:pt x="2625" y="3534"/>
                    <a:pt x="2830" y="3505"/>
                    <a:pt x="3035" y="3504"/>
                  </a:cubicBezTo>
                  <a:close/>
                  <a:moveTo>
                    <a:pt x="4959" y="7260"/>
                  </a:moveTo>
                  <a:cubicBezTo>
                    <a:pt x="4981" y="7260"/>
                    <a:pt x="5004" y="7260"/>
                    <a:pt x="5026" y="7261"/>
                  </a:cubicBezTo>
                  <a:lnTo>
                    <a:pt x="5017" y="7261"/>
                  </a:lnTo>
                  <a:cubicBezTo>
                    <a:pt x="5312" y="7261"/>
                    <a:pt x="5607" y="7300"/>
                    <a:pt x="5882" y="7399"/>
                  </a:cubicBezTo>
                  <a:cubicBezTo>
                    <a:pt x="5872" y="7487"/>
                    <a:pt x="5862" y="7586"/>
                    <a:pt x="5843" y="7684"/>
                  </a:cubicBezTo>
                  <a:cubicBezTo>
                    <a:pt x="5764" y="8244"/>
                    <a:pt x="5538" y="9012"/>
                    <a:pt x="4948" y="9444"/>
                  </a:cubicBezTo>
                  <a:cubicBezTo>
                    <a:pt x="4711" y="9604"/>
                    <a:pt x="4428" y="9694"/>
                    <a:pt x="4143" y="9694"/>
                  </a:cubicBezTo>
                  <a:cubicBezTo>
                    <a:pt x="4060" y="9694"/>
                    <a:pt x="3977" y="9686"/>
                    <a:pt x="3895" y="9671"/>
                  </a:cubicBezTo>
                  <a:cubicBezTo>
                    <a:pt x="3640" y="9631"/>
                    <a:pt x="3404" y="9484"/>
                    <a:pt x="3256" y="9267"/>
                  </a:cubicBezTo>
                  <a:cubicBezTo>
                    <a:pt x="3109" y="9021"/>
                    <a:pt x="3079" y="8717"/>
                    <a:pt x="3187" y="8441"/>
                  </a:cubicBezTo>
                  <a:cubicBezTo>
                    <a:pt x="3364" y="7949"/>
                    <a:pt x="3748" y="7576"/>
                    <a:pt x="4240" y="7389"/>
                  </a:cubicBezTo>
                  <a:cubicBezTo>
                    <a:pt x="4465" y="7308"/>
                    <a:pt x="4714" y="7260"/>
                    <a:pt x="4959" y="7260"/>
                  </a:cubicBezTo>
                  <a:close/>
                  <a:moveTo>
                    <a:pt x="1551" y="1"/>
                  </a:moveTo>
                  <a:cubicBezTo>
                    <a:pt x="1043" y="1"/>
                    <a:pt x="548" y="152"/>
                    <a:pt x="158" y="446"/>
                  </a:cubicBezTo>
                  <a:cubicBezTo>
                    <a:pt x="0" y="548"/>
                    <a:pt x="109" y="752"/>
                    <a:pt x="249" y="752"/>
                  </a:cubicBezTo>
                  <a:cubicBezTo>
                    <a:pt x="284" y="752"/>
                    <a:pt x="320" y="740"/>
                    <a:pt x="355" y="711"/>
                  </a:cubicBezTo>
                  <a:cubicBezTo>
                    <a:pt x="690" y="460"/>
                    <a:pt x="1116" y="329"/>
                    <a:pt x="1553" y="329"/>
                  </a:cubicBezTo>
                  <a:cubicBezTo>
                    <a:pt x="1835" y="329"/>
                    <a:pt x="2121" y="383"/>
                    <a:pt x="2391" y="495"/>
                  </a:cubicBezTo>
                  <a:cubicBezTo>
                    <a:pt x="3059" y="790"/>
                    <a:pt x="3590" y="1340"/>
                    <a:pt x="3876" y="2019"/>
                  </a:cubicBezTo>
                  <a:cubicBezTo>
                    <a:pt x="4072" y="2452"/>
                    <a:pt x="4161" y="2934"/>
                    <a:pt x="4141" y="3416"/>
                  </a:cubicBezTo>
                  <a:cubicBezTo>
                    <a:pt x="3795" y="3260"/>
                    <a:pt x="3423" y="3185"/>
                    <a:pt x="3052" y="3185"/>
                  </a:cubicBezTo>
                  <a:cubicBezTo>
                    <a:pt x="2812" y="3185"/>
                    <a:pt x="2573" y="3216"/>
                    <a:pt x="2341" y="3278"/>
                  </a:cubicBezTo>
                  <a:cubicBezTo>
                    <a:pt x="1820" y="3425"/>
                    <a:pt x="1407" y="3750"/>
                    <a:pt x="1220" y="4153"/>
                  </a:cubicBezTo>
                  <a:cubicBezTo>
                    <a:pt x="984" y="4655"/>
                    <a:pt x="1132" y="5265"/>
                    <a:pt x="1545" y="5540"/>
                  </a:cubicBezTo>
                  <a:cubicBezTo>
                    <a:pt x="1738" y="5660"/>
                    <a:pt x="1966" y="5728"/>
                    <a:pt x="2189" y="5728"/>
                  </a:cubicBezTo>
                  <a:cubicBezTo>
                    <a:pt x="2204" y="5728"/>
                    <a:pt x="2218" y="5727"/>
                    <a:pt x="2233" y="5727"/>
                  </a:cubicBezTo>
                  <a:lnTo>
                    <a:pt x="2243" y="5727"/>
                  </a:lnTo>
                  <a:cubicBezTo>
                    <a:pt x="3069" y="5727"/>
                    <a:pt x="3895" y="5156"/>
                    <a:pt x="4249" y="4340"/>
                  </a:cubicBezTo>
                  <a:cubicBezTo>
                    <a:pt x="4308" y="4202"/>
                    <a:pt x="4358" y="4055"/>
                    <a:pt x="4397" y="3907"/>
                  </a:cubicBezTo>
                  <a:cubicBezTo>
                    <a:pt x="4702" y="4094"/>
                    <a:pt x="4967" y="4340"/>
                    <a:pt x="5184" y="4635"/>
                  </a:cubicBezTo>
                  <a:cubicBezTo>
                    <a:pt x="5675" y="5274"/>
                    <a:pt x="5921" y="6140"/>
                    <a:pt x="5892" y="7064"/>
                  </a:cubicBezTo>
                  <a:cubicBezTo>
                    <a:pt x="5609" y="6978"/>
                    <a:pt x="5318" y="6934"/>
                    <a:pt x="5027" y="6934"/>
                  </a:cubicBezTo>
                  <a:cubicBezTo>
                    <a:pt x="4720" y="6934"/>
                    <a:pt x="4414" y="6983"/>
                    <a:pt x="4122" y="7084"/>
                  </a:cubicBezTo>
                  <a:cubicBezTo>
                    <a:pt x="3541" y="7300"/>
                    <a:pt x="3079" y="7763"/>
                    <a:pt x="2863" y="8343"/>
                  </a:cubicBezTo>
                  <a:cubicBezTo>
                    <a:pt x="2725" y="8707"/>
                    <a:pt x="2774" y="9110"/>
                    <a:pt x="2971" y="9444"/>
                  </a:cubicBezTo>
                  <a:cubicBezTo>
                    <a:pt x="3177" y="9739"/>
                    <a:pt x="3482" y="9936"/>
                    <a:pt x="3836" y="9995"/>
                  </a:cubicBezTo>
                  <a:cubicBezTo>
                    <a:pt x="3938" y="10013"/>
                    <a:pt x="4040" y="10021"/>
                    <a:pt x="4141" y="10021"/>
                  </a:cubicBezTo>
                  <a:cubicBezTo>
                    <a:pt x="4495" y="10021"/>
                    <a:pt x="4844" y="9916"/>
                    <a:pt x="5135" y="9710"/>
                  </a:cubicBezTo>
                  <a:cubicBezTo>
                    <a:pt x="5823" y="9218"/>
                    <a:pt x="6079" y="8362"/>
                    <a:pt x="6167" y="7733"/>
                  </a:cubicBezTo>
                  <a:cubicBezTo>
                    <a:pt x="6177" y="7654"/>
                    <a:pt x="6187" y="7586"/>
                    <a:pt x="6197" y="7517"/>
                  </a:cubicBezTo>
                  <a:cubicBezTo>
                    <a:pt x="6738" y="7763"/>
                    <a:pt x="7180" y="8166"/>
                    <a:pt x="7475" y="8677"/>
                  </a:cubicBezTo>
                  <a:cubicBezTo>
                    <a:pt x="8085" y="9749"/>
                    <a:pt x="7947" y="11224"/>
                    <a:pt x="7141" y="12267"/>
                  </a:cubicBezTo>
                  <a:cubicBezTo>
                    <a:pt x="7082" y="12336"/>
                    <a:pt x="7092" y="12434"/>
                    <a:pt x="7170" y="12493"/>
                  </a:cubicBezTo>
                  <a:cubicBezTo>
                    <a:pt x="7200" y="12513"/>
                    <a:pt x="7229" y="12532"/>
                    <a:pt x="7269" y="12532"/>
                  </a:cubicBezTo>
                  <a:cubicBezTo>
                    <a:pt x="7318" y="12523"/>
                    <a:pt x="7357" y="12503"/>
                    <a:pt x="7387" y="12473"/>
                  </a:cubicBezTo>
                  <a:cubicBezTo>
                    <a:pt x="8282" y="11333"/>
                    <a:pt x="8429" y="9700"/>
                    <a:pt x="7751" y="8510"/>
                  </a:cubicBezTo>
                  <a:cubicBezTo>
                    <a:pt x="7406" y="7910"/>
                    <a:pt x="6865" y="7438"/>
                    <a:pt x="6216" y="7182"/>
                  </a:cubicBezTo>
                  <a:cubicBezTo>
                    <a:pt x="6266" y="6140"/>
                    <a:pt x="6000" y="5166"/>
                    <a:pt x="5449" y="4438"/>
                  </a:cubicBezTo>
                  <a:cubicBezTo>
                    <a:pt x="5184" y="4075"/>
                    <a:pt x="4840" y="3779"/>
                    <a:pt x="4456" y="3563"/>
                  </a:cubicBezTo>
                  <a:cubicBezTo>
                    <a:pt x="4515" y="2993"/>
                    <a:pt x="4417" y="2412"/>
                    <a:pt x="4181" y="1881"/>
                  </a:cubicBezTo>
                  <a:cubicBezTo>
                    <a:pt x="3856" y="1124"/>
                    <a:pt x="3266" y="524"/>
                    <a:pt x="2518" y="190"/>
                  </a:cubicBezTo>
                  <a:cubicBezTo>
                    <a:pt x="2207" y="63"/>
                    <a:pt x="1876" y="1"/>
                    <a:pt x="15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1309905" y="2164486"/>
              <a:ext cx="247528" cy="448998"/>
            </a:xfrm>
            <a:custGeom>
              <a:avLst/>
              <a:gdLst/>
              <a:ahLst/>
              <a:cxnLst/>
              <a:rect l="l" t="t" r="r" b="b"/>
              <a:pathLst>
                <a:path w="4466" h="8101" extrusionOk="0">
                  <a:moveTo>
                    <a:pt x="2502" y="3105"/>
                  </a:moveTo>
                  <a:cubicBezTo>
                    <a:pt x="2559" y="3105"/>
                    <a:pt x="2614" y="3117"/>
                    <a:pt x="2666" y="3144"/>
                  </a:cubicBezTo>
                  <a:cubicBezTo>
                    <a:pt x="2852" y="3252"/>
                    <a:pt x="2931" y="3478"/>
                    <a:pt x="2862" y="3685"/>
                  </a:cubicBezTo>
                  <a:cubicBezTo>
                    <a:pt x="2784" y="3911"/>
                    <a:pt x="2597" y="4088"/>
                    <a:pt x="2370" y="4166"/>
                  </a:cubicBezTo>
                  <a:cubicBezTo>
                    <a:pt x="2243" y="4216"/>
                    <a:pt x="2105" y="4240"/>
                    <a:pt x="1967" y="4240"/>
                  </a:cubicBezTo>
                  <a:cubicBezTo>
                    <a:pt x="1830" y="4240"/>
                    <a:pt x="1692" y="4216"/>
                    <a:pt x="1564" y="4166"/>
                  </a:cubicBezTo>
                  <a:cubicBezTo>
                    <a:pt x="1633" y="3921"/>
                    <a:pt x="1741" y="3694"/>
                    <a:pt x="1889" y="3498"/>
                  </a:cubicBezTo>
                  <a:cubicBezTo>
                    <a:pt x="2044" y="3280"/>
                    <a:pt x="2286" y="3105"/>
                    <a:pt x="2502" y="3105"/>
                  </a:cubicBezTo>
                  <a:close/>
                  <a:moveTo>
                    <a:pt x="2419" y="1"/>
                  </a:moveTo>
                  <a:cubicBezTo>
                    <a:pt x="1959" y="1"/>
                    <a:pt x="1464" y="234"/>
                    <a:pt x="1033" y="665"/>
                  </a:cubicBezTo>
                  <a:cubicBezTo>
                    <a:pt x="315" y="1373"/>
                    <a:pt x="0" y="2376"/>
                    <a:pt x="236" y="3212"/>
                  </a:cubicBezTo>
                  <a:cubicBezTo>
                    <a:pt x="384" y="3694"/>
                    <a:pt x="718" y="4107"/>
                    <a:pt x="1171" y="4343"/>
                  </a:cubicBezTo>
                  <a:cubicBezTo>
                    <a:pt x="1141" y="4511"/>
                    <a:pt x="1112" y="4668"/>
                    <a:pt x="1102" y="4835"/>
                  </a:cubicBezTo>
                  <a:cubicBezTo>
                    <a:pt x="1033" y="5789"/>
                    <a:pt x="1318" y="6684"/>
                    <a:pt x="1879" y="7294"/>
                  </a:cubicBezTo>
                  <a:cubicBezTo>
                    <a:pt x="2341" y="7795"/>
                    <a:pt x="2980" y="8090"/>
                    <a:pt x="3669" y="8100"/>
                  </a:cubicBezTo>
                  <a:cubicBezTo>
                    <a:pt x="3895" y="8100"/>
                    <a:pt x="4121" y="8061"/>
                    <a:pt x="4337" y="7982"/>
                  </a:cubicBezTo>
                  <a:cubicBezTo>
                    <a:pt x="4426" y="7953"/>
                    <a:pt x="4465" y="7854"/>
                    <a:pt x="4436" y="7776"/>
                  </a:cubicBezTo>
                  <a:cubicBezTo>
                    <a:pt x="4412" y="7705"/>
                    <a:pt x="4350" y="7659"/>
                    <a:pt x="4281" y="7659"/>
                  </a:cubicBezTo>
                  <a:cubicBezTo>
                    <a:pt x="4264" y="7659"/>
                    <a:pt x="4247" y="7662"/>
                    <a:pt x="4229" y="7668"/>
                  </a:cubicBezTo>
                  <a:cubicBezTo>
                    <a:pt x="4051" y="7731"/>
                    <a:pt x="3860" y="7762"/>
                    <a:pt x="3666" y="7762"/>
                  </a:cubicBezTo>
                  <a:cubicBezTo>
                    <a:pt x="3113" y="7762"/>
                    <a:pt x="2532" y="7512"/>
                    <a:pt x="2125" y="7068"/>
                  </a:cubicBezTo>
                  <a:cubicBezTo>
                    <a:pt x="1623" y="6517"/>
                    <a:pt x="1377" y="5720"/>
                    <a:pt x="1436" y="4855"/>
                  </a:cubicBezTo>
                  <a:cubicBezTo>
                    <a:pt x="1446" y="4727"/>
                    <a:pt x="1456" y="4599"/>
                    <a:pt x="1485" y="4481"/>
                  </a:cubicBezTo>
                  <a:cubicBezTo>
                    <a:pt x="1641" y="4533"/>
                    <a:pt x="1805" y="4560"/>
                    <a:pt x="1970" y="4560"/>
                  </a:cubicBezTo>
                  <a:cubicBezTo>
                    <a:pt x="2150" y="4560"/>
                    <a:pt x="2329" y="4528"/>
                    <a:pt x="2498" y="4461"/>
                  </a:cubicBezTo>
                  <a:cubicBezTo>
                    <a:pt x="2823" y="4343"/>
                    <a:pt x="3069" y="4098"/>
                    <a:pt x="3187" y="3773"/>
                  </a:cubicBezTo>
                  <a:cubicBezTo>
                    <a:pt x="3305" y="3409"/>
                    <a:pt x="3147" y="3016"/>
                    <a:pt x="2813" y="2839"/>
                  </a:cubicBezTo>
                  <a:cubicBezTo>
                    <a:pt x="2713" y="2789"/>
                    <a:pt x="2610" y="2767"/>
                    <a:pt x="2508" y="2767"/>
                  </a:cubicBezTo>
                  <a:cubicBezTo>
                    <a:pt x="2169" y="2767"/>
                    <a:pt x="1837" y="3011"/>
                    <a:pt x="1633" y="3291"/>
                  </a:cubicBezTo>
                  <a:cubicBezTo>
                    <a:pt x="1466" y="3507"/>
                    <a:pt x="1348" y="3753"/>
                    <a:pt x="1259" y="4019"/>
                  </a:cubicBezTo>
                  <a:cubicBezTo>
                    <a:pt x="925" y="3812"/>
                    <a:pt x="669" y="3498"/>
                    <a:pt x="561" y="3124"/>
                  </a:cubicBezTo>
                  <a:cubicBezTo>
                    <a:pt x="354" y="2406"/>
                    <a:pt x="630" y="1531"/>
                    <a:pt x="1269" y="891"/>
                  </a:cubicBezTo>
                  <a:cubicBezTo>
                    <a:pt x="1568" y="600"/>
                    <a:pt x="2007" y="329"/>
                    <a:pt x="2443" y="329"/>
                  </a:cubicBezTo>
                  <a:cubicBezTo>
                    <a:pt x="2537" y="329"/>
                    <a:pt x="2632" y="342"/>
                    <a:pt x="2725" y="370"/>
                  </a:cubicBezTo>
                  <a:cubicBezTo>
                    <a:pt x="2745" y="377"/>
                    <a:pt x="2764" y="380"/>
                    <a:pt x="2782" y="380"/>
                  </a:cubicBezTo>
                  <a:cubicBezTo>
                    <a:pt x="2947" y="380"/>
                    <a:pt x="3009" y="119"/>
                    <a:pt x="2823" y="65"/>
                  </a:cubicBezTo>
                  <a:cubicBezTo>
                    <a:pt x="2693" y="22"/>
                    <a:pt x="2558" y="1"/>
                    <a:pt x="24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2665609" y="2704549"/>
              <a:ext cx="318306" cy="302454"/>
            </a:xfrm>
            <a:custGeom>
              <a:avLst/>
              <a:gdLst/>
              <a:ahLst/>
              <a:cxnLst/>
              <a:rect l="l" t="t" r="r" b="b"/>
              <a:pathLst>
                <a:path w="5743" h="5457" extrusionOk="0">
                  <a:moveTo>
                    <a:pt x="2429" y="1612"/>
                  </a:moveTo>
                  <a:cubicBezTo>
                    <a:pt x="2743" y="1621"/>
                    <a:pt x="3038" y="1769"/>
                    <a:pt x="3225" y="2015"/>
                  </a:cubicBezTo>
                  <a:cubicBezTo>
                    <a:pt x="3451" y="2339"/>
                    <a:pt x="3540" y="2733"/>
                    <a:pt x="3471" y="3126"/>
                  </a:cubicBezTo>
                  <a:cubicBezTo>
                    <a:pt x="3309" y="3164"/>
                    <a:pt x="3142" y="3184"/>
                    <a:pt x="2975" y="3184"/>
                  </a:cubicBezTo>
                  <a:cubicBezTo>
                    <a:pt x="2798" y="3184"/>
                    <a:pt x="2620" y="3162"/>
                    <a:pt x="2448" y="3116"/>
                  </a:cubicBezTo>
                  <a:cubicBezTo>
                    <a:pt x="2134" y="3028"/>
                    <a:pt x="1770" y="2802"/>
                    <a:pt x="1681" y="2467"/>
                  </a:cubicBezTo>
                  <a:cubicBezTo>
                    <a:pt x="1602" y="2133"/>
                    <a:pt x="1858" y="1739"/>
                    <a:pt x="2212" y="1641"/>
                  </a:cubicBezTo>
                  <a:cubicBezTo>
                    <a:pt x="2281" y="1621"/>
                    <a:pt x="2360" y="1612"/>
                    <a:pt x="2429" y="1612"/>
                  </a:cubicBezTo>
                  <a:close/>
                  <a:moveTo>
                    <a:pt x="5417" y="1"/>
                  </a:moveTo>
                  <a:cubicBezTo>
                    <a:pt x="5324" y="1"/>
                    <a:pt x="5229" y="73"/>
                    <a:pt x="5251" y="195"/>
                  </a:cubicBezTo>
                  <a:cubicBezTo>
                    <a:pt x="5399" y="1002"/>
                    <a:pt x="5173" y="1838"/>
                    <a:pt x="4632" y="2448"/>
                  </a:cubicBezTo>
                  <a:cubicBezTo>
                    <a:pt x="4396" y="2693"/>
                    <a:pt x="4120" y="2890"/>
                    <a:pt x="3815" y="3008"/>
                  </a:cubicBezTo>
                  <a:cubicBezTo>
                    <a:pt x="3845" y="2585"/>
                    <a:pt x="3727" y="2162"/>
                    <a:pt x="3481" y="1818"/>
                  </a:cubicBezTo>
                  <a:cubicBezTo>
                    <a:pt x="3227" y="1485"/>
                    <a:pt x="2832" y="1293"/>
                    <a:pt x="2421" y="1293"/>
                  </a:cubicBezTo>
                  <a:cubicBezTo>
                    <a:pt x="2322" y="1293"/>
                    <a:pt x="2223" y="1304"/>
                    <a:pt x="2124" y="1326"/>
                  </a:cubicBezTo>
                  <a:cubicBezTo>
                    <a:pt x="1602" y="1474"/>
                    <a:pt x="1248" y="2044"/>
                    <a:pt x="1366" y="2546"/>
                  </a:cubicBezTo>
                  <a:cubicBezTo>
                    <a:pt x="1465" y="2959"/>
                    <a:pt x="1839" y="3284"/>
                    <a:pt x="2370" y="3431"/>
                  </a:cubicBezTo>
                  <a:cubicBezTo>
                    <a:pt x="2559" y="3483"/>
                    <a:pt x="2759" y="3508"/>
                    <a:pt x="2958" y="3508"/>
                  </a:cubicBezTo>
                  <a:cubicBezTo>
                    <a:pt x="3101" y="3508"/>
                    <a:pt x="3243" y="3495"/>
                    <a:pt x="3383" y="3470"/>
                  </a:cubicBezTo>
                  <a:lnTo>
                    <a:pt x="3383" y="3470"/>
                  </a:lnTo>
                  <a:cubicBezTo>
                    <a:pt x="3284" y="3765"/>
                    <a:pt x="3127" y="4041"/>
                    <a:pt x="2940" y="4296"/>
                  </a:cubicBezTo>
                  <a:cubicBezTo>
                    <a:pt x="2745" y="4547"/>
                    <a:pt x="2246" y="5120"/>
                    <a:pt x="1629" y="5120"/>
                  </a:cubicBezTo>
                  <a:cubicBezTo>
                    <a:pt x="1591" y="5120"/>
                    <a:pt x="1553" y="5117"/>
                    <a:pt x="1514" y="5113"/>
                  </a:cubicBezTo>
                  <a:cubicBezTo>
                    <a:pt x="944" y="5054"/>
                    <a:pt x="540" y="4493"/>
                    <a:pt x="353" y="4159"/>
                  </a:cubicBezTo>
                  <a:cubicBezTo>
                    <a:pt x="320" y="4104"/>
                    <a:pt x="271" y="4081"/>
                    <a:pt x="222" y="4081"/>
                  </a:cubicBezTo>
                  <a:cubicBezTo>
                    <a:pt x="111" y="4081"/>
                    <a:pt x="0" y="4197"/>
                    <a:pt x="68" y="4326"/>
                  </a:cubicBezTo>
                  <a:cubicBezTo>
                    <a:pt x="442" y="4985"/>
                    <a:pt x="944" y="5388"/>
                    <a:pt x="1475" y="5447"/>
                  </a:cubicBezTo>
                  <a:cubicBezTo>
                    <a:pt x="1524" y="5447"/>
                    <a:pt x="1573" y="5457"/>
                    <a:pt x="1622" y="5457"/>
                  </a:cubicBezTo>
                  <a:cubicBezTo>
                    <a:pt x="2173" y="5457"/>
                    <a:pt x="2733" y="5103"/>
                    <a:pt x="3196" y="4483"/>
                  </a:cubicBezTo>
                  <a:cubicBezTo>
                    <a:pt x="3451" y="4159"/>
                    <a:pt x="3638" y="3785"/>
                    <a:pt x="3756" y="3382"/>
                  </a:cubicBezTo>
                  <a:cubicBezTo>
                    <a:pt x="4179" y="3244"/>
                    <a:pt x="4563" y="2998"/>
                    <a:pt x="4868" y="2674"/>
                  </a:cubicBezTo>
                  <a:cubicBezTo>
                    <a:pt x="5477" y="1975"/>
                    <a:pt x="5743" y="1041"/>
                    <a:pt x="5576" y="136"/>
                  </a:cubicBezTo>
                  <a:cubicBezTo>
                    <a:pt x="5559" y="43"/>
                    <a:pt x="5488" y="1"/>
                    <a:pt x="5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3" name="Google Shape;453;p23"/>
          <p:cNvGrpSpPr/>
          <p:nvPr/>
        </p:nvGrpSpPr>
        <p:grpSpPr>
          <a:xfrm>
            <a:off x="283424" y="3959014"/>
            <a:ext cx="1578583" cy="927297"/>
            <a:chOff x="3285175" y="1554625"/>
            <a:chExt cx="1458275" cy="856625"/>
          </a:xfrm>
        </p:grpSpPr>
        <p:sp>
          <p:nvSpPr>
            <p:cNvPr id="454" name="Google Shape;454;p23"/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3"/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3"/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3"/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3"/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3"/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3"/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9" name="Google Shape;469;p23"/>
          <p:cNvGrpSpPr/>
          <p:nvPr/>
        </p:nvGrpSpPr>
        <p:grpSpPr>
          <a:xfrm rot="-610932">
            <a:off x="690439" y="333461"/>
            <a:ext cx="1029443" cy="816844"/>
            <a:chOff x="1291550" y="1421925"/>
            <a:chExt cx="1399875" cy="1110775"/>
          </a:xfrm>
        </p:grpSpPr>
        <p:sp>
          <p:nvSpPr>
            <p:cNvPr id="470" name="Google Shape;470;p23"/>
            <p:cNvSpPr/>
            <p:nvPr/>
          </p:nvSpPr>
          <p:spPr>
            <a:xfrm>
              <a:off x="1291550" y="1421925"/>
              <a:ext cx="658725" cy="589775"/>
            </a:xfrm>
            <a:custGeom>
              <a:avLst/>
              <a:gdLst/>
              <a:ahLst/>
              <a:cxnLst/>
              <a:rect l="l" t="t" r="r" b="b"/>
              <a:pathLst>
                <a:path w="26349" h="23591" extrusionOk="0">
                  <a:moveTo>
                    <a:pt x="13167" y="1"/>
                  </a:moveTo>
                  <a:cubicBezTo>
                    <a:pt x="8107" y="1"/>
                    <a:pt x="3432" y="3283"/>
                    <a:pt x="1889" y="8378"/>
                  </a:cubicBezTo>
                  <a:cubicBezTo>
                    <a:pt x="1" y="14613"/>
                    <a:pt x="3521" y="21193"/>
                    <a:pt x="9757" y="23081"/>
                  </a:cubicBezTo>
                  <a:cubicBezTo>
                    <a:pt x="10895" y="23426"/>
                    <a:pt x="12046" y="23591"/>
                    <a:pt x="13178" y="23591"/>
                  </a:cubicBezTo>
                  <a:cubicBezTo>
                    <a:pt x="18235" y="23591"/>
                    <a:pt x="22917" y="20308"/>
                    <a:pt x="24460" y="15213"/>
                  </a:cubicBezTo>
                  <a:cubicBezTo>
                    <a:pt x="26348" y="8978"/>
                    <a:pt x="22827" y="2399"/>
                    <a:pt x="16592" y="510"/>
                  </a:cubicBezTo>
                  <a:cubicBezTo>
                    <a:pt x="15452" y="165"/>
                    <a:pt x="14300" y="1"/>
                    <a:pt x="13167" y="1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1958675" y="1421925"/>
              <a:ext cx="658725" cy="589775"/>
            </a:xfrm>
            <a:custGeom>
              <a:avLst/>
              <a:gdLst/>
              <a:ahLst/>
              <a:cxnLst/>
              <a:rect l="l" t="t" r="r" b="b"/>
              <a:pathLst>
                <a:path w="26349" h="23591" extrusionOk="0">
                  <a:moveTo>
                    <a:pt x="13167" y="1"/>
                  </a:moveTo>
                  <a:cubicBezTo>
                    <a:pt x="8107" y="1"/>
                    <a:pt x="3432" y="3283"/>
                    <a:pt x="1889" y="8378"/>
                  </a:cubicBezTo>
                  <a:cubicBezTo>
                    <a:pt x="1" y="14613"/>
                    <a:pt x="3521" y="21193"/>
                    <a:pt x="9757" y="23081"/>
                  </a:cubicBezTo>
                  <a:cubicBezTo>
                    <a:pt x="10895" y="23426"/>
                    <a:pt x="12046" y="23591"/>
                    <a:pt x="13178" y="23591"/>
                  </a:cubicBezTo>
                  <a:cubicBezTo>
                    <a:pt x="18235" y="23591"/>
                    <a:pt x="22917" y="20308"/>
                    <a:pt x="24460" y="15213"/>
                  </a:cubicBezTo>
                  <a:cubicBezTo>
                    <a:pt x="26348" y="8988"/>
                    <a:pt x="22817" y="2399"/>
                    <a:pt x="16592" y="510"/>
                  </a:cubicBezTo>
                  <a:cubicBezTo>
                    <a:pt x="15452" y="165"/>
                    <a:pt x="14300" y="1"/>
                    <a:pt x="13167" y="1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1359275" y="1947625"/>
              <a:ext cx="1332150" cy="585075"/>
            </a:xfrm>
            <a:custGeom>
              <a:avLst/>
              <a:gdLst/>
              <a:ahLst/>
              <a:cxnLst/>
              <a:rect l="l" t="t" r="r" b="b"/>
              <a:pathLst>
                <a:path w="53286" h="23403" extrusionOk="0">
                  <a:moveTo>
                    <a:pt x="52182" y="0"/>
                  </a:moveTo>
                  <a:cubicBezTo>
                    <a:pt x="52060" y="0"/>
                    <a:pt x="51935" y="21"/>
                    <a:pt x="51810" y="65"/>
                  </a:cubicBezTo>
                  <a:lnTo>
                    <a:pt x="50670" y="468"/>
                  </a:lnTo>
                  <a:lnTo>
                    <a:pt x="50325" y="596"/>
                  </a:lnTo>
                  <a:lnTo>
                    <a:pt x="39291" y="4510"/>
                  </a:lnTo>
                  <a:cubicBezTo>
                    <a:pt x="39104" y="3910"/>
                    <a:pt x="38543" y="3497"/>
                    <a:pt x="37914" y="3497"/>
                  </a:cubicBezTo>
                  <a:lnTo>
                    <a:pt x="7849" y="3497"/>
                  </a:lnTo>
                  <a:cubicBezTo>
                    <a:pt x="7052" y="3497"/>
                    <a:pt x="6403" y="4146"/>
                    <a:pt x="6403" y="4943"/>
                  </a:cubicBezTo>
                  <a:lnTo>
                    <a:pt x="6403" y="7353"/>
                  </a:lnTo>
                  <a:lnTo>
                    <a:pt x="3571" y="7353"/>
                  </a:lnTo>
                  <a:cubicBezTo>
                    <a:pt x="3010" y="7353"/>
                    <a:pt x="2538" y="7756"/>
                    <a:pt x="2459" y="8316"/>
                  </a:cubicBezTo>
                  <a:lnTo>
                    <a:pt x="1112" y="8316"/>
                  </a:lnTo>
                  <a:cubicBezTo>
                    <a:pt x="492" y="8316"/>
                    <a:pt x="1" y="8808"/>
                    <a:pt x="1" y="9418"/>
                  </a:cubicBezTo>
                  <a:lnTo>
                    <a:pt x="1" y="11876"/>
                  </a:lnTo>
                  <a:cubicBezTo>
                    <a:pt x="1" y="12486"/>
                    <a:pt x="492" y="12978"/>
                    <a:pt x="1112" y="12978"/>
                  </a:cubicBezTo>
                  <a:lnTo>
                    <a:pt x="2459" y="12978"/>
                  </a:lnTo>
                  <a:cubicBezTo>
                    <a:pt x="2489" y="13568"/>
                    <a:pt x="2971" y="14030"/>
                    <a:pt x="3571" y="14030"/>
                  </a:cubicBezTo>
                  <a:lnTo>
                    <a:pt x="6403" y="14030"/>
                  </a:lnTo>
                  <a:lnTo>
                    <a:pt x="6403" y="21957"/>
                  </a:lnTo>
                  <a:cubicBezTo>
                    <a:pt x="6403" y="22754"/>
                    <a:pt x="7052" y="23403"/>
                    <a:pt x="7849" y="23403"/>
                  </a:cubicBezTo>
                  <a:lnTo>
                    <a:pt x="37914" y="23403"/>
                  </a:lnTo>
                  <a:cubicBezTo>
                    <a:pt x="38710" y="23403"/>
                    <a:pt x="39360" y="22754"/>
                    <a:pt x="39369" y="21957"/>
                  </a:cubicBezTo>
                  <a:lnTo>
                    <a:pt x="39369" y="16784"/>
                  </a:lnTo>
                  <a:lnTo>
                    <a:pt x="50374" y="20020"/>
                  </a:lnTo>
                  <a:lnTo>
                    <a:pt x="50719" y="20128"/>
                  </a:lnTo>
                  <a:lnTo>
                    <a:pt x="51869" y="20462"/>
                  </a:lnTo>
                  <a:cubicBezTo>
                    <a:pt x="51968" y="20492"/>
                    <a:pt x="52076" y="20502"/>
                    <a:pt x="52174" y="20511"/>
                  </a:cubicBezTo>
                  <a:cubicBezTo>
                    <a:pt x="52784" y="20511"/>
                    <a:pt x="53286" y="20010"/>
                    <a:pt x="53286" y="19400"/>
                  </a:cubicBezTo>
                  <a:lnTo>
                    <a:pt x="53286" y="1107"/>
                  </a:lnTo>
                  <a:cubicBezTo>
                    <a:pt x="53286" y="473"/>
                    <a:pt x="52768" y="0"/>
                    <a:pt x="52182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1353763" y="1449663"/>
              <a:ext cx="534300" cy="534300"/>
            </a:xfrm>
            <a:custGeom>
              <a:avLst/>
              <a:gdLst/>
              <a:ahLst/>
              <a:cxnLst/>
              <a:rect l="l" t="t" r="r" b="b"/>
              <a:pathLst>
                <a:path w="21372" h="21372" extrusionOk="0">
                  <a:moveTo>
                    <a:pt x="10691" y="0"/>
                  </a:moveTo>
                  <a:cubicBezTo>
                    <a:pt x="4790" y="0"/>
                    <a:pt x="0" y="4790"/>
                    <a:pt x="0" y="10691"/>
                  </a:cubicBezTo>
                  <a:cubicBezTo>
                    <a:pt x="0" y="16592"/>
                    <a:pt x="4790" y="21371"/>
                    <a:pt x="10691" y="21371"/>
                  </a:cubicBezTo>
                  <a:cubicBezTo>
                    <a:pt x="16592" y="21371"/>
                    <a:pt x="21371" y="16592"/>
                    <a:pt x="21371" y="10691"/>
                  </a:cubicBezTo>
                  <a:cubicBezTo>
                    <a:pt x="21371" y="4790"/>
                    <a:pt x="16592" y="0"/>
                    <a:pt x="106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2020888" y="1449663"/>
              <a:ext cx="534300" cy="534300"/>
            </a:xfrm>
            <a:custGeom>
              <a:avLst/>
              <a:gdLst/>
              <a:ahLst/>
              <a:cxnLst/>
              <a:rect l="l" t="t" r="r" b="b"/>
              <a:pathLst>
                <a:path w="21372" h="21372" extrusionOk="0">
                  <a:moveTo>
                    <a:pt x="10691" y="0"/>
                  </a:moveTo>
                  <a:cubicBezTo>
                    <a:pt x="4790" y="0"/>
                    <a:pt x="0" y="4790"/>
                    <a:pt x="0" y="10691"/>
                  </a:cubicBezTo>
                  <a:cubicBezTo>
                    <a:pt x="0" y="16592"/>
                    <a:pt x="4790" y="21371"/>
                    <a:pt x="10691" y="21371"/>
                  </a:cubicBezTo>
                  <a:cubicBezTo>
                    <a:pt x="16592" y="21371"/>
                    <a:pt x="21371" y="16592"/>
                    <a:pt x="21371" y="10691"/>
                  </a:cubicBezTo>
                  <a:cubicBezTo>
                    <a:pt x="21371" y="4790"/>
                    <a:pt x="16592" y="0"/>
                    <a:pt x="106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1537525" y="2060850"/>
              <a:ext cx="768875" cy="442350"/>
            </a:xfrm>
            <a:custGeom>
              <a:avLst/>
              <a:gdLst/>
              <a:ahLst/>
              <a:cxnLst/>
              <a:rect l="l" t="t" r="r" b="b"/>
              <a:pathLst>
                <a:path w="30755" h="17694" extrusionOk="0">
                  <a:moveTo>
                    <a:pt x="345" y="1"/>
                  </a:moveTo>
                  <a:cubicBezTo>
                    <a:pt x="158" y="1"/>
                    <a:pt x="1" y="148"/>
                    <a:pt x="1" y="345"/>
                  </a:cubicBezTo>
                  <a:lnTo>
                    <a:pt x="1" y="17349"/>
                  </a:lnTo>
                  <a:cubicBezTo>
                    <a:pt x="1" y="17536"/>
                    <a:pt x="158" y="17694"/>
                    <a:pt x="345" y="17694"/>
                  </a:cubicBezTo>
                  <a:lnTo>
                    <a:pt x="30410" y="17694"/>
                  </a:lnTo>
                  <a:cubicBezTo>
                    <a:pt x="30597" y="17694"/>
                    <a:pt x="30754" y="17536"/>
                    <a:pt x="30754" y="17349"/>
                  </a:cubicBezTo>
                  <a:lnTo>
                    <a:pt x="30754" y="345"/>
                  </a:lnTo>
                  <a:cubicBezTo>
                    <a:pt x="30754" y="148"/>
                    <a:pt x="30597" y="1"/>
                    <a:pt x="30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1557450" y="2083725"/>
              <a:ext cx="731250" cy="402525"/>
            </a:xfrm>
            <a:custGeom>
              <a:avLst/>
              <a:gdLst/>
              <a:ahLst/>
              <a:cxnLst/>
              <a:rect l="l" t="t" r="r" b="b"/>
              <a:pathLst>
                <a:path w="29250" h="16101" extrusionOk="0">
                  <a:moveTo>
                    <a:pt x="28905" y="335"/>
                  </a:moveTo>
                  <a:lnTo>
                    <a:pt x="28905" y="15756"/>
                  </a:lnTo>
                  <a:lnTo>
                    <a:pt x="345" y="15756"/>
                  </a:lnTo>
                  <a:lnTo>
                    <a:pt x="345" y="335"/>
                  </a:lnTo>
                  <a:close/>
                  <a:moveTo>
                    <a:pt x="1" y="1"/>
                  </a:moveTo>
                  <a:lnTo>
                    <a:pt x="1" y="16100"/>
                  </a:lnTo>
                  <a:lnTo>
                    <a:pt x="29249" y="16100"/>
                  </a:lnTo>
                  <a:lnTo>
                    <a:pt x="29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1439175" y="2157250"/>
              <a:ext cx="917375" cy="111650"/>
            </a:xfrm>
            <a:custGeom>
              <a:avLst/>
              <a:gdLst/>
              <a:ahLst/>
              <a:cxnLst/>
              <a:rect l="l" t="t" r="r" b="b"/>
              <a:pathLst>
                <a:path w="36695" h="4466" extrusionOk="0">
                  <a:moveTo>
                    <a:pt x="1" y="0"/>
                  </a:moveTo>
                  <a:lnTo>
                    <a:pt x="1" y="4465"/>
                  </a:lnTo>
                  <a:lnTo>
                    <a:pt x="35672" y="4465"/>
                  </a:lnTo>
                  <a:cubicBezTo>
                    <a:pt x="36242" y="4465"/>
                    <a:pt x="36695" y="4003"/>
                    <a:pt x="36695" y="3432"/>
                  </a:cubicBezTo>
                  <a:lnTo>
                    <a:pt x="36695" y="1023"/>
                  </a:lnTo>
                  <a:cubicBezTo>
                    <a:pt x="36695" y="453"/>
                    <a:pt x="36242" y="0"/>
                    <a:pt x="356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1623100" y="2187725"/>
              <a:ext cx="293350" cy="52650"/>
            </a:xfrm>
            <a:custGeom>
              <a:avLst/>
              <a:gdLst/>
              <a:ahLst/>
              <a:cxnLst/>
              <a:rect l="l" t="t" r="r" b="b"/>
              <a:pathLst>
                <a:path w="11734" h="2106" fill="none" extrusionOk="0">
                  <a:moveTo>
                    <a:pt x="1053" y="1"/>
                  </a:moveTo>
                  <a:lnTo>
                    <a:pt x="10681" y="1"/>
                  </a:lnTo>
                  <a:cubicBezTo>
                    <a:pt x="11271" y="1"/>
                    <a:pt x="11733" y="473"/>
                    <a:pt x="11733" y="1053"/>
                  </a:cubicBezTo>
                  <a:cubicBezTo>
                    <a:pt x="11733" y="1633"/>
                    <a:pt x="11271" y="2105"/>
                    <a:pt x="10681" y="2105"/>
                  </a:cubicBezTo>
                  <a:lnTo>
                    <a:pt x="1053" y="2105"/>
                  </a:lnTo>
                  <a:cubicBezTo>
                    <a:pt x="472" y="2105"/>
                    <a:pt x="0" y="1633"/>
                    <a:pt x="0" y="1053"/>
                  </a:cubicBezTo>
                  <a:cubicBezTo>
                    <a:pt x="0" y="473"/>
                    <a:pt x="472" y="1"/>
                    <a:pt x="1053" y="1"/>
                  </a:cubicBezTo>
                  <a:close/>
                </a:path>
              </a:pathLst>
            </a:custGeom>
            <a:noFill/>
            <a:ln w="8600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1996825" y="2185750"/>
              <a:ext cx="55350" cy="55350"/>
            </a:xfrm>
            <a:custGeom>
              <a:avLst/>
              <a:gdLst/>
              <a:ahLst/>
              <a:cxnLst/>
              <a:rect l="l" t="t" r="r" b="b"/>
              <a:pathLst>
                <a:path w="2214" h="2214" fill="none" extrusionOk="0">
                  <a:moveTo>
                    <a:pt x="2213" y="1102"/>
                  </a:moveTo>
                  <a:cubicBezTo>
                    <a:pt x="2213" y="1722"/>
                    <a:pt x="1721" y="2214"/>
                    <a:pt x="1112" y="2214"/>
                  </a:cubicBezTo>
                  <a:cubicBezTo>
                    <a:pt x="492" y="2214"/>
                    <a:pt x="0" y="1722"/>
                    <a:pt x="0" y="1102"/>
                  </a:cubicBezTo>
                  <a:cubicBezTo>
                    <a:pt x="0" y="493"/>
                    <a:pt x="492" y="1"/>
                    <a:pt x="1112" y="1"/>
                  </a:cubicBezTo>
                  <a:cubicBezTo>
                    <a:pt x="1721" y="1"/>
                    <a:pt x="2213" y="493"/>
                    <a:pt x="2213" y="1102"/>
                  </a:cubicBezTo>
                  <a:close/>
                </a:path>
              </a:pathLst>
            </a:custGeom>
            <a:noFill/>
            <a:ln w="8600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2091725" y="2185750"/>
              <a:ext cx="55350" cy="55350"/>
            </a:xfrm>
            <a:custGeom>
              <a:avLst/>
              <a:gdLst/>
              <a:ahLst/>
              <a:cxnLst/>
              <a:rect l="l" t="t" r="r" b="b"/>
              <a:pathLst>
                <a:path w="2214" h="2214" fill="none" extrusionOk="0">
                  <a:moveTo>
                    <a:pt x="2213" y="1102"/>
                  </a:moveTo>
                  <a:cubicBezTo>
                    <a:pt x="2213" y="1722"/>
                    <a:pt x="1722" y="2214"/>
                    <a:pt x="1112" y="2214"/>
                  </a:cubicBezTo>
                  <a:cubicBezTo>
                    <a:pt x="492" y="2214"/>
                    <a:pt x="1" y="1722"/>
                    <a:pt x="1" y="1102"/>
                  </a:cubicBezTo>
                  <a:cubicBezTo>
                    <a:pt x="1" y="493"/>
                    <a:pt x="492" y="1"/>
                    <a:pt x="1112" y="1"/>
                  </a:cubicBezTo>
                  <a:cubicBezTo>
                    <a:pt x="1722" y="1"/>
                    <a:pt x="2213" y="493"/>
                    <a:pt x="2213" y="1102"/>
                  </a:cubicBezTo>
                  <a:close/>
                </a:path>
              </a:pathLst>
            </a:custGeom>
            <a:noFill/>
            <a:ln w="8600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1377725" y="2181325"/>
              <a:ext cx="120500" cy="61250"/>
            </a:xfrm>
            <a:custGeom>
              <a:avLst/>
              <a:gdLst/>
              <a:ahLst/>
              <a:cxnLst/>
              <a:rect l="l" t="t" r="r" b="b"/>
              <a:pathLst>
                <a:path w="4820" h="2450" extrusionOk="0">
                  <a:moveTo>
                    <a:pt x="0" y="1"/>
                  </a:moveTo>
                  <a:lnTo>
                    <a:pt x="0" y="2450"/>
                  </a:lnTo>
                  <a:lnTo>
                    <a:pt x="4819" y="2450"/>
                  </a:lnTo>
                  <a:lnTo>
                    <a:pt x="481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2334650" y="1973325"/>
              <a:ext cx="319900" cy="457600"/>
            </a:xfrm>
            <a:custGeom>
              <a:avLst/>
              <a:gdLst/>
              <a:ahLst/>
              <a:cxnLst/>
              <a:rect l="l" t="t" r="r" b="b"/>
              <a:pathLst>
                <a:path w="12796" h="18304" extrusionOk="0">
                  <a:moveTo>
                    <a:pt x="12795" y="1"/>
                  </a:moveTo>
                  <a:lnTo>
                    <a:pt x="11655" y="404"/>
                  </a:lnTo>
                  <a:lnTo>
                    <a:pt x="11310" y="522"/>
                  </a:lnTo>
                  <a:lnTo>
                    <a:pt x="0" y="4554"/>
                  </a:lnTo>
                  <a:lnTo>
                    <a:pt x="0" y="14537"/>
                  </a:lnTo>
                  <a:lnTo>
                    <a:pt x="11310" y="17861"/>
                  </a:lnTo>
                  <a:lnTo>
                    <a:pt x="11655" y="17969"/>
                  </a:lnTo>
                  <a:lnTo>
                    <a:pt x="12795" y="18303"/>
                  </a:lnTo>
                  <a:lnTo>
                    <a:pt x="127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2617400" y="1983425"/>
              <a:ext cx="8625" cy="439125"/>
            </a:xfrm>
            <a:custGeom>
              <a:avLst/>
              <a:gdLst/>
              <a:ahLst/>
              <a:cxnLst/>
              <a:rect l="l" t="t" r="r" b="b"/>
              <a:pathLst>
                <a:path w="345" h="17565" extrusionOk="0">
                  <a:moveTo>
                    <a:pt x="345" y="0"/>
                  </a:moveTo>
                  <a:lnTo>
                    <a:pt x="0" y="118"/>
                  </a:lnTo>
                  <a:lnTo>
                    <a:pt x="0" y="17457"/>
                  </a:lnTo>
                  <a:lnTo>
                    <a:pt x="345" y="17565"/>
                  </a:lnTo>
                  <a:lnTo>
                    <a:pt x="3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1413263" y="1517038"/>
              <a:ext cx="415300" cy="399550"/>
            </a:xfrm>
            <a:custGeom>
              <a:avLst/>
              <a:gdLst/>
              <a:ahLst/>
              <a:cxnLst/>
              <a:rect l="l" t="t" r="r" b="b"/>
              <a:pathLst>
                <a:path w="16612" h="15982" extrusionOk="0">
                  <a:moveTo>
                    <a:pt x="8626" y="334"/>
                  </a:moveTo>
                  <a:cubicBezTo>
                    <a:pt x="12845" y="334"/>
                    <a:pt x="16267" y="3767"/>
                    <a:pt x="16277" y="7986"/>
                  </a:cubicBezTo>
                  <a:cubicBezTo>
                    <a:pt x="16277" y="11084"/>
                    <a:pt x="14409" y="13877"/>
                    <a:pt x="11547" y="15057"/>
                  </a:cubicBezTo>
                  <a:cubicBezTo>
                    <a:pt x="10602" y="15451"/>
                    <a:pt x="9609" y="15642"/>
                    <a:pt x="8624" y="15642"/>
                  </a:cubicBezTo>
                  <a:cubicBezTo>
                    <a:pt x="6633" y="15642"/>
                    <a:pt x="4674" y="14862"/>
                    <a:pt x="3207" y="13395"/>
                  </a:cubicBezTo>
                  <a:cubicBezTo>
                    <a:pt x="1023" y="11212"/>
                    <a:pt x="365" y="7917"/>
                    <a:pt x="1555" y="5055"/>
                  </a:cubicBezTo>
                  <a:cubicBezTo>
                    <a:pt x="2735" y="2193"/>
                    <a:pt x="5528" y="334"/>
                    <a:pt x="8626" y="334"/>
                  </a:cubicBezTo>
                  <a:close/>
                  <a:moveTo>
                    <a:pt x="8628" y="1"/>
                  </a:moveTo>
                  <a:cubicBezTo>
                    <a:pt x="6548" y="1"/>
                    <a:pt x="4504" y="814"/>
                    <a:pt x="2971" y="2341"/>
                  </a:cubicBezTo>
                  <a:cubicBezTo>
                    <a:pt x="689" y="4632"/>
                    <a:pt x="1" y="8064"/>
                    <a:pt x="1240" y="11054"/>
                  </a:cubicBezTo>
                  <a:cubicBezTo>
                    <a:pt x="2479" y="14034"/>
                    <a:pt x="5390" y="15981"/>
                    <a:pt x="8626" y="15981"/>
                  </a:cubicBezTo>
                  <a:cubicBezTo>
                    <a:pt x="13032" y="15972"/>
                    <a:pt x="16602" y="12402"/>
                    <a:pt x="16612" y="7996"/>
                  </a:cubicBezTo>
                  <a:cubicBezTo>
                    <a:pt x="16612" y="4760"/>
                    <a:pt x="14664" y="1849"/>
                    <a:pt x="11684" y="610"/>
                  </a:cubicBezTo>
                  <a:cubicBezTo>
                    <a:pt x="10695" y="200"/>
                    <a:pt x="9657" y="1"/>
                    <a:pt x="8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2080388" y="1517038"/>
              <a:ext cx="415300" cy="399550"/>
            </a:xfrm>
            <a:custGeom>
              <a:avLst/>
              <a:gdLst/>
              <a:ahLst/>
              <a:cxnLst/>
              <a:rect l="l" t="t" r="r" b="b"/>
              <a:pathLst>
                <a:path w="16612" h="15982" extrusionOk="0">
                  <a:moveTo>
                    <a:pt x="8625" y="334"/>
                  </a:moveTo>
                  <a:cubicBezTo>
                    <a:pt x="12854" y="334"/>
                    <a:pt x="16277" y="3757"/>
                    <a:pt x="16287" y="7986"/>
                  </a:cubicBezTo>
                  <a:cubicBezTo>
                    <a:pt x="16277" y="11084"/>
                    <a:pt x="14418" y="13877"/>
                    <a:pt x="11556" y="15057"/>
                  </a:cubicBezTo>
                  <a:cubicBezTo>
                    <a:pt x="10608" y="15451"/>
                    <a:pt x="9613" y="15643"/>
                    <a:pt x="8626" y="15643"/>
                  </a:cubicBezTo>
                  <a:cubicBezTo>
                    <a:pt x="6637" y="15643"/>
                    <a:pt x="4682" y="14864"/>
                    <a:pt x="3216" y="13405"/>
                  </a:cubicBezTo>
                  <a:cubicBezTo>
                    <a:pt x="1033" y="11212"/>
                    <a:pt x="374" y="7917"/>
                    <a:pt x="1554" y="5065"/>
                  </a:cubicBezTo>
                  <a:cubicBezTo>
                    <a:pt x="2734" y="2203"/>
                    <a:pt x="5527" y="334"/>
                    <a:pt x="8625" y="334"/>
                  </a:cubicBezTo>
                  <a:close/>
                  <a:moveTo>
                    <a:pt x="8628" y="1"/>
                  </a:moveTo>
                  <a:cubicBezTo>
                    <a:pt x="6547" y="1"/>
                    <a:pt x="4504" y="814"/>
                    <a:pt x="2970" y="2341"/>
                  </a:cubicBezTo>
                  <a:cubicBezTo>
                    <a:pt x="689" y="4632"/>
                    <a:pt x="0" y="8064"/>
                    <a:pt x="1239" y="11054"/>
                  </a:cubicBezTo>
                  <a:cubicBezTo>
                    <a:pt x="2479" y="14034"/>
                    <a:pt x="5390" y="15981"/>
                    <a:pt x="8625" y="15981"/>
                  </a:cubicBezTo>
                  <a:cubicBezTo>
                    <a:pt x="13031" y="15972"/>
                    <a:pt x="16601" y="12402"/>
                    <a:pt x="16611" y="7996"/>
                  </a:cubicBezTo>
                  <a:cubicBezTo>
                    <a:pt x="16611" y="4760"/>
                    <a:pt x="14664" y="1849"/>
                    <a:pt x="11684" y="610"/>
                  </a:cubicBezTo>
                  <a:cubicBezTo>
                    <a:pt x="10695" y="200"/>
                    <a:pt x="9657" y="1"/>
                    <a:pt x="8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1572463" y="1675300"/>
              <a:ext cx="96900" cy="83025"/>
            </a:xfrm>
            <a:custGeom>
              <a:avLst/>
              <a:gdLst/>
              <a:ahLst/>
              <a:cxnLst/>
              <a:rect l="l" t="t" r="r" b="b"/>
              <a:pathLst>
                <a:path w="3876" h="3321" extrusionOk="0">
                  <a:moveTo>
                    <a:pt x="2211" y="350"/>
                  </a:moveTo>
                  <a:cubicBezTo>
                    <a:pt x="2215" y="350"/>
                    <a:pt x="2219" y="350"/>
                    <a:pt x="2223" y="350"/>
                  </a:cubicBezTo>
                  <a:cubicBezTo>
                    <a:pt x="2941" y="350"/>
                    <a:pt x="3531" y="940"/>
                    <a:pt x="3531" y="1668"/>
                  </a:cubicBezTo>
                  <a:cubicBezTo>
                    <a:pt x="3531" y="2459"/>
                    <a:pt x="2885" y="2985"/>
                    <a:pt x="2207" y="2985"/>
                  </a:cubicBezTo>
                  <a:cubicBezTo>
                    <a:pt x="1882" y="2985"/>
                    <a:pt x="1550" y="2864"/>
                    <a:pt x="1279" y="2593"/>
                  </a:cubicBezTo>
                  <a:cubicBezTo>
                    <a:pt x="456" y="1769"/>
                    <a:pt x="1039" y="350"/>
                    <a:pt x="2211" y="350"/>
                  </a:cubicBezTo>
                  <a:close/>
                  <a:moveTo>
                    <a:pt x="2202" y="0"/>
                  </a:moveTo>
                  <a:cubicBezTo>
                    <a:pt x="1795" y="0"/>
                    <a:pt x="1380" y="151"/>
                    <a:pt x="1043" y="488"/>
                  </a:cubicBezTo>
                  <a:cubicBezTo>
                    <a:pt x="1" y="1540"/>
                    <a:pt x="738" y="3320"/>
                    <a:pt x="2223" y="3320"/>
                  </a:cubicBezTo>
                  <a:cubicBezTo>
                    <a:pt x="3138" y="3320"/>
                    <a:pt x="3876" y="2583"/>
                    <a:pt x="3876" y="1668"/>
                  </a:cubicBezTo>
                  <a:cubicBezTo>
                    <a:pt x="3876" y="663"/>
                    <a:pt x="3055" y="0"/>
                    <a:pt x="2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2239475" y="1675300"/>
              <a:ext cx="97125" cy="83025"/>
            </a:xfrm>
            <a:custGeom>
              <a:avLst/>
              <a:gdLst/>
              <a:ahLst/>
              <a:cxnLst/>
              <a:rect l="l" t="t" r="r" b="b"/>
              <a:pathLst>
                <a:path w="3885" h="3321" extrusionOk="0">
                  <a:moveTo>
                    <a:pt x="2223" y="350"/>
                  </a:moveTo>
                  <a:cubicBezTo>
                    <a:pt x="2951" y="350"/>
                    <a:pt x="3541" y="940"/>
                    <a:pt x="3541" y="1668"/>
                  </a:cubicBezTo>
                  <a:cubicBezTo>
                    <a:pt x="3541" y="2459"/>
                    <a:pt x="2894" y="2985"/>
                    <a:pt x="2217" y="2985"/>
                  </a:cubicBezTo>
                  <a:cubicBezTo>
                    <a:pt x="1892" y="2985"/>
                    <a:pt x="1560" y="2864"/>
                    <a:pt x="1289" y="2593"/>
                  </a:cubicBezTo>
                  <a:cubicBezTo>
                    <a:pt x="462" y="1766"/>
                    <a:pt x="1043" y="350"/>
                    <a:pt x="2223" y="350"/>
                  </a:cubicBezTo>
                  <a:close/>
                  <a:moveTo>
                    <a:pt x="2211" y="0"/>
                  </a:moveTo>
                  <a:cubicBezTo>
                    <a:pt x="1804" y="0"/>
                    <a:pt x="1389" y="151"/>
                    <a:pt x="1053" y="488"/>
                  </a:cubicBezTo>
                  <a:cubicBezTo>
                    <a:pt x="0" y="1530"/>
                    <a:pt x="738" y="3320"/>
                    <a:pt x="2223" y="3320"/>
                  </a:cubicBezTo>
                  <a:cubicBezTo>
                    <a:pt x="2229" y="3320"/>
                    <a:pt x="2235" y="3320"/>
                    <a:pt x="2241" y="3320"/>
                  </a:cubicBezTo>
                  <a:cubicBezTo>
                    <a:pt x="3147" y="3320"/>
                    <a:pt x="3885" y="2577"/>
                    <a:pt x="3885" y="1668"/>
                  </a:cubicBezTo>
                  <a:cubicBezTo>
                    <a:pt x="3885" y="663"/>
                    <a:pt x="3065" y="0"/>
                    <a:pt x="22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23"/>
          <p:cNvGrpSpPr/>
          <p:nvPr/>
        </p:nvGrpSpPr>
        <p:grpSpPr>
          <a:xfrm rot="213527">
            <a:off x="7856348" y="4065234"/>
            <a:ext cx="933838" cy="792842"/>
            <a:chOff x="3502275" y="3218775"/>
            <a:chExt cx="1175775" cy="998250"/>
          </a:xfrm>
        </p:grpSpPr>
        <p:sp>
          <p:nvSpPr>
            <p:cNvPr id="489" name="Google Shape;489;p23"/>
            <p:cNvSpPr/>
            <p:nvPr/>
          </p:nvSpPr>
          <p:spPr>
            <a:xfrm>
              <a:off x="3503750" y="3218775"/>
              <a:ext cx="1174300" cy="997175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3502275" y="3292450"/>
              <a:ext cx="1155375" cy="92457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3"/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3937225" y="3272500"/>
              <a:ext cx="241475" cy="223800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3672925" y="3396275"/>
              <a:ext cx="267525" cy="219150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3693700" y="3683175"/>
              <a:ext cx="296650" cy="24367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4051550" y="3806075"/>
              <a:ext cx="278725" cy="279350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4311675" y="3673800"/>
              <a:ext cx="296825" cy="25870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4234725" y="3403275"/>
              <a:ext cx="267050" cy="221800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4027700" y="3566800"/>
              <a:ext cx="189350" cy="161850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3796600" y="3346750"/>
              <a:ext cx="638775" cy="639525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jdhani"/>
              <a:buNone/>
              <a:defRPr sz="4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jdhani"/>
              <a:buNone/>
              <a:defRPr sz="4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jdhani"/>
              <a:buNone/>
              <a:defRPr sz="4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jdhani"/>
              <a:buNone/>
              <a:defRPr sz="4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jdhani"/>
              <a:buNone/>
              <a:defRPr sz="4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jdhani"/>
              <a:buNone/>
              <a:defRPr sz="4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jdhani"/>
              <a:buNone/>
              <a:defRPr sz="4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jdhani"/>
              <a:buNone/>
              <a:defRPr sz="4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jdhani"/>
              <a:buNone/>
              <a:defRPr sz="4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"/>
              <a:buChar char="○"/>
              <a:defRPr sz="12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6" r:id="rId5"/>
    <p:sldLayoutId id="2147483658" r:id="rId6"/>
    <p:sldLayoutId id="2147483662" r:id="rId7"/>
    <p:sldLayoutId id="2147483665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10.16.64.203:14514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p27"/>
          <p:cNvGrpSpPr/>
          <p:nvPr/>
        </p:nvGrpSpPr>
        <p:grpSpPr>
          <a:xfrm>
            <a:off x="143902" y="3787300"/>
            <a:ext cx="5007948" cy="1356325"/>
            <a:chOff x="143902" y="3787300"/>
            <a:chExt cx="5007948" cy="1356325"/>
          </a:xfrm>
        </p:grpSpPr>
        <p:sp>
          <p:nvSpPr>
            <p:cNvPr id="512" name="Google Shape;512;p27"/>
            <p:cNvSpPr/>
            <p:nvPr/>
          </p:nvSpPr>
          <p:spPr>
            <a:xfrm>
              <a:off x="416350" y="4817825"/>
              <a:ext cx="136200" cy="32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3" name="Google Shape;513;p27"/>
            <p:cNvGrpSpPr/>
            <p:nvPr/>
          </p:nvGrpSpPr>
          <p:grpSpPr>
            <a:xfrm>
              <a:off x="143902" y="3787300"/>
              <a:ext cx="5007948" cy="1296765"/>
              <a:chOff x="143902" y="3787300"/>
              <a:chExt cx="5007948" cy="1296765"/>
            </a:xfrm>
          </p:grpSpPr>
          <p:sp>
            <p:nvSpPr>
              <p:cNvPr id="514" name="Google Shape;514;p27"/>
              <p:cNvSpPr/>
              <p:nvPr/>
            </p:nvSpPr>
            <p:spPr>
              <a:xfrm>
                <a:off x="492250" y="3787300"/>
                <a:ext cx="4659600" cy="952225"/>
              </a:xfrm>
              <a:custGeom>
                <a:avLst/>
                <a:gdLst/>
                <a:ahLst/>
                <a:cxnLst/>
                <a:rect l="l" t="t" r="r" b="b"/>
                <a:pathLst>
                  <a:path w="186384" h="38089" extrusionOk="0">
                    <a:moveTo>
                      <a:pt x="0" y="29035"/>
                    </a:moveTo>
                    <a:lnTo>
                      <a:pt x="10927" y="0"/>
                    </a:lnTo>
                    <a:lnTo>
                      <a:pt x="186384" y="1873"/>
                    </a:lnTo>
                    <a:lnTo>
                      <a:pt x="2498" y="38089"/>
                    </a:lnTo>
                    <a:close/>
                  </a:path>
                </a:pathLst>
              </a:custGeom>
              <a:solidFill>
                <a:srgbClr val="9E855C">
                  <a:alpha val="14880"/>
                </a:srgbClr>
              </a:solidFill>
              <a:ln>
                <a:noFill/>
              </a:ln>
            </p:spPr>
          </p:sp>
          <p:grpSp>
            <p:nvGrpSpPr>
              <p:cNvPr id="515" name="Google Shape;515;p27"/>
              <p:cNvGrpSpPr/>
              <p:nvPr/>
            </p:nvGrpSpPr>
            <p:grpSpPr>
              <a:xfrm rot="-3088787">
                <a:off x="247795" y="4300754"/>
                <a:ext cx="725754" cy="615483"/>
                <a:chOff x="5417612" y="4008755"/>
                <a:chExt cx="725743" cy="615474"/>
              </a:xfrm>
            </p:grpSpPr>
            <p:sp>
              <p:nvSpPr>
                <p:cNvPr id="516" name="Google Shape;516;p27"/>
                <p:cNvSpPr/>
                <p:nvPr/>
              </p:nvSpPr>
              <p:spPr>
                <a:xfrm>
                  <a:off x="5417612" y="4008755"/>
                  <a:ext cx="725743" cy="615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9" h="16248" extrusionOk="0">
                      <a:moveTo>
                        <a:pt x="9796" y="1"/>
                      </a:moveTo>
                      <a:lnTo>
                        <a:pt x="8616" y="2155"/>
                      </a:lnTo>
                      <a:lnTo>
                        <a:pt x="5125" y="80"/>
                      </a:lnTo>
                      <a:cubicBezTo>
                        <a:pt x="5125" y="80"/>
                        <a:pt x="1358" y="778"/>
                        <a:pt x="1643" y="5184"/>
                      </a:cubicBezTo>
                      <a:lnTo>
                        <a:pt x="1" y="9452"/>
                      </a:lnTo>
                      <a:lnTo>
                        <a:pt x="3935" y="11281"/>
                      </a:lnTo>
                      <a:lnTo>
                        <a:pt x="2961" y="13130"/>
                      </a:lnTo>
                      <a:lnTo>
                        <a:pt x="5685" y="11901"/>
                      </a:lnTo>
                      <a:lnTo>
                        <a:pt x="5439" y="15540"/>
                      </a:lnTo>
                      <a:lnTo>
                        <a:pt x="10554" y="14920"/>
                      </a:lnTo>
                      <a:lnTo>
                        <a:pt x="9767" y="10711"/>
                      </a:lnTo>
                      <a:lnTo>
                        <a:pt x="13179" y="16248"/>
                      </a:lnTo>
                      <a:lnTo>
                        <a:pt x="19159" y="5459"/>
                      </a:lnTo>
                      <a:lnTo>
                        <a:pt x="11999" y="5705"/>
                      </a:lnTo>
                      <a:lnTo>
                        <a:pt x="16887" y="3059"/>
                      </a:lnTo>
                      <a:lnTo>
                        <a:pt x="13130" y="965"/>
                      </a:lnTo>
                      <a:lnTo>
                        <a:pt x="10347" y="3669"/>
                      </a:lnTo>
                      <a:lnTo>
                        <a:pt x="979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7" name="Google Shape;517;p27"/>
                <p:cNvSpPr/>
                <p:nvPr/>
              </p:nvSpPr>
              <p:spPr>
                <a:xfrm>
                  <a:off x="5673949" y="4155542"/>
                  <a:ext cx="193377" cy="232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5" h="6125" extrusionOk="0">
                      <a:moveTo>
                        <a:pt x="3442" y="1"/>
                      </a:moveTo>
                      <a:lnTo>
                        <a:pt x="0" y="6098"/>
                      </a:lnTo>
                      <a:cubicBezTo>
                        <a:pt x="0" y="6098"/>
                        <a:pt x="127" y="6125"/>
                        <a:pt x="342" y="6125"/>
                      </a:cubicBezTo>
                      <a:cubicBezTo>
                        <a:pt x="1038" y="6125"/>
                        <a:pt x="2655" y="5849"/>
                        <a:pt x="3865" y="3512"/>
                      </a:cubicBezTo>
                      <a:cubicBezTo>
                        <a:pt x="5104" y="1142"/>
                        <a:pt x="3442" y="1"/>
                        <a:pt x="344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8" name="Google Shape;518;p27"/>
                <p:cNvSpPr/>
                <p:nvPr/>
              </p:nvSpPr>
              <p:spPr>
                <a:xfrm>
                  <a:off x="5529776" y="4008755"/>
                  <a:ext cx="258569" cy="497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6" h="13131" fill="none" extrusionOk="0">
                      <a:moveTo>
                        <a:pt x="6825" y="1"/>
                      </a:moveTo>
                      <a:lnTo>
                        <a:pt x="0" y="13130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" name="Google Shape;519;p27"/>
                <p:cNvSpPr/>
                <p:nvPr/>
              </p:nvSpPr>
              <p:spPr>
                <a:xfrm>
                  <a:off x="5632963" y="4147359"/>
                  <a:ext cx="176256" cy="31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3" h="8242" fill="none" extrusionOk="0">
                      <a:moveTo>
                        <a:pt x="4652" y="0"/>
                      </a:moveTo>
                      <a:lnTo>
                        <a:pt x="0" y="8242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20" name="Google Shape;520;p27"/>
          <p:cNvSpPr txBox="1">
            <a:spLocks noGrp="1"/>
          </p:cNvSpPr>
          <p:nvPr>
            <p:ph type="ctrTitle"/>
          </p:nvPr>
        </p:nvSpPr>
        <p:spPr>
          <a:xfrm>
            <a:off x="344555" y="1896174"/>
            <a:ext cx="5097671" cy="12382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zh-CN" altLang="en-US" sz="4400" dirty="0"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智能多说话人视频</a:t>
            </a:r>
            <a:r>
              <a:rPr lang="zh-CN" altLang="en-US" sz="4400" dirty="0">
                <a:solidFill>
                  <a:schemeClr val="bg1">
                    <a:lumMod val="60000"/>
                    <a:lumOff val="40000"/>
                  </a:schemeClr>
                </a:solidFill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字幕生成系统</a:t>
            </a:r>
            <a:br>
              <a:rPr lang="en-US" altLang="zh-CN" sz="4000" dirty="0">
                <a:latin typeface="ID初心少女体简" panose="02010509060101010101" pitchFamily="49" charset="-122"/>
                <a:ea typeface="ID初心少女体简" panose="02010509060101010101" pitchFamily="49" charset="-122"/>
              </a:rPr>
            </a:br>
            <a:r>
              <a:rPr lang="en-US" altLang="zh-CN" sz="500" dirty="0"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 </a:t>
            </a:r>
            <a:endParaRPr sz="4800" b="1" dirty="0">
              <a:solidFill>
                <a:schemeClr val="lt1"/>
              </a:solidFill>
            </a:endParaRPr>
          </a:p>
        </p:txBody>
      </p:sp>
      <p:sp>
        <p:nvSpPr>
          <p:cNvPr id="521" name="Google Shape;521;p27"/>
          <p:cNvSpPr txBox="1">
            <a:spLocks noGrp="1"/>
          </p:cNvSpPr>
          <p:nvPr>
            <p:ph type="subTitle" idx="1"/>
          </p:nvPr>
        </p:nvSpPr>
        <p:spPr>
          <a:xfrm>
            <a:off x="801712" y="3353343"/>
            <a:ext cx="4350000" cy="4014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汇报人：李思源                  时间：</a:t>
            </a:r>
            <a:r>
              <a:rPr lang="en-US" altLang="zh-CN" dirty="0"/>
              <a:t>2025/7/11</a:t>
            </a:r>
            <a:endParaRPr dirty="0"/>
          </a:p>
        </p:txBody>
      </p:sp>
      <p:grpSp>
        <p:nvGrpSpPr>
          <p:cNvPr id="522" name="Google Shape;522;p27"/>
          <p:cNvGrpSpPr/>
          <p:nvPr/>
        </p:nvGrpSpPr>
        <p:grpSpPr>
          <a:xfrm>
            <a:off x="5454236" y="1140063"/>
            <a:ext cx="3090223" cy="2912418"/>
            <a:chOff x="5547025" y="1155975"/>
            <a:chExt cx="2881864" cy="2716048"/>
          </a:xfrm>
        </p:grpSpPr>
        <p:sp>
          <p:nvSpPr>
            <p:cNvPr id="523" name="Google Shape;523;p27"/>
            <p:cNvSpPr/>
            <p:nvPr/>
          </p:nvSpPr>
          <p:spPr>
            <a:xfrm>
              <a:off x="5547025" y="1155975"/>
              <a:ext cx="2881864" cy="2716048"/>
            </a:xfrm>
            <a:custGeom>
              <a:avLst/>
              <a:gdLst/>
              <a:ahLst/>
              <a:cxnLst/>
              <a:rect l="l" t="t" r="r" b="b"/>
              <a:pathLst>
                <a:path w="58970" h="55577" extrusionOk="0">
                  <a:moveTo>
                    <a:pt x="12396" y="1"/>
                  </a:moveTo>
                  <a:cubicBezTo>
                    <a:pt x="11278" y="1"/>
                    <a:pt x="10211" y="462"/>
                    <a:pt x="9432" y="1260"/>
                  </a:cubicBezTo>
                  <a:cubicBezTo>
                    <a:pt x="8695" y="2017"/>
                    <a:pt x="8311" y="3049"/>
                    <a:pt x="8360" y="4102"/>
                  </a:cubicBezTo>
                  <a:lnTo>
                    <a:pt x="8567" y="8734"/>
                  </a:lnTo>
                  <a:cubicBezTo>
                    <a:pt x="8596" y="9472"/>
                    <a:pt x="8842" y="10180"/>
                    <a:pt x="9265" y="10789"/>
                  </a:cubicBezTo>
                  <a:cubicBezTo>
                    <a:pt x="9226" y="10839"/>
                    <a:pt x="9186" y="10888"/>
                    <a:pt x="9147" y="10937"/>
                  </a:cubicBezTo>
                  <a:lnTo>
                    <a:pt x="7731" y="10032"/>
                  </a:lnTo>
                  <a:cubicBezTo>
                    <a:pt x="7475" y="9875"/>
                    <a:pt x="7170" y="9786"/>
                    <a:pt x="6865" y="9786"/>
                  </a:cubicBezTo>
                  <a:lnTo>
                    <a:pt x="6767" y="9786"/>
                  </a:lnTo>
                  <a:lnTo>
                    <a:pt x="2115" y="10081"/>
                  </a:lnTo>
                  <a:cubicBezTo>
                    <a:pt x="1269" y="10140"/>
                    <a:pt x="610" y="10839"/>
                    <a:pt x="610" y="11684"/>
                  </a:cubicBezTo>
                  <a:lnTo>
                    <a:pt x="571" y="22129"/>
                  </a:lnTo>
                  <a:cubicBezTo>
                    <a:pt x="571" y="23024"/>
                    <a:pt x="1289" y="23742"/>
                    <a:pt x="2174" y="23742"/>
                  </a:cubicBezTo>
                  <a:lnTo>
                    <a:pt x="2233" y="23742"/>
                  </a:lnTo>
                  <a:lnTo>
                    <a:pt x="7288" y="23565"/>
                  </a:lnTo>
                  <a:cubicBezTo>
                    <a:pt x="7504" y="23555"/>
                    <a:pt x="7711" y="23506"/>
                    <a:pt x="7908" y="23417"/>
                  </a:cubicBezTo>
                  <a:lnTo>
                    <a:pt x="8980" y="22916"/>
                  </a:lnTo>
                  <a:cubicBezTo>
                    <a:pt x="9108" y="23103"/>
                    <a:pt x="9255" y="23289"/>
                    <a:pt x="9412" y="23466"/>
                  </a:cubicBezTo>
                  <a:lnTo>
                    <a:pt x="9422" y="23486"/>
                  </a:lnTo>
                  <a:cubicBezTo>
                    <a:pt x="9481" y="23545"/>
                    <a:pt x="9540" y="23604"/>
                    <a:pt x="9599" y="23663"/>
                  </a:cubicBezTo>
                  <a:cubicBezTo>
                    <a:pt x="9678" y="23742"/>
                    <a:pt x="9757" y="23811"/>
                    <a:pt x="9845" y="23879"/>
                  </a:cubicBezTo>
                  <a:lnTo>
                    <a:pt x="9393" y="26476"/>
                  </a:lnTo>
                  <a:cubicBezTo>
                    <a:pt x="8821" y="26314"/>
                    <a:pt x="8250" y="26238"/>
                    <a:pt x="7692" y="26238"/>
                  </a:cubicBezTo>
                  <a:cubicBezTo>
                    <a:pt x="4377" y="26238"/>
                    <a:pt x="1495" y="28929"/>
                    <a:pt x="1495" y="32455"/>
                  </a:cubicBezTo>
                  <a:cubicBezTo>
                    <a:pt x="1495" y="32927"/>
                    <a:pt x="1554" y="33390"/>
                    <a:pt x="1663" y="33852"/>
                  </a:cubicBezTo>
                  <a:cubicBezTo>
                    <a:pt x="335" y="36497"/>
                    <a:pt x="1" y="39645"/>
                    <a:pt x="748" y="42624"/>
                  </a:cubicBezTo>
                  <a:cubicBezTo>
                    <a:pt x="1623" y="46057"/>
                    <a:pt x="3944" y="49253"/>
                    <a:pt x="7121" y="51397"/>
                  </a:cubicBezTo>
                  <a:cubicBezTo>
                    <a:pt x="8862" y="52597"/>
                    <a:pt x="10838" y="53423"/>
                    <a:pt x="12914" y="53826"/>
                  </a:cubicBezTo>
                  <a:cubicBezTo>
                    <a:pt x="12835" y="54770"/>
                    <a:pt x="13573" y="55577"/>
                    <a:pt x="14517" y="55577"/>
                  </a:cubicBezTo>
                  <a:lnTo>
                    <a:pt x="37432" y="55577"/>
                  </a:lnTo>
                  <a:cubicBezTo>
                    <a:pt x="38140" y="55577"/>
                    <a:pt x="38769" y="55105"/>
                    <a:pt x="38976" y="54426"/>
                  </a:cubicBezTo>
                  <a:lnTo>
                    <a:pt x="40205" y="50217"/>
                  </a:lnTo>
                  <a:cubicBezTo>
                    <a:pt x="41612" y="50187"/>
                    <a:pt x="43008" y="50010"/>
                    <a:pt x="44385" y="49676"/>
                  </a:cubicBezTo>
                  <a:cubicBezTo>
                    <a:pt x="46047" y="49273"/>
                    <a:pt x="47640" y="48604"/>
                    <a:pt x="49096" y="47689"/>
                  </a:cubicBezTo>
                  <a:cubicBezTo>
                    <a:pt x="49616" y="47824"/>
                    <a:pt x="50143" y="47890"/>
                    <a:pt x="50664" y="47890"/>
                  </a:cubicBezTo>
                  <a:cubicBezTo>
                    <a:pt x="52501" y="47890"/>
                    <a:pt x="54276" y="47077"/>
                    <a:pt x="55479" y="45614"/>
                  </a:cubicBezTo>
                  <a:cubicBezTo>
                    <a:pt x="57023" y="43746"/>
                    <a:pt x="57328" y="41139"/>
                    <a:pt x="56265" y="38956"/>
                  </a:cubicBezTo>
                  <a:cubicBezTo>
                    <a:pt x="58114" y="34737"/>
                    <a:pt x="58970" y="29643"/>
                    <a:pt x="58596" y="24853"/>
                  </a:cubicBezTo>
                  <a:cubicBezTo>
                    <a:pt x="58154" y="19080"/>
                    <a:pt x="56275" y="13927"/>
                    <a:pt x="53148" y="9953"/>
                  </a:cubicBezTo>
                  <a:cubicBezTo>
                    <a:pt x="48702" y="4299"/>
                    <a:pt x="41828" y="925"/>
                    <a:pt x="34737" y="925"/>
                  </a:cubicBezTo>
                  <a:cubicBezTo>
                    <a:pt x="33095" y="925"/>
                    <a:pt x="31462" y="1102"/>
                    <a:pt x="29859" y="1456"/>
                  </a:cubicBezTo>
                  <a:cubicBezTo>
                    <a:pt x="29082" y="591"/>
                    <a:pt x="27971" y="99"/>
                    <a:pt x="26800" y="89"/>
                  </a:cubicBezTo>
                  <a:lnTo>
                    <a:pt x="13799" y="1"/>
                  </a:lnTo>
                  <a:lnTo>
                    <a:pt x="12432" y="1"/>
                  </a:lnTo>
                  <a:cubicBezTo>
                    <a:pt x="12420" y="1"/>
                    <a:pt x="12408" y="1"/>
                    <a:pt x="123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7"/>
            <p:cNvSpPr/>
            <p:nvPr/>
          </p:nvSpPr>
          <p:spPr>
            <a:xfrm>
              <a:off x="6396291" y="1282939"/>
              <a:ext cx="1954751" cy="2252125"/>
            </a:xfrm>
            <a:custGeom>
              <a:avLst/>
              <a:gdLst/>
              <a:ahLst/>
              <a:cxnLst/>
              <a:rect l="l" t="t" r="r" b="b"/>
              <a:pathLst>
                <a:path w="39999" h="46084" extrusionOk="0">
                  <a:moveTo>
                    <a:pt x="17318" y="0"/>
                  </a:moveTo>
                  <a:cubicBezTo>
                    <a:pt x="13852" y="0"/>
                    <a:pt x="10349" y="851"/>
                    <a:pt x="7111" y="2645"/>
                  </a:cubicBezTo>
                  <a:cubicBezTo>
                    <a:pt x="5380" y="3608"/>
                    <a:pt x="3767" y="4818"/>
                    <a:pt x="2568" y="6392"/>
                  </a:cubicBezTo>
                  <a:cubicBezTo>
                    <a:pt x="758" y="8762"/>
                    <a:pt x="1" y="11820"/>
                    <a:pt x="60" y="14800"/>
                  </a:cubicBezTo>
                  <a:cubicBezTo>
                    <a:pt x="99" y="16915"/>
                    <a:pt x="551" y="19069"/>
                    <a:pt x="1653" y="20878"/>
                  </a:cubicBezTo>
                  <a:cubicBezTo>
                    <a:pt x="4161" y="25009"/>
                    <a:pt x="9678" y="26868"/>
                    <a:pt x="11468" y="31362"/>
                  </a:cubicBezTo>
                  <a:cubicBezTo>
                    <a:pt x="12491" y="33919"/>
                    <a:pt x="12058" y="36850"/>
                    <a:pt x="12845" y="39495"/>
                  </a:cubicBezTo>
                  <a:cubicBezTo>
                    <a:pt x="13514" y="41728"/>
                    <a:pt x="15009" y="43626"/>
                    <a:pt x="17025" y="44796"/>
                  </a:cubicBezTo>
                  <a:cubicBezTo>
                    <a:pt x="18623" y="45719"/>
                    <a:pt x="20576" y="46084"/>
                    <a:pt x="22525" y="46084"/>
                  </a:cubicBezTo>
                  <a:cubicBezTo>
                    <a:pt x="23921" y="46084"/>
                    <a:pt x="25314" y="45897"/>
                    <a:pt x="26574" y="45593"/>
                  </a:cubicBezTo>
                  <a:cubicBezTo>
                    <a:pt x="30449" y="44659"/>
                    <a:pt x="33400" y="42279"/>
                    <a:pt x="35504" y="39181"/>
                  </a:cubicBezTo>
                  <a:cubicBezTo>
                    <a:pt x="38750" y="34421"/>
                    <a:pt x="39999" y="27949"/>
                    <a:pt x="39576" y="22442"/>
                  </a:cubicBezTo>
                  <a:cubicBezTo>
                    <a:pt x="39192" y="17387"/>
                    <a:pt x="37638" y="12450"/>
                    <a:pt x="34472" y="8418"/>
                  </a:cubicBezTo>
                  <a:cubicBezTo>
                    <a:pt x="30216" y="3006"/>
                    <a:pt x="23832" y="0"/>
                    <a:pt x="173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7"/>
            <p:cNvSpPr/>
            <p:nvPr/>
          </p:nvSpPr>
          <p:spPr>
            <a:xfrm>
              <a:off x="5618180" y="2603945"/>
              <a:ext cx="1155433" cy="1118243"/>
            </a:xfrm>
            <a:custGeom>
              <a:avLst/>
              <a:gdLst/>
              <a:ahLst/>
              <a:cxnLst/>
              <a:rect l="l" t="t" r="r" b="b"/>
              <a:pathLst>
                <a:path w="23643" h="22882" extrusionOk="0">
                  <a:moveTo>
                    <a:pt x="9691" y="0"/>
                  </a:moveTo>
                  <a:cubicBezTo>
                    <a:pt x="7092" y="0"/>
                    <a:pt x="4588" y="960"/>
                    <a:pt x="2705" y="3289"/>
                  </a:cubicBezTo>
                  <a:cubicBezTo>
                    <a:pt x="620" y="5855"/>
                    <a:pt x="0" y="9465"/>
                    <a:pt x="807" y="12671"/>
                  </a:cubicBezTo>
                  <a:cubicBezTo>
                    <a:pt x="1623" y="15867"/>
                    <a:pt x="3777" y="18660"/>
                    <a:pt x="6521" y="20509"/>
                  </a:cubicBezTo>
                  <a:cubicBezTo>
                    <a:pt x="8615" y="21925"/>
                    <a:pt x="11074" y="22830"/>
                    <a:pt x="13592" y="22879"/>
                  </a:cubicBezTo>
                  <a:cubicBezTo>
                    <a:pt x="13660" y="22881"/>
                    <a:pt x="13729" y="22881"/>
                    <a:pt x="13797" y="22881"/>
                  </a:cubicBezTo>
                  <a:cubicBezTo>
                    <a:pt x="16249" y="22881"/>
                    <a:pt x="18726" y="22026"/>
                    <a:pt x="20515" y="20362"/>
                  </a:cubicBezTo>
                  <a:cubicBezTo>
                    <a:pt x="22620" y="18395"/>
                    <a:pt x="23643" y="15425"/>
                    <a:pt x="23456" y="12553"/>
                  </a:cubicBezTo>
                  <a:cubicBezTo>
                    <a:pt x="23269" y="9681"/>
                    <a:pt x="21951" y="6947"/>
                    <a:pt x="20014" y="4833"/>
                  </a:cubicBezTo>
                  <a:cubicBezTo>
                    <a:pt x="17450" y="2030"/>
                    <a:pt x="13470" y="0"/>
                    <a:pt x="96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7"/>
            <p:cNvSpPr/>
            <p:nvPr/>
          </p:nvSpPr>
          <p:spPr>
            <a:xfrm>
              <a:off x="7502712" y="1628939"/>
              <a:ext cx="450386" cy="450386"/>
            </a:xfrm>
            <a:custGeom>
              <a:avLst/>
              <a:gdLst/>
              <a:ahLst/>
              <a:cxnLst/>
              <a:rect l="l" t="t" r="r" b="b"/>
              <a:pathLst>
                <a:path w="9216" h="9216" extrusionOk="0">
                  <a:moveTo>
                    <a:pt x="4603" y="0"/>
                  </a:moveTo>
                  <a:cubicBezTo>
                    <a:pt x="2056" y="0"/>
                    <a:pt x="0" y="2065"/>
                    <a:pt x="0" y="4603"/>
                  </a:cubicBezTo>
                  <a:cubicBezTo>
                    <a:pt x="0" y="7150"/>
                    <a:pt x="2056" y="9215"/>
                    <a:pt x="4603" y="9215"/>
                  </a:cubicBezTo>
                  <a:cubicBezTo>
                    <a:pt x="7150" y="9215"/>
                    <a:pt x="9216" y="7150"/>
                    <a:pt x="9216" y="4603"/>
                  </a:cubicBezTo>
                  <a:cubicBezTo>
                    <a:pt x="9216" y="2065"/>
                    <a:pt x="7150" y="0"/>
                    <a:pt x="4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7"/>
            <p:cNvSpPr/>
            <p:nvPr/>
          </p:nvSpPr>
          <p:spPr>
            <a:xfrm>
              <a:off x="5696519" y="2520475"/>
              <a:ext cx="450386" cy="449897"/>
            </a:xfrm>
            <a:custGeom>
              <a:avLst/>
              <a:gdLst/>
              <a:ahLst/>
              <a:cxnLst/>
              <a:rect l="l" t="t" r="r" b="b"/>
              <a:pathLst>
                <a:path w="9216" h="9206" extrusionOk="0">
                  <a:moveTo>
                    <a:pt x="4603" y="1"/>
                  </a:moveTo>
                  <a:cubicBezTo>
                    <a:pt x="2065" y="1"/>
                    <a:pt x="0" y="2056"/>
                    <a:pt x="0" y="4603"/>
                  </a:cubicBezTo>
                  <a:cubicBezTo>
                    <a:pt x="0" y="7150"/>
                    <a:pt x="2065" y="9206"/>
                    <a:pt x="4603" y="9206"/>
                  </a:cubicBezTo>
                  <a:cubicBezTo>
                    <a:pt x="7150" y="9206"/>
                    <a:pt x="9215" y="7150"/>
                    <a:pt x="9215" y="4603"/>
                  </a:cubicBezTo>
                  <a:cubicBezTo>
                    <a:pt x="9215" y="2056"/>
                    <a:pt x="7150" y="1"/>
                    <a:pt x="46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7"/>
            <p:cNvSpPr/>
            <p:nvPr/>
          </p:nvSpPr>
          <p:spPr>
            <a:xfrm>
              <a:off x="7796373" y="2970813"/>
              <a:ext cx="450386" cy="450386"/>
            </a:xfrm>
            <a:custGeom>
              <a:avLst/>
              <a:gdLst/>
              <a:ahLst/>
              <a:cxnLst/>
              <a:rect l="l" t="t" r="r" b="b"/>
              <a:pathLst>
                <a:path w="9216" h="9216" extrusionOk="0">
                  <a:moveTo>
                    <a:pt x="4603" y="1"/>
                  </a:moveTo>
                  <a:cubicBezTo>
                    <a:pt x="2066" y="1"/>
                    <a:pt x="0" y="2066"/>
                    <a:pt x="0" y="4603"/>
                  </a:cubicBezTo>
                  <a:cubicBezTo>
                    <a:pt x="0" y="7151"/>
                    <a:pt x="2066" y="9216"/>
                    <a:pt x="4603" y="9216"/>
                  </a:cubicBezTo>
                  <a:cubicBezTo>
                    <a:pt x="7150" y="9216"/>
                    <a:pt x="9216" y="7151"/>
                    <a:pt x="9216" y="4603"/>
                  </a:cubicBezTo>
                  <a:cubicBezTo>
                    <a:pt x="9216" y="2066"/>
                    <a:pt x="7150" y="1"/>
                    <a:pt x="4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7"/>
            <p:cNvSpPr/>
            <p:nvPr/>
          </p:nvSpPr>
          <p:spPr>
            <a:xfrm>
              <a:off x="6033919" y="2214793"/>
              <a:ext cx="294197" cy="598413"/>
            </a:xfrm>
            <a:custGeom>
              <a:avLst/>
              <a:gdLst/>
              <a:ahLst/>
              <a:cxnLst/>
              <a:rect l="l" t="t" r="r" b="b"/>
              <a:pathLst>
                <a:path w="6020" h="12245" extrusionOk="0">
                  <a:moveTo>
                    <a:pt x="1869" y="1"/>
                  </a:moveTo>
                  <a:lnTo>
                    <a:pt x="0" y="10652"/>
                  </a:lnTo>
                  <a:lnTo>
                    <a:pt x="5380" y="12245"/>
                  </a:lnTo>
                  <a:lnTo>
                    <a:pt x="6019" y="40"/>
                  </a:lnTo>
                  <a:lnTo>
                    <a:pt x="1869" y="1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7"/>
            <p:cNvSpPr/>
            <p:nvPr/>
          </p:nvSpPr>
          <p:spPr>
            <a:xfrm>
              <a:off x="7165312" y="2142221"/>
              <a:ext cx="362420" cy="236042"/>
            </a:xfrm>
            <a:custGeom>
              <a:avLst/>
              <a:gdLst/>
              <a:ahLst/>
              <a:cxnLst/>
              <a:rect l="l" t="t" r="r" b="b"/>
              <a:pathLst>
                <a:path w="7416" h="4830" extrusionOk="0">
                  <a:moveTo>
                    <a:pt x="7416" y="1"/>
                  </a:moveTo>
                  <a:lnTo>
                    <a:pt x="915" y="1781"/>
                  </a:lnTo>
                  <a:lnTo>
                    <a:pt x="0" y="2027"/>
                  </a:lnTo>
                  <a:lnTo>
                    <a:pt x="0" y="4829"/>
                  </a:lnTo>
                  <a:lnTo>
                    <a:pt x="7416" y="3669"/>
                  </a:lnTo>
                  <a:lnTo>
                    <a:pt x="7416" y="1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7"/>
            <p:cNvSpPr/>
            <p:nvPr/>
          </p:nvSpPr>
          <p:spPr>
            <a:xfrm>
              <a:off x="7164824" y="2214207"/>
              <a:ext cx="290337" cy="129652"/>
            </a:xfrm>
            <a:custGeom>
              <a:avLst/>
              <a:gdLst/>
              <a:ahLst/>
              <a:cxnLst/>
              <a:rect l="l" t="t" r="r" b="b"/>
              <a:pathLst>
                <a:path w="5941" h="2653" extrusionOk="0">
                  <a:moveTo>
                    <a:pt x="3885" y="0"/>
                  </a:moveTo>
                  <a:cubicBezTo>
                    <a:pt x="2893" y="0"/>
                    <a:pt x="1902" y="104"/>
                    <a:pt x="925" y="308"/>
                  </a:cubicBezTo>
                  <a:lnTo>
                    <a:pt x="0" y="554"/>
                  </a:lnTo>
                  <a:lnTo>
                    <a:pt x="0" y="2619"/>
                  </a:lnTo>
                  <a:cubicBezTo>
                    <a:pt x="145" y="2635"/>
                    <a:pt x="290" y="2651"/>
                    <a:pt x="434" y="2651"/>
                  </a:cubicBezTo>
                  <a:cubicBezTo>
                    <a:pt x="467" y="2651"/>
                    <a:pt x="499" y="2650"/>
                    <a:pt x="532" y="2648"/>
                  </a:cubicBezTo>
                  <a:cubicBezTo>
                    <a:pt x="600" y="2651"/>
                    <a:pt x="668" y="2652"/>
                    <a:pt x="736" y="2652"/>
                  </a:cubicBezTo>
                  <a:cubicBezTo>
                    <a:pt x="1661" y="2652"/>
                    <a:pt x="2583" y="2410"/>
                    <a:pt x="3462" y="2117"/>
                  </a:cubicBezTo>
                  <a:cubicBezTo>
                    <a:pt x="4131" y="1901"/>
                    <a:pt x="4790" y="1635"/>
                    <a:pt x="5331" y="1183"/>
                  </a:cubicBezTo>
                  <a:cubicBezTo>
                    <a:pt x="5655" y="917"/>
                    <a:pt x="5931" y="554"/>
                    <a:pt x="5941" y="150"/>
                  </a:cubicBezTo>
                  <a:cubicBezTo>
                    <a:pt x="5258" y="50"/>
                    <a:pt x="4571" y="0"/>
                    <a:pt x="3885" y="0"/>
                  </a:cubicBezTo>
                  <a:close/>
                </a:path>
              </a:pathLst>
            </a:custGeom>
            <a:solidFill>
              <a:srgbClr val="000000">
                <a:alpha val="3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7"/>
            <p:cNvSpPr/>
            <p:nvPr/>
          </p:nvSpPr>
          <p:spPr>
            <a:xfrm>
              <a:off x="6932202" y="1473679"/>
              <a:ext cx="690240" cy="798145"/>
            </a:xfrm>
            <a:custGeom>
              <a:avLst/>
              <a:gdLst/>
              <a:ahLst/>
              <a:cxnLst/>
              <a:rect l="l" t="t" r="r" b="b"/>
              <a:pathLst>
                <a:path w="14124" h="16332" extrusionOk="0">
                  <a:moveTo>
                    <a:pt x="7052" y="0"/>
                  </a:moveTo>
                  <a:cubicBezTo>
                    <a:pt x="3157" y="0"/>
                    <a:pt x="0" y="3266"/>
                    <a:pt x="0" y="7288"/>
                  </a:cubicBezTo>
                  <a:cubicBezTo>
                    <a:pt x="0" y="7593"/>
                    <a:pt x="20" y="7888"/>
                    <a:pt x="50" y="8193"/>
                  </a:cubicBezTo>
                  <a:cubicBezTo>
                    <a:pt x="50" y="10081"/>
                    <a:pt x="295" y="14733"/>
                    <a:pt x="669" y="15294"/>
                  </a:cubicBezTo>
                  <a:cubicBezTo>
                    <a:pt x="1182" y="16065"/>
                    <a:pt x="2759" y="16331"/>
                    <a:pt x="4545" y="16331"/>
                  </a:cubicBezTo>
                  <a:cubicBezTo>
                    <a:pt x="7040" y="16331"/>
                    <a:pt x="9943" y="15811"/>
                    <a:pt x="10917" y="15421"/>
                  </a:cubicBezTo>
                  <a:cubicBezTo>
                    <a:pt x="11743" y="15087"/>
                    <a:pt x="12255" y="13425"/>
                    <a:pt x="12559" y="11851"/>
                  </a:cubicBezTo>
                  <a:cubicBezTo>
                    <a:pt x="13572" y="10543"/>
                    <a:pt x="14123" y="8940"/>
                    <a:pt x="14113" y="7288"/>
                  </a:cubicBezTo>
                  <a:cubicBezTo>
                    <a:pt x="14113" y="3266"/>
                    <a:pt x="10956" y="0"/>
                    <a:pt x="7052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7"/>
            <p:cNvSpPr/>
            <p:nvPr/>
          </p:nvSpPr>
          <p:spPr>
            <a:xfrm>
              <a:off x="7293157" y="1505396"/>
              <a:ext cx="446525" cy="761834"/>
            </a:xfrm>
            <a:custGeom>
              <a:avLst/>
              <a:gdLst/>
              <a:ahLst/>
              <a:cxnLst/>
              <a:rect l="l" t="t" r="r" b="b"/>
              <a:pathLst>
                <a:path w="9137" h="15589" extrusionOk="0">
                  <a:moveTo>
                    <a:pt x="6265" y="1"/>
                  </a:moveTo>
                  <a:cubicBezTo>
                    <a:pt x="4505" y="197"/>
                    <a:pt x="2036" y="699"/>
                    <a:pt x="286" y="1023"/>
                  </a:cubicBezTo>
                  <a:cubicBezTo>
                    <a:pt x="0" y="1790"/>
                    <a:pt x="59" y="2646"/>
                    <a:pt x="453" y="3374"/>
                  </a:cubicBezTo>
                  <a:cubicBezTo>
                    <a:pt x="866" y="4052"/>
                    <a:pt x="1554" y="4515"/>
                    <a:pt x="2341" y="4623"/>
                  </a:cubicBezTo>
                  <a:cubicBezTo>
                    <a:pt x="1800" y="5597"/>
                    <a:pt x="1544" y="6806"/>
                    <a:pt x="1977" y="7839"/>
                  </a:cubicBezTo>
                  <a:cubicBezTo>
                    <a:pt x="2380" y="8832"/>
                    <a:pt x="3325" y="9481"/>
                    <a:pt x="4249" y="10022"/>
                  </a:cubicBezTo>
                  <a:cubicBezTo>
                    <a:pt x="4524" y="9727"/>
                    <a:pt x="4770" y="9452"/>
                    <a:pt x="5154" y="9324"/>
                  </a:cubicBezTo>
                  <a:cubicBezTo>
                    <a:pt x="5296" y="9271"/>
                    <a:pt x="5451" y="9243"/>
                    <a:pt x="5603" y="9243"/>
                  </a:cubicBezTo>
                  <a:cubicBezTo>
                    <a:pt x="5850" y="9243"/>
                    <a:pt x="6093" y="9317"/>
                    <a:pt x="6275" y="9481"/>
                  </a:cubicBezTo>
                  <a:cubicBezTo>
                    <a:pt x="6708" y="9865"/>
                    <a:pt x="6639" y="10563"/>
                    <a:pt x="6413" y="11094"/>
                  </a:cubicBezTo>
                  <a:cubicBezTo>
                    <a:pt x="6236" y="11488"/>
                    <a:pt x="6000" y="11842"/>
                    <a:pt x="5695" y="12146"/>
                  </a:cubicBezTo>
                  <a:cubicBezTo>
                    <a:pt x="5400" y="12451"/>
                    <a:pt x="5046" y="12697"/>
                    <a:pt x="4800" y="13032"/>
                  </a:cubicBezTo>
                  <a:cubicBezTo>
                    <a:pt x="4318" y="13681"/>
                    <a:pt x="4760" y="14782"/>
                    <a:pt x="4780" y="15589"/>
                  </a:cubicBezTo>
                  <a:cubicBezTo>
                    <a:pt x="5016" y="14910"/>
                    <a:pt x="5282" y="14310"/>
                    <a:pt x="5960" y="14064"/>
                  </a:cubicBezTo>
                  <a:cubicBezTo>
                    <a:pt x="6629" y="13818"/>
                    <a:pt x="7367" y="13632"/>
                    <a:pt x="7888" y="13130"/>
                  </a:cubicBezTo>
                  <a:cubicBezTo>
                    <a:pt x="8566" y="12481"/>
                    <a:pt x="8694" y="11360"/>
                    <a:pt x="8281" y="10514"/>
                  </a:cubicBezTo>
                  <a:cubicBezTo>
                    <a:pt x="8212" y="10396"/>
                    <a:pt x="8173" y="10268"/>
                    <a:pt x="8163" y="10140"/>
                  </a:cubicBezTo>
                  <a:cubicBezTo>
                    <a:pt x="8183" y="10003"/>
                    <a:pt x="8242" y="9875"/>
                    <a:pt x="8340" y="9766"/>
                  </a:cubicBezTo>
                  <a:cubicBezTo>
                    <a:pt x="9107" y="8635"/>
                    <a:pt x="9137" y="7170"/>
                    <a:pt x="9117" y="5803"/>
                  </a:cubicBezTo>
                  <a:cubicBezTo>
                    <a:pt x="9098" y="4564"/>
                    <a:pt x="9127" y="3256"/>
                    <a:pt x="8557" y="2145"/>
                  </a:cubicBezTo>
                  <a:cubicBezTo>
                    <a:pt x="8055" y="1191"/>
                    <a:pt x="7249" y="433"/>
                    <a:pt x="6265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6966313" y="1895672"/>
              <a:ext cx="75504" cy="31765"/>
            </a:xfrm>
            <a:custGeom>
              <a:avLst/>
              <a:gdLst/>
              <a:ahLst/>
              <a:cxnLst/>
              <a:rect l="l" t="t" r="r" b="b"/>
              <a:pathLst>
                <a:path w="1545" h="650" fill="none" extrusionOk="0">
                  <a:moveTo>
                    <a:pt x="1" y="286"/>
                  </a:moveTo>
                  <a:cubicBezTo>
                    <a:pt x="532" y="0"/>
                    <a:pt x="1191" y="158"/>
                    <a:pt x="1545" y="649"/>
                  </a:cubicBez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7219607" y="1897920"/>
              <a:ext cx="69591" cy="58839"/>
            </a:xfrm>
            <a:custGeom>
              <a:avLst/>
              <a:gdLst/>
              <a:ahLst/>
              <a:cxnLst/>
              <a:rect l="l" t="t" r="r" b="b"/>
              <a:pathLst>
                <a:path w="1424" h="1204" extrusionOk="0">
                  <a:moveTo>
                    <a:pt x="640" y="1"/>
                  </a:moveTo>
                  <a:cubicBezTo>
                    <a:pt x="621" y="1"/>
                    <a:pt x="601" y="2"/>
                    <a:pt x="581" y="4"/>
                  </a:cubicBezTo>
                  <a:cubicBezTo>
                    <a:pt x="247" y="33"/>
                    <a:pt x="1" y="318"/>
                    <a:pt x="40" y="653"/>
                  </a:cubicBezTo>
                  <a:cubicBezTo>
                    <a:pt x="65" y="992"/>
                    <a:pt x="352" y="1203"/>
                    <a:pt x="645" y="1203"/>
                  </a:cubicBezTo>
                  <a:cubicBezTo>
                    <a:pt x="810" y="1203"/>
                    <a:pt x="978" y="1136"/>
                    <a:pt x="1102" y="987"/>
                  </a:cubicBezTo>
                  <a:cubicBezTo>
                    <a:pt x="1424" y="590"/>
                    <a:pt x="1135" y="1"/>
                    <a:pt x="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7054768" y="1864493"/>
              <a:ext cx="55810" cy="151839"/>
            </a:xfrm>
            <a:custGeom>
              <a:avLst/>
              <a:gdLst/>
              <a:ahLst/>
              <a:cxnLst/>
              <a:rect l="l" t="t" r="r" b="b"/>
              <a:pathLst>
                <a:path w="1142" h="3107" extrusionOk="0">
                  <a:moveTo>
                    <a:pt x="857" y="0"/>
                  </a:moveTo>
                  <a:cubicBezTo>
                    <a:pt x="797" y="0"/>
                    <a:pt x="737" y="46"/>
                    <a:pt x="748" y="127"/>
                  </a:cubicBezTo>
                  <a:lnTo>
                    <a:pt x="876" y="1042"/>
                  </a:lnTo>
                  <a:cubicBezTo>
                    <a:pt x="915" y="1356"/>
                    <a:pt x="758" y="1661"/>
                    <a:pt x="482" y="1819"/>
                  </a:cubicBezTo>
                  <a:lnTo>
                    <a:pt x="69" y="2045"/>
                  </a:lnTo>
                  <a:cubicBezTo>
                    <a:pt x="20" y="2064"/>
                    <a:pt x="0" y="2114"/>
                    <a:pt x="10" y="2163"/>
                  </a:cubicBezTo>
                  <a:lnTo>
                    <a:pt x="246" y="3028"/>
                  </a:lnTo>
                  <a:cubicBezTo>
                    <a:pt x="256" y="3077"/>
                    <a:pt x="295" y="3107"/>
                    <a:pt x="345" y="3107"/>
                  </a:cubicBezTo>
                  <a:cubicBezTo>
                    <a:pt x="413" y="3107"/>
                    <a:pt x="472" y="3038"/>
                    <a:pt x="453" y="2969"/>
                  </a:cubicBezTo>
                  <a:lnTo>
                    <a:pt x="246" y="2192"/>
                  </a:lnTo>
                  <a:lnTo>
                    <a:pt x="590" y="2005"/>
                  </a:lnTo>
                  <a:cubicBezTo>
                    <a:pt x="944" y="1809"/>
                    <a:pt x="1141" y="1415"/>
                    <a:pt x="1092" y="1012"/>
                  </a:cubicBezTo>
                  <a:lnTo>
                    <a:pt x="964" y="97"/>
                  </a:lnTo>
                  <a:cubicBezTo>
                    <a:pt x="955" y="31"/>
                    <a:pt x="906" y="0"/>
                    <a:pt x="8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7084090" y="2017749"/>
              <a:ext cx="89481" cy="53415"/>
            </a:xfrm>
            <a:custGeom>
              <a:avLst/>
              <a:gdLst/>
              <a:ahLst/>
              <a:cxnLst/>
              <a:rect l="l" t="t" r="r" b="b"/>
              <a:pathLst>
                <a:path w="1831" h="1093" extrusionOk="0">
                  <a:moveTo>
                    <a:pt x="1708" y="1"/>
                  </a:moveTo>
                  <a:cubicBezTo>
                    <a:pt x="1658" y="1"/>
                    <a:pt x="1608" y="31"/>
                    <a:pt x="1603" y="99"/>
                  </a:cubicBezTo>
                  <a:cubicBezTo>
                    <a:pt x="1556" y="573"/>
                    <a:pt x="1158" y="879"/>
                    <a:pt x="742" y="879"/>
                  </a:cubicBezTo>
                  <a:cubicBezTo>
                    <a:pt x="554" y="879"/>
                    <a:pt x="362" y="817"/>
                    <a:pt x="197" y="679"/>
                  </a:cubicBezTo>
                  <a:cubicBezTo>
                    <a:pt x="176" y="663"/>
                    <a:pt x="152" y="655"/>
                    <a:pt x="129" y="655"/>
                  </a:cubicBezTo>
                  <a:cubicBezTo>
                    <a:pt x="95" y="655"/>
                    <a:pt x="62" y="670"/>
                    <a:pt x="40" y="699"/>
                  </a:cubicBezTo>
                  <a:cubicBezTo>
                    <a:pt x="0" y="738"/>
                    <a:pt x="10" y="807"/>
                    <a:pt x="59" y="846"/>
                  </a:cubicBezTo>
                  <a:cubicBezTo>
                    <a:pt x="256" y="1013"/>
                    <a:pt x="502" y="1092"/>
                    <a:pt x="748" y="1092"/>
                  </a:cubicBezTo>
                  <a:cubicBezTo>
                    <a:pt x="895" y="1092"/>
                    <a:pt x="1033" y="1072"/>
                    <a:pt x="1161" y="1013"/>
                  </a:cubicBezTo>
                  <a:cubicBezTo>
                    <a:pt x="1525" y="856"/>
                    <a:pt x="1780" y="522"/>
                    <a:pt x="1820" y="118"/>
                  </a:cubicBezTo>
                  <a:cubicBezTo>
                    <a:pt x="1830" y="44"/>
                    <a:pt x="1769" y="1"/>
                    <a:pt x="17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7204702" y="1785763"/>
              <a:ext cx="110495" cy="66561"/>
            </a:xfrm>
            <a:custGeom>
              <a:avLst/>
              <a:gdLst/>
              <a:ahLst/>
              <a:cxnLst/>
              <a:rect l="l" t="t" r="r" b="b"/>
              <a:pathLst>
                <a:path w="2261" h="1362" extrusionOk="0">
                  <a:moveTo>
                    <a:pt x="868" y="1"/>
                  </a:moveTo>
                  <a:cubicBezTo>
                    <a:pt x="689" y="1"/>
                    <a:pt x="524" y="31"/>
                    <a:pt x="404" y="96"/>
                  </a:cubicBezTo>
                  <a:cubicBezTo>
                    <a:pt x="266" y="164"/>
                    <a:pt x="158" y="273"/>
                    <a:pt x="79" y="400"/>
                  </a:cubicBezTo>
                  <a:cubicBezTo>
                    <a:pt x="11" y="528"/>
                    <a:pt x="1" y="695"/>
                    <a:pt x="70" y="833"/>
                  </a:cubicBezTo>
                  <a:cubicBezTo>
                    <a:pt x="138" y="961"/>
                    <a:pt x="256" y="1059"/>
                    <a:pt x="394" y="1118"/>
                  </a:cubicBezTo>
                  <a:cubicBezTo>
                    <a:pt x="552" y="1197"/>
                    <a:pt x="709" y="1266"/>
                    <a:pt x="886" y="1315"/>
                  </a:cubicBezTo>
                  <a:cubicBezTo>
                    <a:pt x="984" y="1346"/>
                    <a:pt x="1103" y="1362"/>
                    <a:pt x="1228" y="1362"/>
                  </a:cubicBezTo>
                  <a:cubicBezTo>
                    <a:pt x="1704" y="1362"/>
                    <a:pt x="2260" y="1127"/>
                    <a:pt x="2027" y="558"/>
                  </a:cubicBezTo>
                  <a:cubicBezTo>
                    <a:pt x="1872" y="198"/>
                    <a:pt x="1323" y="1"/>
                    <a:pt x="868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6955268" y="1800571"/>
              <a:ext cx="118754" cy="65339"/>
            </a:xfrm>
            <a:custGeom>
              <a:avLst/>
              <a:gdLst/>
              <a:ahLst/>
              <a:cxnLst/>
              <a:rect l="l" t="t" r="r" b="b"/>
              <a:pathLst>
                <a:path w="2430" h="1337" extrusionOk="0">
                  <a:moveTo>
                    <a:pt x="1200" y="1"/>
                  </a:moveTo>
                  <a:cubicBezTo>
                    <a:pt x="822" y="1"/>
                    <a:pt x="421" y="132"/>
                    <a:pt x="237" y="333"/>
                  </a:cubicBezTo>
                  <a:cubicBezTo>
                    <a:pt x="128" y="432"/>
                    <a:pt x="50" y="570"/>
                    <a:pt x="30" y="717"/>
                  </a:cubicBezTo>
                  <a:cubicBezTo>
                    <a:pt x="0" y="865"/>
                    <a:pt x="50" y="1022"/>
                    <a:pt x="148" y="1130"/>
                  </a:cubicBezTo>
                  <a:cubicBezTo>
                    <a:pt x="266" y="1228"/>
                    <a:pt x="404" y="1287"/>
                    <a:pt x="551" y="1297"/>
                  </a:cubicBezTo>
                  <a:cubicBezTo>
                    <a:pt x="728" y="1327"/>
                    <a:pt x="895" y="1337"/>
                    <a:pt x="1072" y="1337"/>
                  </a:cubicBezTo>
                  <a:cubicBezTo>
                    <a:pt x="1564" y="1327"/>
                    <a:pt x="2430" y="845"/>
                    <a:pt x="1918" y="255"/>
                  </a:cubicBezTo>
                  <a:cubicBezTo>
                    <a:pt x="1761" y="77"/>
                    <a:pt x="1487" y="1"/>
                    <a:pt x="1200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7435907" y="1927389"/>
              <a:ext cx="238437" cy="218693"/>
            </a:xfrm>
            <a:custGeom>
              <a:avLst/>
              <a:gdLst/>
              <a:ahLst/>
              <a:cxnLst/>
              <a:rect l="l" t="t" r="r" b="b"/>
              <a:pathLst>
                <a:path w="4879" h="4475" extrusionOk="0">
                  <a:moveTo>
                    <a:pt x="2442" y="1"/>
                  </a:moveTo>
                  <a:cubicBezTo>
                    <a:pt x="2288" y="1"/>
                    <a:pt x="2133" y="16"/>
                    <a:pt x="1977" y="50"/>
                  </a:cubicBezTo>
                  <a:cubicBezTo>
                    <a:pt x="767" y="305"/>
                    <a:pt x="0" y="1495"/>
                    <a:pt x="256" y="2705"/>
                  </a:cubicBezTo>
                  <a:cubicBezTo>
                    <a:pt x="479" y="3750"/>
                    <a:pt x="1411" y="4475"/>
                    <a:pt x="2441" y="4475"/>
                  </a:cubicBezTo>
                  <a:cubicBezTo>
                    <a:pt x="2593" y="4475"/>
                    <a:pt x="2747" y="4459"/>
                    <a:pt x="2902" y="4426"/>
                  </a:cubicBezTo>
                  <a:cubicBezTo>
                    <a:pt x="4111" y="4161"/>
                    <a:pt x="4878" y="2980"/>
                    <a:pt x="4623" y="1771"/>
                  </a:cubicBezTo>
                  <a:cubicBezTo>
                    <a:pt x="4400" y="718"/>
                    <a:pt x="3470" y="1"/>
                    <a:pt x="2442" y="1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7512779" y="1961011"/>
              <a:ext cx="99548" cy="144264"/>
            </a:xfrm>
            <a:custGeom>
              <a:avLst/>
              <a:gdLst/>
              <a:ahLst/>
              <a:cxnLst/>
              <a:rect l="l" t="t" r="r" b="b"/>
              <a:pathLst>
                <a:path w="2037" h="2952" extrusionOk="0">
                  <a:moveTo>
                    <a:pt x="1722" y="0"/>
                  </a:moveTo>
                  <a:cubicBezTo>
                    <a:pt x="1706" y="0"/>
                    <a:pt x="1690" y="4"/>
                    <a:pt x="1673" y="11"/>
                  </a:cubicBezTo>
                  <a:cubicBezTo>
                    <a:pt x="620" y="552"/>
                    <a:pt x="1" y="1663"/>
                    <a:pt x="89" y="2843"/>
                  </a:cubicBezTo>
                  <a:cubicBezTo>
                    <a:pt x="99" y="2902"/>
                    <a:pt x="148" y="2942"/>
                    <a:pt x="207" y="2951"/>
                  </a:cubicBezTo>
                  <a:lnTo>
                    <a:pt x="227" y="2951"/>
                  </a:lnTo>
                  <a:cubicBezTo>
                    <a:pt x="286" y="2942"/>
                    <a:pt x="335" y="2882"/>
                    <a:pt x="335" y="2823"/>
                  </a:cubicBezTo>
                  <a:cubicBezTo>
                    <a:pt x="335" y="2676"/>
                    <a:pt x="384" y="2528"/>
                    <a:pt x="483" y="2410"/>
                  </a:cubicBezTo>
                  <a:cubicBezTo>
                    <a:pt x="650" y="2174"/>
                    <a:pt x="856" y="1978"/>
                    <a:pt x="1102" y="1820"/>
                  </a:cubicBezTo>
                  <a:cubicBezTo>
                    <a:pt x="1306" y="1688"/>
                    <a:pt x="1549" y="1611"/>
                    <a:pt x="1795" y="1611"/>
                  </a:cubicBezTo>
                  <a:cubicBezTo>
                    <a:pt x="1823" y="1611"/>
                    <a:pt x="1851" y="1612"/>
                    <a:pt x="1879" y="1614"/>
                  </a:cubicBezTo>
                  <a:cubicBezTo>
                    <a:pt x="2027" y="1614"/>
                    <a:pt x="2037" y="1397"/>
                    <a:pt x="1899" y="1378"/>
                  </a:cubicBezTo>
                  <a:cubicBezTo>
                    <a:pt x="1869" y="1376"/>
                    <a:pt x="1839" y="1375"/>
                    <a:pt x="1810" y="1375"/>
                  </a:cubicBezTo>
                  <a:cubicBezTo>
                    <a:pt x="1515" y="1375"/>
                    <a:pt x="1225" y="1463"/>
                    <a:pt x="975" y="1624"/>
                  </a:cubicBezTo>
                  <a:cubicBezTo>
                    <a:pt x="729" y="1781"/>
                    <a:pt x="512" y="1988"/>
                    <a:pt x="335" y="2224"/>
                  </a:cubicBezTo>
                  <a:cubicBezTo>
                    <a:pt x="463" y="1368"/>
                    <a:pt x="1004" y="621"/>
                    <a:pt x="1781" y="227"/>
                  </a:cubicBezTo>
                  <a:cubicBezTo>
                    <a:pt x="1902" y="167"/>
                    <a:pt x="1833" y="0"/>
                    <a:pt x="17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7"/>
            <p:cNvSpPr/>
            <p:nvPr/>
          </p:nvSpPr>
          <p:spPr>
            <a:xfrm>
              <a:off x="6899996" y="1438102"/>
              <a:ext cx="717167" cy="234723"/>
            </a:xfrm>
            <a:custGeom>
              <a:avLst/>
              <a:gdLst/>
              <a:ahLst/>
              <a:cxnLst/>
              <a:rect l="l" t="t" r="r" b="b"/>
              <a:pathLst>
                <a:path w="14675" h="4803" extrusionOk="0">
                  <a:moveTo>
                    <a:pt x="6039" y="1"/>
                  </a:moveTo>
                  <a:cubicBezTo>
                    <a:pt x="4111" y="1"/>
                    <a:pt x="2184" y="45"/>
                    <a:pt x="286" y="99"/>
                  </a:cubicBezTo>
                  <a:cubicBezTo>
                    <a:pt x="0" y="679"/>
                    <a:pt x="276" y="1437"/>
                    <a:pt x="797" y="1830"/>
                  </a:cubicBezTo>
                  <a:cubicBezTo>
                    <a:pt x="1249" y="2180"/>
                    <a:pt x="1828" y="2300"/>
                    <a:pt x="2397" y="2300"/>
                  </a:cubicBezTo>
                  <a:cubicBezTo>
                    <a:pt x="2484" y="2300"/>
                    <a:pt x="2570" y="2297"/>
                    <a:pt x="2656" y="2292"/>
                  </a:cubicBezTo>
                  <a:cubicBezTo>
                    <a:pt x="3536" y="3793"/>
                    <a:pt x="5232" y="4802"/>
                    <a:pt x="6957" y="4802"/>
                  </a:cubicBezTo>
                  <a:cubicBezTo>
                    <a:pt x="7198" y="4802"/>
                    <a:pt x="7441" y="4782"/>
                    <a:pt x="7681" y="4741"/>
                  </a:cubicBezTo>
                  <a:cubicBezTo>
                    <a:pt x="8478" y="4603"/>
                    <a:pt x="9216" y="4249"/>
                    <a:pt x="9953" y="3905"/>
                  </a:cubicBezTo>
                  <a:cubicBezTo>
                    <a:pt x="9970" y="3888"/>
                    <a:pt x="9994" y="3871"/>
                    <a:pt x="10001" y="3855"/>
                  </a:cubicBezTo>
                  <a:lnTo>
                    <a:pt x="10001" y="3855"/>
                  </a:lnTo>
                  <a:lnTo>
                    <a:pt x="10553" y="3836"/>
                  </a:lnTo>
                  <a:cubicBezTo>
                    <a:pt x="11065" y="3866"/>
                    <a:pt x="11556" y="4121"/>
                    <a:pt x="12078" y="4131"/>
                  </a:cubicBezTo>
                  <a:cubicBezTo>
                    <a:pt x="12343" y="4131"/>
                    <a:pt x="12599" y="4082"/>
                    <a:pt x="12855" y="4003"/>
                  </a:cubicBezTo>
                  <a:cubicBezTo>
                    <a:pt x="13238" y="3895"/>
                    <a:pt x="13622" y="3748"/>
                    <a:pt x="13986" y="3581"/>
                  </a:cubicBezTo>
                  <a:cubicBezTo>
                    <a:pt x="14271" y="3443"/>
                    <a:pt x="14654" y="3276"/>
                    <a:pt x="14654" y="2961"/>
                  </a:cubicBezTo>
                  <a:cubicBezTo>
                    <a:pt x="14674" y="2125"/>
                    <a:pt x="14448" y="1220"/>
                    <a:pt x="13789" y="699"/>
                  </a:cubicBezTo>
                  <a:cubicBezTo>
                    <a:pt x="13238" y="276"/>
                    <a:pt x="12491" y="207"/>
                    <a:pt x="11792" y="168"/>
                  </a:cubicBezTo>
                  <a:cubicBezTo>
                    <a:pt x="9894" y="45"/>
                    <a:pt x="7967" y="1"/>
                    <a:pt x="6039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7"/>
            <p:cNvSpPr/>
            <p:nvPr/>
          </p:nvSpPr>
          <p:spPr>
            <a:xfrm>
              <a:off x="6254519" y="2283553"/>
              <a:ext cx="1638025" cy="1513504"/>
            </a:xfrm>
            <a:custGeom>
              <a:avLst/>
              <a:gdLst/>
              <a:ahLst/>
              <a:cxnLst/>
              <a:rect l="l" t="t" r="r" b="b"/>
              <a:pathLst>
                <a:path w="33518" h="30970" extrusionOk="0">
                  <a:moveTo>
                    <a:pt x="26505" y="0"/>
                  </a:moveTo>
                  <a:lnTo>
                    <a:pt x="17939" y="915"/>
                  </a:lnTo>
                  <a:lnTo>
                    <a:pt x="17260" y="2783"/>
                  </a:lnTo>
                  <a:cubicBezTo>
                    <a:pt x="17260" y="2783"/>
                    <a:pt x="12304" y="2960"/>
                    <a:pt x="10160" y="3737"/>
                  </a:cubicBezTo>
                  <a:cubicBezTo>
                    <a:pt x="8016" y="4514"/>
                    <a:pt x="3639" y="20682"/>
                    <a:pt x="3639" y="20682"/>
                  </a:cubicBezTo>
                  <a:lnTo>
                    <a:pt x="0" y="30970"/>
                  </a:lnTo>
                  <a:lnTo>
                    <a:pt x="22906" y="30970"/>
                  </a:lnTo>
                  <a:lnTo>
                    <a:pt x="25777" y="21184"/>
                  </a:lnTo>
                  <a:cubicBezTo>
                    <a:pt x="25777" y="21184"/>
                    <a:pt x="30596" y="17171"/>
                    <a:pt x="32062" y="11428"/>
                  </a:cubicBezTo>
                  <a:cubicBezTo>
                    <a:pt x="33517" y="5694"/>
                    <a:pt x="26731" y="1515"/>
                    <a:pt x="26731" y="1515"/>
                  </a:cubicBezTo>
                  <a:lnTo>
                    <a:pt x="265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7"/>
            <p:cNvSpPr/>
            <p:nvPr/>
          </p:nvSpPr>
          <p:spPr>
            <a:xfrm>
              <a:off x="5891658" y="2466181"/>
              <a:ext cx="1083839" cy="916117"/>
            </a:xfrm>
            <a:custGeom>
              <a:avLst/>
              <a:gdLst/>
              <a:ahLst/>
              <a:cxnLst/>
              <a:rect l="l" t="t" r="r" b="b"/>
              <a:pathLst>
                <a:path w="22178" h="18746" extrusionOk="0">
                  <a:moveTo>
                    <a:pt x="17575" y="0"/>
                  </a:moveTo>
                  <a:lnTo>
                    <a:pt x="8743" y="6786"/>
                  </a:lnTo>
                  <a:lnTo>
                    <a:pt x="8832" y="4957"/>
                  </a:lnTo>
                  <a:lnTo>
                    <a:pt x="2547" y="4455"/>
                  </a:lnTo>
                  <a:lnTo>
                    <a:pt x="2233" y="7288"/>
                  </a:lnTo>
                  <a:cubicBezTo>
                    <a:pt x="2233" y="7288"/>
                    <a:pt x="0" y="9019"/>
                    <a:pt x="413" y="12618"/>
                  </a:cubicBezTo>
                  <a:cubicBezTo>
                    <a:pt x="775" y="15848"/>
                    <a:pt x="2095" y="18745"/>
                    <a:pt x="5659" y="18745"/>
                  </a:cubicBezTo>
                  <a:cubicBezTo>
                    <a:pt x="6067" y="18745"/>
                    <a:pt x="6504" y="18707"/>
                    <a:pt x="6973" y="18627"/>
                  </a:cubicBezTo>
                  <a:cubicBezTo>
                    <a:pt x="11526" y="17850"/>
                    <a:pt x="17899" y="12933"/>
                    <a:pt x="17899" y="12933"/>
                  </a:cubicBezTo>
                  <a:lnTo>
                    <a:pt x="22178" y="7199"/>
                  </a:lnTo>
                  <a:lnTo>
                    <a:pt x="175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7"/>
            <p:cNvSpPr/>
            <p:nvPr/>
          </p:nvSpPr>
          <p:spPr>
            <a:xfrm>
              <a:off x="6784174" y="2599889"/>
              <a:ext cx="72034" cy="254173"/>
            </a:xfrm>
            <a:custGeom>
              <a:avLst/>
              <a:gdLst/>
              <a:ahLst/>
              <a:cxnLst/>
              <a:rect l="l" t="t" r="r" b="b"/>
              <a:pathLst>
                <a:path w="1474" h="5201" extrusionOk="0">
                  <a:moveTo>
                    <a:pt x="1344" y="1"/>
                  </a:moveTo>
                  <a:cubicBezTo>
                    <a:pt x="1300" y="1"/>
                    <a:pt x="1256" y="26"/>
                    <a:pt x="1239" y="87"/>
                  </a:cubicBezTo>
                  <a:lnTo>
                    <a:pt x="10" y="5073"/>
                  </a:lnTo>
                  <a:cubicBezTo>
                    <a:pt x="0" y="5132"/>
                    <a:pt x="30" y="5191"/>
                    <a:pt x="89" y="5201"/>
                  </a:cubicBezTo>
                  <a:lnTo>
                    <a:pt x="118" y="5201"/>
                  </a:lnTo>
                  <a:cubicBezTo>
                    <a:pt x="167" y="5201"/>
                    <a:pt x="207" y="5171"/>
                    <a:pt x="227" y="5122"/>
                  </a:cubicBezTo>
                  <a:lnTo>
                    <a:pt x="1456" y="136"/>
                  </a:lnTo>
                  <a:cubicBezTo>
                    <a:pt x="1473" y="55"/>
                    <a:pt x="1408" y="1"/>
                    <a:pt x="13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7"/>
            <p:cNvSpPr/>
            <p:nvPr/>
          </p:nvSpPr>
          <p:spPr>
            <a:xfrm>
              <a:off x="6028641" y="1237686"/>
              <a:ext cx="882446" cy="454344"/>
            </a:xfrm>
            <a:custGeom>
              <a:avLst/>
              <a:gdLst/>
              <a:ahLst/>
              <a:cxnLst/>
              <a:rect l="l" t="t" r="r" b="b"/>
              <a:pathLst>
                <a:path w="18057" h="9297" extrusionOk="0">
                  <a:moveTo>
                    <a:pt x="2529" y="1"/>
                  </a:moveTo>
                  <a:cubicBezTo>
                    <a:pt x="1131" y="1"/>
                    <a:pt x="0" y="1098"/>
                    <a:pt x="59" y="2430"/>
                  </a:cubicBezTo>
                  <a:lnTo>
                    <a:pt x="266" y="7062"/>
                  </a:lnTo>
                  <a:cubicBezTo>
                    <a:pt x="323" y="8310"/>
                    <a:pt x="1412" y="9296"/>
                    <a:pt x="2727" y="9296"/>
                  </a:cubicBezTo>
                  <a:cubicBezTo>
                    <a:pt x="2759" y="9296"/>
                    <a:pt x="2791" y="9296"/>
                    <a:pt x="2823" y="9294"/>
                  </a:cubicBezTo>
                  <a:lnTo>
                    <a:pt x="15372" y="8881"/>
                  </a:lnTo>
                  <a:cubicBezTo>
                    <a:pt x="16660" y="8832"/>
                    <a:pt x="17693" y="7878"/>
                    <a:pt x="17762" y="6669"/>
                  </a:cubicBezTo>
                  <a:lnTo>
                    <a:pt x="17978" y="2538"/>
                  </a:lnTo>
                  <a:cubicBezTo>
                    <a:pt x="18057" y="1220"/>
                    <a:pt x="16936" y="99"/>
                    <a:pt x="15519" y="89"/>
                  </a:cubicBezTo>
                  <a:lnTo>
                    <a:pt x="2547" y="1"/>
                  </a:lnTo>
                  <a:cubicBezTo>
                    <a:pt x="2541" y="1"/>
                    <a:pt x="2535" y="1"/>
                    <a:pt x="25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7"/>
            <p:cNvSpPr/>
            <p:nvPr/>
          </p:nvSpPr>
          <p:spPr>
            <a:xfrm>
              <a:off x="6095446" y="1237686"/>
              <a:ext cx="882446" cy="454344"/>
            </a:xfrm>
            <a:custGeom>
              <a:avLst/>
              <a:gdLst/>
              <a:ahLst/>
              <a:cxnLst/>
              <a:rect l="l" t="t" r="r" b="b"/>
              <a:pathLst>
                <a:path w="18057" h="9297" extrusionOk="0">
                  <a:moveTo>
                    <a:pt x="2528" y="1"/>
                  </a:moveTo>
                  <a:cubicBezTo>
                    <a:pt x="1121" y="1"/>
                    <a:pt x="0" y="1098"/>
                    <a:pt x="59" y="2430"/>
                  </a:cubicBezTo>
                  <a:lnTo>
                    <a:pt x="266" y="7062"/>
                  </a:lnTo>
                  <a:cubicBezTo>
                    <a:pt x="323" y="8310"/>
                    <a:pt x="1412" y="9296"/>
                    <a:pt x="2727" y="9296"/>
                  </a:cubicBezTo>
                  <a:cubicBezTo>
                    <a:pt x="2759" y="9296"/>
                    <a:pt x="2791" y="9296"/>
                    <a:pt x="2823" y="9294"/>
                  </a:cubicBezTo>
                  <a:lnTo>
                    <a:pt x="15372" y="8881"/>
                  </a:lnTo>
                  <a:cubicBezTo>
                    <a:pt x="16660" y="8832"/>
                    <a:pt x="17693" y="7878"/>
                    <a:pt x="17762" y="6669"/>
                  </a:cubicBezTo>
                  <a:lnTo>
                    <a:pt x="17978" y="2538"/>
                  </a:lnTo>
                  <a:cubicBezTo>
                    <a:pt x="18057" y="1220"/>
                    <a:pt x="16936" y="99"/>
                    <a:pt x="15529" y="89"/>
                  </a:cubicBezTo>
                  <a:lnTo>
                    <a:pt x="2547" y="1"/>
                  </a:lnTo>
                  <a:cubicBezTo>
                    <a:pt x="2541" y="1"/>
                    <a:pt x="2535" y="1"/>
                    <a:pt x="25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6215569" y="1349207"/>
              <a:ext cx="246598" cy="246598"/>
            </a:xfrm>
            <a:custGeom>
              <a:avLst/>
              <a:gdLst/>
              <a:ahLst/>
              <a:cxnLst/>
              <a:rect l="l" t="t" r="r" b="b"/>
              <a:pathLst>
                <a:path w="5046" h="5046" fill="none" extrusionOk="0">
                  <a:moveTo>
                    <a:pt x="2902" y="207"/>
                  </a:moveTo>
                  <a:cubicBezTo>
                    <a:pt x="4181" y="413"/>
                    <a:pt x="5046" y="1613"/>
                    <a:pt x="4839" y="2892"/>
                  </a:cubicBezTo>
                  <a:cubicBezTo>
                    <a:pt x="4633" y="4170"/>
                    <a:pt x="3433" y="5046"/>
                    <a:pt x="2155" y="4839"/>
                  </a:cubicBezTo>
                  <a:cubicBezTo>
                    <a:pt x="876" y="4632"/>
                    <a:pt x="1" y="3433"/>
                    <a:pt x="207" y="2144"/>
                  </a:cubicBezTo>
                  <a:cubicBezTo>
                    <a:pt x="414" y="866"/>
                    <a:pt x="1623" y="0"/>
                    <a:pt x="2902" y="207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7"/>
            <p:cNvSpPr/>
            <p:nvPr/>
          </p:nvSpPr>
          <p:spPr>
            <a:xfrm>
              <a:off x="6613079" y="1341486"/>
              <a:ext cx="261992" cy="261552"/>
            </a:xfrm>
            <a:custGeom>
              <a:avLst/>
              <a:gdLst/>
              <a:ahLst/>
              <a:cxnLst/>
              <a:rect l="l" t="t" r="r" b="b"/>
              <a:pathLst>
                <a:path w="5361" h="5352" fill="none" extrusionOk="0">
                  <a:moveTo>
                    <a:pt x="3855" y="650"/>
                  </a:moveTo>
                  <a:cubicBezTo>
                    <a:pt x="4977" y="1299"/>
                    <a:pt x="5360" y="2735"/>
                    <a:pt x="4711" y="3856"/>
                  </a:cubicBezTo>
                  <a:cubicBezTo>
                    <a:pt x="4052" y="4977"/>
                    <a:pt x="2616" y="5351"/>
                    <a:pt x="1505" y="4702"/>
                  </a:cubicBezTo>
                  <a:cubicBezTo>
                    <a:pt x="384" y="4053"/>
                    <a:pt x="0" y="2617"/>
                    <a:pt x="649" y="1496"/>
                  </a:cubicBezTo>
                  <a:cubicBezTo>
                    <a:pt x="1308" y="375"/>
                    <a:pt x="2744" y="1"/>
                    <a:pt x="3855" y="65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7"/>
            <p:cNvSpPr/>
            <p:nvPr/>
          </p:nvSpPr>
          <p:spPr>
            <a:xfrm>
              <a:off x="6821169" y="1897089"/>
              <a:ext cx="141821" cy="82737"/>
            </a:xfrm>
            <a:custGeom>
              <a:avLst/>
              <a:gdLst/>
              <a:ahLst/>
              <a:cxnLst/>
              <a:rect l="l" t="t" r="r" b="b"/>
              <a:pathLst>
                <a:path w="2902" h="1693" extrusionOk="0">
                  <a:moveTo>
                    <a:pt x="1" y="1"/>
                  </a:moveTo>
                  <a:lnTo>
                    <a:pt x="1" y="1692"/>
                  </a:lnTo>
                  <a:lnTo>
                    <a:pt x="2902" y="169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6908157" y="1847144"/>
              <a:ext cx="57276" cy="175443"/>
            </a:xfrm>
            <a:custGeom>
              <a:avLst/>
              <a:gdLst/>
              <a:ahLst/>
              <a:cxnLst/>
              <a:rect l="l" t="t" r="r" b="b"/>
              <a:pathLst>
                <a:path w="1172" h="3590" extrusionOk="0">
                  <a:moveTo>
                    <a:pt x="1171" y="0"/>
                  </a:moveTo>
                  <a:lnTo>
                    <a:pt x="1" y="1938"/>
                  </a:lnTo>
                  <a:lnTo>
                    <a:pt x="1171" y="3590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5986808" y="1694278"/>
              <a:ext cx="869006" cy="589177"/>
            </a:xfrm>
            <a:custGeom>
              <a:avLst/>
              <a:gdLst/>
              <a:ahLst/>
              <a:cxnLst/>
              <a:rect l="l" t="t" r="r" b="b"/>
              <a:pathLst>
                <a:path w="17782" h="12056" extrusionOk="0">
                  <a:moveTo>
                    <a:pt x="16582" y="1"/>
                  </a:moveTo>
                  <a:lnTo>
                    <a:pt x="8488" y="69"/>
                  </a:lnTo>
                  <a:lnTo>
                    <a:pt x="8232" y="69"/>
                  </a:lnTo>
                  <a:lnTo>
                    <a:pt x="6796" y="79"/>
                  </a:lnTo>
                  <a:lnTo>
                    <a:pt x="6531" y="79"/>
                  </a:lnTo>
                  <a:lnTo>
                    <a:pt x="3128" y="109"/>
                  </a:lnTo>
                  <a:cubicBezTo>
                    <a:pt x="3000" y="109"/>
                    <a:pt x="2872" y="119"/>
                    <a:pt x="2744" y="148"/>
                  </a:cubicBezTo>
                  <a:cubicBezTo>
                    <a:pt x="1662" y="315"/>
                    <a:pt x="1131" y="1181"/>
                    <a:pt x="836" y="2341"/>
                  </a:cubicBezTo>
                  <a:lnTo>
                    <a:pt x="836" y="2371"/>
                  </a:lnTo>
                  <a:cubicBezTo>
                    <a:pt x="374" y="4239"/>
                    <a:pt x="0" y="7032"/>
                    <a:pt x="836" y="9796"/>
                  </a:cubicBezTo>
                  <a:cubicBezTo>
                    <a:pt x="856" y="9855"/>
                    <a:pt x="876" y="9924"/>
                    <a:pt x="895" y="9993"/>
                  </a:cubicBezTo>
                  <a:cubicBezTo>
                    <a:pt x="1092" y="10602"/>
                    <a:pt x="1299" y="11124"/>
                    <a:pt x="1594" y="11478"/>
                  </a:cubicBezTo>
                  <a:cubicBezTo>
                    <a:pt x="1603" y="11488"/>
                    <a:pt x="1603" y="11488"/>
                    <a:pt x="1613" y="11497"/>
                  </a:cubicBezTo>
                  <a:cubicBezTo>
                    <a:pt x="1731" y="11645"/>
                    <a:pt x="1889" y="11773"/>
                    <a:pt x="2056" y="11871"/>
                  </a:cubicBezTo>
                  <a:cubicBezTo>
                    <a:pt x="2076" y="11881"/>
                    <a:pt x="2105" y="11891"/>
                    <a:pt x="2125" y="11901"/>
                  </a:cubicBezTo>
                  <a:lnTo>
                    <a:pt x="2135" y="11901"/>
                  </a:lnTo>
                  <a:cubicBezTo>
                    <a:pt x="2331" y="11989"/>
                    <a:pt x="2548" y="12038"/>
                    <a:pt x="2774" y="12048"/>
                  </a:cubicBezTo>
                  <a:cubicBezTo>
                    <a:pt x="2823" y="12053"/>
                    <a:pt x="2872" y="12056"/>
                    <a:pt x="2920" y="12056"/>
                  </a:cubicBezTo>
                  <a:cubicBezTo>
                    <a:pt x="2968" y="12056"/>
                    <a:pt x="3015" y="12053"/>
                    <a:pt x="3059" y="12048"/>
                  </a:cubicBezTo>
                  <a:lnTo>
                    <a:pt x="7426" y="11832"/>
                  </a:lnTo>
                  <a:lnTo>
                    <a:pt x="7652" y="11822"/>
                  </a:lnTo>
                  <a:lnTo>
                    <a:pt x="9147" y="11743"/>
                  </a:lnTo>
                  <a:lnTo>
                    <a:pt x="9383" y="11733"/>
                  </a:lnTo>
                  <a:lnTo>
                    <a:pt x="16680" y="11379"/>
                  </a:lnTo>
                  <a:cubicBezTo>
                    <a:pt x="16680" y="11379"/>
                    <a:pt x="17782" y="9678"/>
                    <a:pt x="17693" y="5852"/>
                  </a:cubicBezTo>
                  <a:cubicBezTo>
                    <a:pt x="17683" y="5715"/>
                    <a:pt x="17683" y="5567"/>
                    <a:pt x="17674" y="5420"/>
                  </a:cubicBezTo>
                  <a:cubicBezTo>
                    <a:pt x="17654" y="4967"/>
                    <a:pt x="17624" y="4544"/>
                    <a:pt x="17595" y="4161"/>
                  </a:cubicBezTo>
                  <a:cubicBezTo>
                    <a:pt x="17310" y="1014"/>
                    <a:pt x="16582" y="1"/>
                    <a:pt x="16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5991108" y="1701023"/>
              <a:ext cx="256225" cy="582091"/>
            </a:xfrm>
            <a:custGeom>
              <a:avLst/>
              <a:gdLst/>
              <a:ahLst/>
              <a:cxnLst/>
              <a:rect l="l" t="t" r="r" b="b"/>
              <a:pathLst>
                <a:path w="5243" h="11911" extrusionOk="0">
                  <a:moveTo>
                    <a:pt x="2627" y="0"/>
                  </a:moveTo>
                  <a:cubicBezTo>
                    <a:pt x="1171" y="0"/>
                    <a:pt x="1" y="2666"/>
                    <a:pt x="1" y="5950"/>
                  </a:cubicBezTo>
                  <a:cubicBezTo>
                    <a:pt x="1" y="9245"/>
                    <a:pt x="1171" y="11910"/>
                    <a:pt x="2627" y="11910"/>
                  </a:cubicBezTo>
                  <a:cubicBezTo>
                    <a:pt x="4072" y="11910"/>
                    <a:pt x="5243" y="9245"/>
                    <a:pt x="5243" y="5950"/>
                  </a:cubicBezTo>
                  <a:cubicBezTo>
                    <a:pt x="5243" y="2666"/>
                    <a:pt x="4072" y="0"/>
                    <a:pt x="26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7"/>
            <p:cNvSpPr/>
            <p:nvPr/>
          </p:nvSpPr>
          <p:spPr>
            <a:xfrm>
              <a:off x="5864730" y="1715928"/>
              <a:ext cx="316287" cy="516703"/>
            </a:xfrm>
            <a:custGeom>
              <a:avLst/>
              <a:gdLst/>
              <a:ahLst/>
              <a:cxnLst/>
              <a:rect l="l" t="t" r="r" b="b"/>
              <a:pathLst>
                <a:path w="6472" h="10573" extrusionOk="0">
                  <a:moveTo>
                    <a:pt x="325" y="0"/>
                  </a:moveTo>
                  <a:lnTo>
                    <a:pt x="0" y="40"/>
                  </a:lnTo>
                  <a:lnTo>
                    <a:pt x="0" y="10573"/>
                  </a:lnTo>
                  <a:lnTo>
                    <a:pt x="689" y="10573"/>
                  </a:lnTo>
                  <a:lnTo>
                    <a:pt x="6472" y="7878"/>
                  </a:lnTo>
                  <a:lnTo>
                    <a:pt x="6472" y="3924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7"/>
            <p:cNvSpPr/>
            <p:nvPr/>
          </p:nvSpPr>
          <p:spPr>
            <a:xfrm>
              <a:off x="6306419" y="1698139"/>
              <a:ext cx="91387" cy="574369"/>
            </a:xfrm>
            <a:custGeom>
              <a:avLst/>
              <a:gdLst/>
              <a:ahLst/>
              <a:cxnLst/>
              <a:rect l="l" t="t" r="r" b="b"/>
              <a:pathLst>
                <a:path w="1870" h="11753" extrusionOk="0">
                  <a:moveTo>
                    <a:pt x="1" y="0"/>
                  </a:moveTo>
                  <a:cubicBezTo>
                    <a:pt x="718" y="1151"/>
                    <a:pt x="1181" y="2636"/>
                    <a:pt x="1387" y="4485"/>
                  </a:cubicBezTo>
                  <a:cubicBezTo>
                    <a:pt x="1653" y="6924"/>
                    <a:pt x="1476" y="9383"/>
                    <a:pt x="876" y="11753"/>
                  </a:cubicBezTo>
                  <a:lnTo>
                    <a:pt x="1112" y="11743"/>
                  </a:lnTo>
                  <a:cubicBezTo>
                    <a:pt x="1702" y="9363"/>
                    <a:pt x="1869" y="6894"/>
                    <a:pt x="1604" y="4465"/>
                  </a:cubicBezTo>
                  <a:cubicBezTo>
                    <a:pt x="1397" y="2636"/>
                    <a:pt x="954" y="1161"/>
                    <a:pt x="256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7"/>
            <p:cNvSpPr/>
            <p:nvPr/>
          </p:nvSpPr>
          <p:spPr>
            <a:xfrm>
              <a:off x="6389107" y="1697162"/>
              <a:ext cx="91827" cy="571046"/>
            </a:xfrm>
            <a:custGeom>
              <a:avLst/>
              <a:gdLst/>
              <a:ahLst/>
              <a:cxnLst/>
              <a:rect l="l" t="t" r="r" b="b"/>
              <a:pathLst>
                <a:path w="1879" h="11685" extrusionOk="0">
                  <a:moveTo>
                    <a:pt x="0" y="1"/>
                  </a:moveTo>
                  <a:cubicBezTo>
                    <a:pt x="728" y="1161"/>
                    <a:pt x="1190" y="2646"/>
                    <a:pt x="1397" y="4505"/>
                  </a:cubicBezTo>
                  <a:cubicBezTo>
                    <a:pt x="1662" y="6914"/>
                    <a:pt x="1495" y="9344"/>
                    <a:pt x="915" y="11684"/>
                  </a:cubicBezTo>
                  <a:lnTo>
                    <a:pt x="1151" y="11674"/>
                  </a:lnTo>
                  <a:cubicBezTo>
                    <a:pt x="1721" y="9324"/>
                    <a:pt x="1879" y="6895"/>
                    <a:pt x="1613" y="4485"/>
                  </a:cubicBezTo>
                  <a:cubicBezTo>
                    <a:pt x="1416" y="2646"/>
                    <a:pt x="974" y="1171"/>
                    <a:pt x="266" y="1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6565480" y="1913949"/>
              <a:ext cx="206231" cy="90849"/>
            </a:xfrm>
            <a:custGeom>
              <a:avLst/>
              <a:gdLst/>
              <a:ahLst/>
              <a:cxnLst/>
              <a:rect l="l" t="t" r="r" b="b"/>
              <a:pathLst>
                <a:path w="4220" h="1859" extrusionOk="0">
                  <a:moveTo>
                    <a:pt x="4003" y="226"/>
                  </a:moveTo>
                  <a:lnTo>
                    <a:pt x="4003" y="1633"/>
                  </a:lnTo>
                  <a:lnTo>
                    <a:pt x="227" y="1633"/>
                  </a:lnTo>
                  <a:lnTo>
                    <a:pt x="227" y="226"/>
                  </a:lnTo>
                  <a:close/>
                  <a:moveTo>
                    <a:pt x="118" y="0"/>
                  </a:moveTo>
                  <a:cubicBezTo>
                    <a:pt x="50" y="0"/>
                    <a:pt x="0" y="49"/>
                    <a:pt x="0" y="108"/>
                  </a:cubicBezTo>
                  <a:lnTo>
                    <a:pt x="0" y="1751"/>
                  </a:lnTo>
                  <a:cubicBezTo>
                    <a:pt x="0" y="1810"/>
                    <a:pt x="50" y="1859"/>
                    <a:pt x="118" y="1859"/>
                  </a:cubicBezTo>
                  <a:lnTo>
                    <a:pt x="4111" y="1859"/>
                  </a:lnTo>
                  <a:cubicBezTo>
                    <a:pt x="4170" y="1859"/>
                    <a:pt x="4220" y="1810"/>
                    <a:pt x="4220" y="1751"/>
                  </a:cubicBezTo>
                  <a:lnTo>
                    <a:pt x="4220" y="108"/>
                  </a:lnTo>
                  <a:cubicBezTo>
                    <a:pt x="4220" y="49"/>
                    <a:pt x="4170" y="0"/>
                    <a:pt x="4111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5651314" y="1715928"/>
              <a:ext cx="247087" cy="525353"/>
            </a:xfrm>
            <a:custGeom>
              <a:avLst/>
              <a:gdLst/>
              <a:ahLst/>
              <a:cxnLst/>
              <a:rect l="l" t="t" r="r" b="b"/>
              <a:pathLst>
                <a:path w="5056" h="10750" extrusionOk="0">
                  <a:moveTo>
                    <a:pt x="4692" y="0"/>
                  </a:moveTo>
                  <a:lnTo>
                    <a:pt x="30" y="295"/>
                  </a:lnTo>
                  <a:lnTo>
                    <a:pt x="1" y="10750"/>
                  </a:lnTo>
                  <a:lnTo>
                    <a:pt x="5056" y="10573"/>
                  </a:lnTo>
                  <a:lnTo>
                    <a:pt x="46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6263657" y="2170517"/>
              <a:ext cx="513819" cy="787833"/>
            </a:xfrm>
            <a:custGeom>
              <a:avLst/>
              <a:gdLst/>
              <a:ahLst/>
              <a:cxnLst/>
              <a:rect l="l" t="t" r="r" b="b"/>
              <a:pathLst>
                <a:path w="10514" h="16121" extrusionOk="0">
                  <a:moveTo>
                    <a:pt x="6783" y="0"/>
                  </a:moveTo>
                  <a:cubicBezTo>
                    <a:pt x="6781" y="0"/>
                    <a:pt x="6779" y="1"/>
                    <a:pt x="6776" y="2"/>
                  </a:cubicBezTo>
                  <a:cubicBezTo>
                    <a:pt x="6413" y="179"/>
                    <a:pt x="5960" y="3011"/>
                    <a:pt x="5960" y="3011"/>
                  </a:cubicBezTo>
                  <a:lnTo>
                    <a:pt x="3728" y="1870"/>
                  </a:lnTo>
                  <a:cubicBezTo>
                    <a:pt x="3728" y="1870"/>
                    <a:pt x="876" y="2047"/>
                    <a:pt x="777" y="2175"/>
                  </a:cubicBezTo>
                  <a:cubicBezTo>
                    <a:pt x="689" y="2303"/>
                    <a:pt x="777" y="3778"/>
                    <a:pt x="777" y="3778"/>
                  </a:cubicBezTo>
                  <a:cubicBezTo>
                    <a:pt x="777" y="3778"/>
                    <a:pt x="177" y="4516"/>
                    <a:pt x="89" y="5283"/>
                  </a:cubicBezTo>
                  <a:cubicBezTo>
                    <a:pt x="0" y="6050"/>
                    <a:pt x="4101" y="9837"/>
                    <a:pt x="4101" y="9837"/>
                  </a:cubicBezTo>
                  <a:lnTo>
                    <a:pt x="4957" y="16121"/>
                  </a:lnTo>
                  <a:lnTo>
                    <a:pt x="10514" y="15029"/>
                  </a:lnTo>
                  <a:cubicBezTo>
                    <a:pt x="10514" y="15029"/>
                    <a:pt x="7189" y="0"/>
                    <a:pt x="6783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6258379" y="2229112"/>
              <a:ext cx="211021" cy="426928"/>
            </a:xfrm>
            <a:custGeom>
              <a:avLst/>
              <a:gdLst/>
              <a:ahLst/>
              <a:cxnLst/>
              <a:rect l="l" t="t" r="r" b="b"/>
              <a:pathLst>
                <a:path w="4318" h="8736" extrusionOk="0">
                  <a:moveTo>
                    <a:pt x="1059" y="1"/>
                  </a:moveTo>
                  <a:cubicBezTo>
                    <a:pt x="1018" y="1"/>
                    <a:pt x="976" y="28"/>
                    <a:pt x="954" y="72"/>
                  </a:cubicBezTo>
                  <a:cubicBezTo>
                    <a:pt x="944" y="101"/>
                    <a:pt x="541" y="986"/>
                    <a:pt x="826" y="2432"/>
                  </a:cubicBezTo>
                  <a:cubicBezTo>
                    <a:pt x="679" y="2658"/>
                    <a:pt x="0" y="3740"/>
                    <a:pt x="226" y="4359"/>
                  </a:cubicBezTo>
                  <a:cubicBezTo>
                    <a:pt x="462" y="5018"/>
                    <a:pt x="3973" y="8559"/>
                    <a:pt x="4121" y="8706"/>
                  </a:cubicBezTo>
                  <a:cubicBezTo>
                    <a:pt x="4140" y="8726"/>
                    <a:pt x="4170" y="8736"/>
                    <a:pt x="4199" y="8736"/>
                  </a:cubicBezTo>
                  <a:cubicBezTo>
                    <a:pt x="4229" y="8736"/>
                    <a:pt x="4259" y="8726"/>
                    <a:pt x="4278" y="8706"/>
                  </a:cubicBezTo>
                  <a:cubicBezTo>
                    <a:pt x="4318" y="8667"/>
                    <a:pt x="4318" y="8598"/>
                    <a:pt x="4278" y="8549"/>
                  </a:cubicBezTo>
                  <a:cubicBezTo>
                    <a:pt x="3265" y="7536"/>
                    <a:pt x="610" y="4792"/>
                    <a:pt x="433" y="4291"/>
                  </a:cubicBezTo>
                  <a:cubicBezTo>
                    <a:pt x="266" y="3809"/>
                    <a:pt x="806" y="2845"/>
                    <a:pt x="1033" y="2520"/>
                  </a:cubicBezTo>
                  <a:cubicBezTo>
                    <a:pt x="1052" y="2491"/>
                    <a:pt x="1062" y="2461"/>
                    <a:pt x="1052" y="2432"/>
                  </a:cubicBezTo>
                  <a:cubicBezTo>
                    <a:pt x="767" y="1035"/>
                    <a:pt x="1161" y="170"/>
                    <a:pt x="1161" y="160"/>
                  </a:cubicBezTo>
                  <a:cubicBezTo>
                    <a:pt x="1180" y="101"/>
                    <a:pt x="1161" y="42"/>
                    <a:pt x="1102" y="13"/>
                  </a:cubicBezTo>
                  <a:cubicBezTo>
                    <a:pt x="1088" y="5"/>
                    <a:pt x="1074" y="1"/>
                    <a:pt x="10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6439248" y="2253401"/>
              <a:ext cx="169530" cy="134490"/>
            </a:xfrm>
            <a:custGeom>
              <a:avLst/>
              <a:gdLst/>
              <a:ahLst/>
              <a:cxnLst/>
              <a:rect l="l" t="t" r="r" b="b"/>
              <a:pathLst>
                <a:path w="3469" h="2752" extrusionOk="0">
                  <a:moveTo>
                    <a:pt x="164" y="0"/>
                  </a:moveTo>
                  <a:cubicBezTo>
                    <a:pt x="59" y="0"/>
                    <a:pt x="1" y="164"/>
                    <a:pt x="135" y="214"/>
                  </a:cubicBezTo>
                  <a:cubicBezTo>
                    <a:pt x="744" y="519"/>
                    <a:pt x="2397" y="1374"/>
                    <a:pt x="2662" y="1728"/>
                  </a:cubicBezTo>
                  <a:cubicBezTo>
                    <a:pt x="2888" y="2033"/>
                    <a:pt x="3075" y="2358"/>
                    <a:pt x="3242" y="2692"/>
                  </a:cubicBezTo>
                  <a:cubicBezTo>
                    <a:pt x="3262" y="2731"/>
                    <a:pt x="3301" y="2751"/>
                    <a:pt x="3341" y="2751"/>
                  </a:cubicBezTo>
                  <a:cubicBezTo>
                    <a:pt x="3360" y="2751"/>
                    <a:pt x="3380" y="2751"/>
                    <a:pt x="3390" y="2741"/>
                  </a:cubicBezTo>
                  <a:cubicBezTo>
                    <a:pt x="3449" y="2712"/>
                    <a:pt x="3469" y="2653"/>
                    <a:pt x="3449" y="2594"/>
                  </a:cubicBezTo>
                  <a:cubicBezTo>
                    <a:pt x="3272" y="2250"/>
                    <a:pt x="3075" y="1915"/>
                    <a:pt x="2839" y="1600"/>
                  </a:cubicBezTo>
                  <a:cubicBezTo>
                    <a:pt x="2485" y="1128"/>
                    <a:pt x="321" y="66"/>
                    <a:pt x="223" y="17"/>
                  </a:cubicBezTo>
                  <a:cubicBezTo>
                    <a:pt x="202" y="5"/>
                    <a:pt x="182" y="0"/>
                    <a:pt x="1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7"/>
            <p:cNvSpPr/>
            <p:nvPr/>
          </p:nvSpPr>
          <p:spPr>
            <a:xfrm>
              <a:off x="6392430" y="2565191"/>
              <a:ext cx="1275165" cy="1094932"/>
            </a:xfrm>
            <a:custGeom>
              <a:avLst/>
              <a:gdLst/>
              <a:ahLst/>
              <a:cxnLst/>
              <a:rect l="l" t="t" r="r" b="b"/>
              <a:pathLst>
                <a:path w="26093" h="22405" extrusionOk="0">
                  <a:moveTo>
                    <a:pt x="20152" y="0"/>
                  </a:moveTo>
                  <a:lnTo>
                    <a:pt x="8469" y="7278"/>
                  </a:lnTo>
                  <a:lnTo>
                    <a:pt x="7682" y="4711"/>
                  </a:lnTo>
                  <a:lnTo>
                    <a:pt x="817" y="5872"/>
                  </a:lnTo>
                  <a:lnTo>
                    <a:pt x="1643" y="10582"/>
                  </a:lnTo>
                  <a:cubicBezTo>
                    <a:pt x="1643" y="10582"/>
                    <a:pt x="1" y="12431"/>
                    <a:pt x="748" y="15441"/>
                  </a:cubicBezTo>
                  <a:cubicBezTo>
                    <a:pt x="1454" y="18235"/>
                    <a:pt x="3218" y="22404"/>
                    <a:pt x="8204" y="22404"/>
                  </a:cubicBezTo>
                  <a:cubicBezTo>
                    <a:pt x="8570" y="22404"/>
                    <a:pt x="8953" y="22382"/>
                    <a:pt x="9354" y="22335"/>
                  </a:cubicBezTo>
                  <a:cubicBezTo>
                    <a:pt x="15235" y="21656"/>
                    <a:pt x="21795" y="17073"/>
                    <a:pt x="21795" y="17073"/>
                  </a:cubicBezTo>
                  <a:lnTo>
                    <a:pt x="26093" y="8055"/>
                  </a:lnTo>
                  <a:lnTo>
                    <a:pt x="201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6398197" y="2540707"/>
              <a:ext cx="1032916" cy="1113601"/>
            </a:xfrm>
            <a:custGeom>
              <a:avLst/>
              <a:gdLst/>
              <a:ahLst/>
              <a:cxnLst/>
              <a:rect l="l" t="t" r="r" b="b"/>
              <a:pathLst>
                <a:path w="21136" h="22787" extrusionOk="0">
                  <a:moveTo>
                    <a:pt x="21004" y="1"/>
                  </a:moveTo>
                  <a:cubicBezTo>
                    <a:pt x="20974" y="1"/>
                    <a:pt x="20945" y="13"/>
                    <a:pt x="20929" y="39"/>
                  </a:cubicBezTo>
                  <a:lnTo>
                    <a:pt x="12029" y="10385"/>
                  </a:lnTo>
                  <a:cubicBezTo>
                    <a:pt x="11606" y="9549"/>
                    <a:pt x="11104" y="8753"/>
                    <a:pt x="10524" y="8025"/>
                  </a:cubicBezTo>
                  <a:cubicBezTo>
                    <a:pt x="10233" y="7644"/>
                    <a:pt x="9577" y="7558"/>
                    <a:pt x="9051" y="7558"/>
                  </a:cubicBezTo>
                  <a:cubicBezTo>
                    <a:pt x="8761" y="7558"/>
                    <a:pt x="8510" y="7584"/>
                    <a:pt x="8380" y="7602"/>
                  </a:cubicBezTo>
                  <a:lnTo>
                    <a:pt x="7672" y="5143"/>
                  </a:lnTo>
                  <a:cubicBezTo>
                    <a:pt x="7664" y="5092"/>
                    <a:pt x="7617" y="5063"/>
                    <a:pt x="7573" y="5063"/>
                  </a:cubicBezTo>
                  <a:cubicBezTo>
                    <a:pt x="7567" y="5063"/>
                    <a:pt x="7560" y="5063"/>
                    <a:pt x="7554" y="5065"/>
                  </a:cubicBezTo>
                  <a:lnTo>
                    <a:pt x="355" y="6569"/>
                  </a:lnTo>
                  <a:cubicBezTo>
                    <a:pt x="296" y="6579"/>
                    <a:pt x="267" y="6628"/>
                    <a:pt x="276" y="6687"/>
                  </a:cubicBezTo>
                  <a:lnTo>
                    <a:pt x="866" y="9893"/>
                  </a:lnTo>
                  <a:cubicBezTo>
                    <a:pt x="1" y="11280"/>
                    <a:pt x="21" y="12775"/>
                    <a:pt x="178" y="13788"/>
                  </a:cubicBezTo>
                  <a:cubicBezTo>
                    <a:pt x="571" y="16188"/>
                    <a:pt x="1083" y="18676"/>
                    <a:pt x="2676" y="20515"/>
                  </a:cubicBezTo>
                  <a:cubicBezTo>
                    <a:pt x="3886" y="21892"/>
                    <a:pt x="5459" y="22649"/>
                    <a:pt x="7357" y="22767"/>
                  </a:cubicBezTo>
                  <a:cubicBezTo>
                    <a:pt x="7534" y="22787"/>
                    <a:pt x="7702" y="22787"/>
                    <a:pt x="7879" y="22787"/>
                  </a:cubicBezTo>
                  <a:cubicBezTo>
                    <a:pt x="11488" y="22787"/>
                    <a:pt x="15609" y="20554"/>
                    <a:pt x="18195" y="18253"/>
                  </a:cubicBezTo>
                  <a:cubicBezTo>
                    <a:pt x="18280" y="18176"/>
                    <a:pt x="18207" y="18056"/>
                    <a:pt x="18120" y="18056"/>
                  </a:cubicBezTo>
                  <a:cubicBezTo>
                    <a:pt x="18096" y="18056"/>
                    <a:pt x="18071" y="18065"/>
                    <a:pt x="18048" y="18086"/>
                  </a:cubicBezTo>
                  <a:cubicBezTo>
                    <a:pt x="15495" y="20366"/>
                    <a:pt x="11429" y="22566"/>
                    <a:pt x="7883" y="22566"/>
                  </a:cubicBezTo>
                  <a:cubicBezTo>
                    <a:pt x="7713" y="22566"/>
                    <a:pt x="7544" y="22561"/>
                    <a:pt x="7377" y="22551"/>
                  </a:cubicBezTo>
                  <a:cubicBezTo>
                    <a:pt x="5528" y="22433"/>
                    <a:pt x="4014" y="21695"/>
                    <a:pt x="2843" y="20358"/>
                  </a:cubicBezTo>
                  <a:cubicBezTo>
                    <a:pt x="1279" y="18568"/>
                    <a:pt x="798" y="16207"/>
                    <a:pt x="404" y="13749"/>
                  </a:cubicBezTo>
                  <a:cubicBezTo>
                    <a:pt x="247" y="12775"/>
                    <a:pt x="227" y="11319"/>
                    <a:pt x="1063" y="9992"/>
                  </a:cubicBezTo>
                  <a:cubicBezTo>
                    <a:pt x="1102" y="9923"/>
                    <a:pt x="1152" y="9844"/>
                    <a:pt x="1083" y="9785"/>
                  </a:cubicBezTo>
                  <a:lnTo>
                    <a:pt x="1063" y="9775"/>
                  </a:lnTo>
                  <a:lnTo>
                    <a:pt x="503" y="6756"/>
                  </a:lnTo>
                  <a:lnTo>
                    <a:pt x="7495" y="5301"/>
                  </a:lnTo>
                  <a:lnTo>
                    <a:pt x="8193" y="7749"/>
                  </a:lnTo>
                  <a:cubicBezTo>
                    <a:pt x="8211" y="7793"/>
                    <a:pt x="8252" y="7830"/>
                    <a:pt x="8303" y="7830"/>
                  </a:cubicBezTo>
                  <a:cubicBezTo>
                    <a:pt x="8309" y="7830"/>
                    <a:pt x="8315" y="7829"/>
                    <a:pt x="8321" y="7828"/>
                  </a:cubicBezTo>
                  <a:cubicBezTo>
                    <a:pt x="8481" y="7803"/>
                    <a:pt x="8748" y="7776"/>
                    <a:pt x="9041" y="7776"/>
                  </a:cubicBezTo>
                  <a:cubicBezTo>
                    <a:pt x="9544" y="7776"/>
                    <a:pt x="10121" y="7854"/>
                    <a:pt x="10357" y="8153"/>
                  </a:cubicBezTo>
                  <a:cubicBezTo>
                    <a:pt x="10957" y="8910"/>
                    <a:pt x="11478" y="9746"/>
                    <a:pt x="11891" y="10631"/>
                  </a:cubicBezTo>
                  <a:cubicBezTo>
                    <a:pt x="11901" y="10660"/>
                    <a:pt x="11931" y="10690"/>
                    <a:pt x="11970" y="10700"/>
                  </a:cubicBezTo>
                  <a:cubicBezTo>
                    <a:pt x="12009" y="10700"/>
                    <a:pt x="12049" y="10690"/>
                    <a:pt x="12078" y="10660"/>
                  </a:cubicBezTo>
                  <a:lnTo>
                    <a:pt x="21097" y="186"/>
                  </a:lnTo>
                  <a:cubicBezTo>
                    <a:pt x="21136" y="137"/>
                    <a:pt x="21126" y="68"/>
                    <a:pt x="21077" y="29"/>
                  </a:cubicBezTo>
                  <a:cubicBezTo>
                    <a:pt x="21058" y="11"/>
                    <a:pt x="21031" y="1"/>
                    <a:pt x="210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7829116" y="2201745"/>
              <a:ext cx="384460" cy="573050"/>
            </a:xfrm>
            <a:custGeom>
              <a:avLst/>
              <a:gdLst/>
              <a:ahLst/>
              <a:cxnLst/>
              <a:rect l="l" t="t" r="r" b="b"/>
              <a:pathLst>
                <a:path w="7867" h="11726" extrusionOk="0">
                  <a:moveTo>
                    <a:pt x="2812" y="3287"/>
                  </a:moveTo>
                  <a:cubicBezTo>
                    <a:pt x="3156" y="3287"/>
                    <a:pt x="3500" y="3366"/>
                    <a:pt x="3805" y="3513"/>
                  </a:cubicBezTo>
                  <a:cubicBezTo>
                    <a:pt x="3776" y="3661"/>
                    <a:pt x="3736" y="3798"/>
                    <a:pt x="3668" y="3936"/>
                  </a:cubicBezTo>
                  <a:cubicBezTo>
                    <a:pt x="3382" y="4595"/>
                    <a:pt x="2733" y="5057"/>
                    <a:pt x="2074" y="5057"/>
                  </a:cubicBezTo>
                  <a:cubicBezTo>
                    <a:pt x="1907" y="5057"/>
                    <a:pt x="1740" y="5018"/>
                    <a:pt x="1592" y="4929"/>
                  </a:cubicBezTo>
                  <a:cubicBezTo>
                    <a:pt x="1327" y="4752"/>
                    <a:pt x="1238" y="4349"/>
                    <a:pt x="1396" y="4015"/>
                  </a:cubicBezTo>
                  <a:cubicBezTo>
                    <a:pt x="1573" y="3690"/>
                    <a:pt x="1887" y="3454"/>
                    <a:pt x="2251" y="3366"/>
                  </a:cubicBezTo>
                  <a:cubicBezTo>
                    <a:pt x="2438" y="3316"/>
                    <a:pt x="2625" y="3287"/>
                    <a:pt x="2812" y="3287"/>
                  </a:cubicBezTo>
                  <a:close/>
                  <a:moveTo>
                    <a:pt x="4615" y="6797"/>
                  </a:moveTo>
                  <a:cubicBezTo>
                    <a:pt x="4637" y="6797"/>
                    <a:pt x="4659" y="6797"/>
                    <a:pt x="4681" y="6798"/>
                  </a:cubicBezTo>
                  <a:cubicBezTo>
                    <a:pt x="4946" y="6798"/>
                    <a:pt x="5221" y="6837"/>
                    <a:pt x="5487" y="6926"/>
                  </a:cubicBezTo>
                  <a:cubicBezTo>
                    <a:pt x="5477" y="7014"/>
                    <a:pt x="5467" y="7103"/>
                    <a:pt x="5448" y="7191"/>
                  </a:cubicBezTo>
                  <a:cubicBezTo>
                    <a:pt x="5369" y="7722"/>
                    <a:pt x="5162" y="8440"/>
                    <a:pt x="4612" y="8844"/>
                  </a:cubicBezTo>
                  <a:cubicBezTo>
                    <a:pt x="4395" y="8993"/>
                    <a:pt x="4138" y="9075"/>
                    <a:pt x="3876" y="9075"/>
                  </a:cubicBezTo>
                  <a:cubicBezTo>
                    <a:pt x="3793" y="9075"/>
                    <a:pt x="3710" y="9067"/>
                    <a:pt x="3628" y="9050"/>
                  </a:cubicBezTo>
                  <a:cubicBezTo>
                    <a:pt x="3382" y="9011"/>
                    <a:pt x="3166" y="8883"/>
                    <a:pt x="3028" y="8676"/>
                  </a:cubicBezTo>
                  <a:cubicBezTo>
                    <a:pt x="2881" y="8440"/>
                    <a:pt x="2861" y="8155"/>
                    <a:pt x="2959" y="7899"/>
                  </a:cubicBezTo>
                  <a:cubicBezTo>
                    <a:pt x="3127" y="7447"/>
                    <a:pt x="3481" y="7083"/>
                    <a:pt x="3943" y="6916"/>
                  </a:cubicBezTo>
                  <a:cubicBezTo>
                    <a:pt x="4159" y="6844"/>
                    <a:pt x="4383" y="6797"/>
                    <a:pt x="4615" y="6797"/>
                  </a:cubicBezTo>
                  <a:close/>
                  <a:moveTo>
                    <a:pt x="1447" y="0"/>
                  </a:moveTo>
                  <a:cubicBezTo>
                    <a:pt x="983" y="0"/>
                    <a:pt x="521" y="141"/>
                    <a:pt x="127" y="415"/>
                  </a:cubicBezTo>
                  <a:cubicBezTo>
                    <a:pt x="1" y="518"/>
                    <a:pt x="90" y="697"/>
                    <a:pt x="217" y="697"/>
                  </a:cubicBezTo>
                  <a:cubicBezTo>
                    <a:pt x="248" y="697"/>
                    <a:pt x="281" y="686"/>
                    <a:pt x="314" y="661"/>
                  </a:cubicBezTo>
                  <a:cubicBezTo>
                    <a:pt x="651" y="425"/>
                    <a:pt x="1044" y="306"/>
                    <a:pt x="1441" y="306"/>
                  </a:cubicBezTo>
                  <a:cubicBezTo>
                    <a:pt x="1705" y="306"/>
                    <a:pt x="1970" y="358"/>
                    <a:pt x="2222" y="464"/>
                  </a:cubicBezTo>
                  <a:cubicBezTo>
                    <a:pt x="2841" y="740"/>
                    <a:pt x="3343" y="1251"/>
                    <a:pt x="3609" y="1890"/>
                  </a:cubicBezTo>
                  <a:cubicBezTo>
                    <a:pt x="3795" y="2294"/>
                    <a:pt x="3874" y="2746"/>
                    <a:pt x="3854" y="3198"/>
                  </a:cubicBezTo>
                  <a:cubicBezTo>
                    <a:pt x="3531" y="3055"/>
                    <a:pt x="3185" y="2984"/>
                    <a:pt x="2838" y="2984"/>
                  </a:cubicBezTo>
                  <a:cubicBezTo>
                    <a:pt x="2615" y="2984"/>
                    <a:pt x="2392" y="3013"/>
                    <a:pt x="2173" y="3071"/>
                  </a:cubicBezTo>
                  <a:cubicBezTo>
                    <a:pt x="1720" y="3179"/>
                    <a:pt x="1337" y="3484"/>
                    <a:pt x="1120" y="3887"/>
                  </a:cubicBezTo>
                  <a:cubicBezTo>
                    <a:pt x="904" y="4359"/>
                    <a:pt x="1042" y="4929"/>
                    <a:pt x="1425" y="5185"/>
                  </a:cubicBezTo>
                  <a:cubicBezTo>
                    <a:pt x="1608" y="5304"/>
                    <a:pt x="1816" y="5363"/>
                    <a:pt x="2026" y="5363"/>
                  </a:cubicBezTo>
                  <a:cubicBezTo>
                    <a:pt x="2042" y="5363"/>
                    <a:pt x="2058" y="5363"/>
                    <a:pt x="2074" y="5362"/>
                  </a:cubicBezTo>
                  <a:cubicBezTo>
                    <a:pt x="2851" y="5362"/>
                    <a:pt x="3618" y="4831"/>
                    <a:pt x="3953" y="4064"/>
                  </a:cubicBezTo>
                  <a:cubicBezTo>
                    <a:pt x="4012" y="3936"/>
                    <a:pt x="4061" y="3798"/>
                    <a:pt x="4090" y="3661"/>
                  </a:cubicBezTo>
                  <a:cubicBezTo>
                    <a:pt x="4376" y="3838"/>
                    <a:pt x="4631" y="4064"/>
                    <a:pt x="4828" y="4339"/>
                  </a:cubicBezTo>
                  <a:cubicBezTo>
                    <a:pt x="5280" y="4939"/>
                    <a:pt x="5516" y="5755"/>
                    <a:pt x="5487" y="6611"/>
                  </a:cubicBezTo>
                  <a:cubicBezTo>
                    <a:pt x="5228" y="6531"/>
                    <a:pt x="4960" y="6492"/>
                    <a:pt x="4692" y="6492"/>
                  </a:cubicBezTo>
                  <a:cubicBezTo>
                    <a:pt x="4400" y="6492"/>
                    <a:pt x="4107" y="6538"/>
                    <a:pt x="3825" y="6631"/>
                  </a:cubicBezTo>
                  <a:cubicBezTo>
                    <a:pt x="3284" y="6837"/>
                    <a:pt x="2861" y="7260"/>
                    <a:pt x="2655" y="7801"/>
                  </a:cubicBezTo>
                  <a:cubicBezTo>
                    <a:pt x="2389" y="8489"/>
                    <a:pt x="2832" y="9257"/>
                    <a:pt x="3559" y="9355"/>
                  </a:cubicBezTo>
                  <a:cubicBezTo>
                    <a:pt x="3659" y="9373"/>
                    <a:pt x="3759" y="9383"/>
                    <a:pt x="3860" y="9383"/>
                  </a:cubicBezTo>
                  <a:cubicBezTo>
                    <a:pt x="4186" y="9383"/>
                    <a:pt x="4508" y="9285"/>
                    <a:pt x="4779" y="9089"/>
                  </a:cubicBezTo>
                  <a:cubicBezTo>
                    <a:pt x="5418" y="8627"/>
                    <a:pt x="5654" y="7831"/>
                    <a:pt x="5743" y="7240"/>
                  </a:cubicBezTo>
                  <a:cubicBezTo>
                    <a:pt x="5753" y="7162"/>
                    <a:pt x="5762" y="7113"/>
                    <a:pt x="5772" y="7044"/>
                  </a:cubicBezTo>
                  <a:cubicBezTo>
                    <a:pt x="6274" y="7270"/>
                    <a:pt x="6687" y="7644"/>
                    <a:pt x="6962" y="8126"/>
                  </a:cubicBezTo>
                  <a:cubicBezTo>
                    <a:pt x="7533" y="9129"/>
                    <a:pt x="7405" y="10506"/>
                    <a:pt x="6647" y="11479"/>
                  </a:cubicBezTo>
                  <a:cubicBezTo>
                    <a:pt x="6579" y="11578"/>
                    <a:pt x="6647" y="11725"/>
                    <a:pt x="6775" y="11725"/>
                  </a:cubicBezTo>
                  <a:cubicBezTo>
                    <a:pt x="6825" y="11725"/>
                    <a:pt x="6874" y="11705"/>
                    <a:pt x="6903" y="11666"/>
                  </a:cubicBezTo>
                  <a:cubicBezTo>
                    <a:pt x="7729" y="10604"/>
                    <a:pt x="7867" y="9070"/>
                    <a:pt x="7238" y="7968"/>
                  </a:cubicBezTo>
                  <a:cubicBezTo>
                    <a:pt x="6913" y="7408"/>
                    <a:pt x="6402" y="6965"/>
                    <a:pt x="5802" y="6719"/>
                  </a:cubicBezTo>
                  <a:cubicBezTo>
                    <a:pt x="5841" y="5746"/>
                    <a:pt x="5595" y="4831"/>
                    <a:pt x="5084" y="4152"/>
                  </a:cubicBezTo>
                  <a:cubicBezTo>
                    <a:pt x="4828" y="3818"/>
                    <a:pt x="4513" y="3543"/>
                    <a:pt x="4149" y="3336"/>
                  </a:cubicBezTo>
                  <a:cubicBezTo>
                    <a:pt x="4199" y="2795"/>
                    <a:pt x="4110" y="2254"/>
                    <a:pt x="3894" y="1763"/>
                  </a:cubicBezTo>
                  <a:cubicBezTo>
                    <a:pt x="3599" y="1054"/>
                    <a:pt x="3038" y="484"/>
                    <a:pt x="2330" y="179"/>
                  </a:cubicBezTo>
                  <a:cubicBezTo>
                    <a:pt x="2048" y="59"/>
                    <a:pt x="1747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7"/>
            <p:cNvSpPr/>
            <p:nvPr/>
          </p:nvSpPr>
          <p:spPr>
            <a:xfrm>
              <a:off x="5715725" y="2878742"/>
              <a:ext cx="156237" cy="404057"/>
            </a:xfrm>
            <a:custGeom>
              <a:avLst/>
              <a:gdLst/>
              <a:ahLst/>
              <a:cxnLst/>
              <a:rect l="l" t="t" r="r" b="b"/>
              <a:pathLst>
                <a:path w="3197" h="8268" extrusionOk="0">
                  <a:moveTo>
                    <a:pt x="2157" y="2869"/>
                  </a:moveTo>
                  <a:cubicBezTo>
                    <a:pt x="2403" y="2869"/>
                    <a:pt x="2649" y="2976"/>
                    <a:pt x="2754" y="3193"/>
                  </a:cubicBezTo>
                  <a:cubicBezTo>
                    <a:pt x="2853" y="3419"/>
                    <a:pt x="2803" y="3684"/>
                    <a:pt x="2636" y="3861"/>
                  </a:cubicBezTo>
                  <a:cubicBezTo>
                    <a:pt x="2449" y="4058"/>
                    <a:pt x="2194" y="4166"/>
                    <a:pt x="1938" y="4166"/>
                  </a:cubicBezTo>
                  <a:cubicBezTo>
                    <a:pt x="1623" y="4166"/>
                    <a:pt x="1309" y="4068"/>
                    <a:pt x="1063" y="3881"/>
                  </a:cubicBezTo>
                  <a:cubicBezTo>
                    <a:pt x="1063" y="3881"/>
                    <a:pt x="1063" y="3881"/>
                    <a:pt x="1073" y="3871"/>
                  </a:cubicBezTo>
                  <a:cubicBezTo>
                    <a:pt x="1250" y="3399"/>
                    <a:pt x="1486" y="3094"/>
                    <a:pt x="1810" y="2947"/>
                  </a:cubicBezTo>
                  <a:cubicBezTo>
                    <a:pt x="1914" y="2895"/>
                    <a:pt x="2036" y="2869"/>
                    <a:pt x="2157" y="2869"/>
                  </a:cubicBezTo>
                  <a:close/>
                  <a:moveTo>
                    <a:pt x="2407" y="1"/>
                  </a:moveTo>
                  <a:cubicBezTo>
                    <a:pt x="1552" y="1"/>
                    <a:pt x="754" y="600"/>
                    <a:pt x="384" y="1324"/>
                  </a:cubicBezTo>
                  <a:cubicBezTo>
                    <a:pt x="40" y="1944"/>
                    <a:pt x="1" y="2691"/>
                    <a:pt x="256" y="3350"/>
                  </a:cubicBezTo>
                  <a:cubicBezTo>
                    <a:pt x="364" y="3596"/>
                    <a:pt x="512" y="3802"/>
                    <a:pt x="699" y="3980"/>
                  </a:cubicBezTo>
                  <a:cubicBezTo>
                    <a:pt x="414" y="4815"/>
                    <a:pt x="453" y="5730"/>
                    <a:pt x="797" y="6546"/>
                  </a:cubicBezTo>
                  <a:cubicBezTo>
                    <a:pt x="1191" y="7441"/>
                    <a:pt x="1997" y="8081"/>
                    <a:pt x="2961" y="8267"/>
                  </a:cubicBezTo>
                  <a:lnTo>
                    <a:pt x="2990" y="8267"/>
                  </a:lnTo>
                  <a:cubicBezTo>
                    <a:pt x="3177" y="8267"/>
                    <a:pt x="3197" y="8002"/>
                    <a:pt x="3010" y="7963"/>
                  </a:cubicBezTo>
                  <a:cubicBezTo>
                    <a:pt x="2204" y="7835"/>
                    <a:pt x="1446" y="7225"/>
                    <a:pt x="1082" y="6419"/>
                  </a:cubicBezTo>
                  <a:cubicBezTo>
                    <a:pt x="778" y="5710"/>
                    <a:pt x="738" y="4924"/>
                    <a:pt x="964" y="4186"/>
                  </a:cubicBezTo>
                  <a:lnTo>
                    <a:pt x="964" y="4186"/>
                  </a:lnTo>
                  <a:cubicBezTo>
                    <a:pt x="1238" y="4374"/>
                    <a:pt x="1565" y="4482"/>
                    <a:pt x="1903" y="4482"/>
                  </a:cubicBezTo>
                  <a:cubicBezTo>
                    <a:pt x="1918" y="4482"/>
                    <a:pt x="1933" y="4481"/>
                    <a:pt x="1948" y="4481"/>
                  </a:cubicBezTo>
                  <a:cubicBezTo>
                    <a:pt x="2292" y="4471"/>
                    <a:pt x="2626" y="4324"/>
                    <a:pt x="2862" y="4078"/>
                  </a:cubicBezTo>
                  <a:cubicBezTo>
                    <a:pt x="3108" y="3802"/>
                    <a:pt x="3177" y="3399"/>
                    <a:pt x="3030" y="3065"/>
                  </a:cubicBezTo>
                  <a:cubicBezTo>
                    <a:pt x="2870" y="2725"/>
                    <a:pt x="2511" y="2566"/>
                    <a:pt x="2156" y="2566"/>
                  </a:cubicBezTo>
                  <a:cubicBezTo>
                    <a:pt x="1987" y="2566"/>
                    <a:pt x="1818" y="2602"/>
                    <a:pt x="1672" y="2671"/>
                  </a:cubicBezTo>
                  <a:cubicBezTo>
                    <a:pt x="1309" y="2849"/>
                    <a:pt x="1033" y="3173"/>
                    <a:pt x="817" y="3665"/>
                  </a:cubicBezTo>
                  <a:cubicBezTo>
                    <a:pt x="699" y="3537"/>
                    <a:pt x="610" y="3389"/>
                    <a:pt x="541" y="3232"/>
                  </a:cubicBezTo>
                  <a:cubicBezTo>
                    <a:pt x="315" y="2652"/>
                    <a:pt x="355" y="2003"/>
                    <a:pt x="659" y="1462"/>
                  </a:cubicBezTo>
                  <a:cubicBezTo>
                    <a:pt x="975" y="847"/>
                    <a:pt x="1684" y="311"/>
                    <a:pt x="2413" y="311"/>
                  </a:cubicBezTo>
                  <a:cubicBezTo>
                    <a:pt x="2570" y="311"/>
                    <a:pt x="2727" y="336"/>
                    <a:pt x="2882" y="390"/>
                  </a:cubicBezTo>
                  <a:cubicBezTo>
                    <a:pt x="2901" y="397"/>
                    <a:pt x="2920" y="400"/>
                    <a:pt x="2937" y="400"/>
                  </a:cubicBezTo>
                  <a:cubicBezTo>
                    <a:pt x="3086" y="400"/>
                    <a:pt x="3148" y="157"/>
                    <a:pt x="2980" y="95"/>
                  </a:cubicBezTo>
                  <a:cubicBezTo>
                    <a:pt x="2789" y="30"/>
                    <a:pt x="2597" y="1"/>
                    <a:pt x="2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7"/>
            <p:cNvSpPr/>
            <p:nvPr/>
          </p:nvSpPr>
          <p:spPr>
            <a:xfrm>
              <a:off x="7441136" y="3226550"/>
              <a:ext cx="485426" cy="173537"/>
            </a:xfrm>
            <a:custGeom>
              <a:avLst/>
              <a:gdLst/>
              <a:ahLst/>
              <a:cxnLst/>
              <a:rect l="l" t="t" r="r" b="b"/>
              <a:pathLst>
                <a:path w="9933" h="3551" extrusionOk="0">
                  <a:moveTo>
                    <a:pt x="5283" y="305"/>
                  </a:moveTo>
                  <a:cubicBezTo>
                    <a:pt x="5332" y="305"/>
                    <a:pt x="5391" y="314"/>
                    <a:pt x="5440" y="324"/>
                  </a:cubicBezTo>
                  <a:cubicBezTo>
                    <a:pt x="5725" y="364"/>
                    <a:pt x="5981" y="521"/>
                    <a:pt x="6138" y="767"/>
                  </a:cubicBezTo>
                  <a:cubicBezTo>
                    <a:pt x="6414" y="1209"/>
                    <a:pt x="6365" y="1839"/>
                    <a:pt x="6001" y="2311"/>
                  </a:cubicBezTo>
                  <a:cubicBezTo>
                    <a:pt x="5883" y="2468"/>
                    <a:pt x="5735" y="2616"/>
                    <a:pt x="5568" y="2724"/>
                  </a:cubicBezTo>
                  <a:cubicBezTo>
                    <a:pt x="5470" y="2665"/>
                    <a:pt x="5371" y="2606"/>
                    <a:pt x="5283" y="2537"/>
                  </a:cubicBezTo>
                  <a:cubicBezTo>
                    <a:pt x="4889" y="2232"/>
                    <a:pt x="4634" y="1908"/>
                    <a:pt x="4525" y="1554"/>
                  </a:cubicBezTo>
                  <a:cubicBezTo>
                    <a:pt x="4398" y="1150"/>
                    <a:pt x="4506" y="708"/>
                    <a:pt x="4781" y="482"/>
                  </a:cubicBezTo>
                  <a:cubicBezTo>
                    <a:pt x="4919" y="364"/>
                    <a:pt x="5096" y="305"/>
                    <a:pt x="5283" y="305"/>
                  </a:cubicBezTo>
                  <a:close/>
                  <a:moveTo>
                    <a:pt x="5284" y="0"/>
                  </a:moveTo>
                  <a:cubicBezTo>
                    <a:pt x="5034" y="0"/>
                    <a:pt x="4785" y="84"/>
                    <a:pt x="4584" y="246"/>
                  </a:cubicBezTo>
                  <a:cubicBezTo>
                    <a:pt x="4211" y="560"/>
                    <a:pt x="4073" y="1121"/>
                    <a:pt x="4230" y="1652"/>
                  </a:cubicBezTo>
                  <a:cubicBezTo>
                    <a:pt x="4358" y="2065"/>
                    <a:pt x="4653" y="2439"/>
                    <a:pt x="5096" y="2783"/>
                  </a:cubicBezTo>
                  <a:cubicBezTo>
                    <a:pt x="5155" y="2822"/>
                    <a:pt x="5214" y="2862"/>
                    <a:pt x="5273" y="2901"/>
                  </a:cubicBezTo>
                  <a:cubicBezTo>
                    <a:pt x="5047" y="3019"/>
                    <a:pt x="4801" y="3108"/>
                    <a:pt x="4535" y="3157"/>
                  </a:cubicBezTo>
                  <a:cubicBezTo>
                    <a:pt x="4286" y="3211"/>
                    <a:pt x="4033" y="3238"/>
                    <a:pt x="3779" y="3238"/>
                  </a:cubicBezTo>
                  <a:cubicBezTo>
                    <a:pt x="2388" y="3238"/>
                    <a:pt x="993" y="2449"/>
                    <a:pt x="336" y="1209"/>
                  </a:cubicBezTo>
                  <a:cubicBezTo>
                    <a:pt x="304" y="1152"/>
                    <a:pt x="254" y="1127"/>
                    <a:pt x="204" y="1127"/>
                  </a:cubicBezTo>
                  <a:cubicBezTo>
                    <a:pt x="102" y="1127"/>
                    <a:pt x="1" y="1231"/>
                    <a:pt x="60" y="1357"/>
                  </a:cubicBezTo>
                  <a:cubicBezTo>
                    <a:pt x="778" y="2695"/>
                    <a:pt x="2283" y="3550"/>
                    <a:pt x="3788" y="3550"/>
                  </a:cubicBezTo>
                  <a:cubicBezTo>
                    <a:pt x="4063" y="3550"/>
                    <a:pt x="4339" y="3521"/>
                    <a:pt x="4614" y="3452"/>
                  </a:cubicBezTo>
                  <a:cubicBezTo>
                    <a:pt x="4948" y="3383"/>
                    <a:pt x="5283" y="3265"/>
                    <a:pt x="5588" y="3088"/>
                  </a:cubicBezTo>
                  <a:cubicBezTo>
                    <a:pt x="6084" y="3357"/>
                    <a:pt x="6631" y="3494"/>
                    <a:pt x="7185" y="3494"/>
                  </a:cubicBezTo>
                  <a:cubicBezTo>
                    <a:pt x="7400" y="3494"/>
                    <a:pt x="7616" y="3473"/>
                    <a:pt x="7830" y="3432"/>
                  </a:cubicBezTo>
                  <a:cubicBezTo>
                    <a:pt x="8823" y="3216"/>
                    <a:pt x="9640" y="2458"/>
                    <a:pt x="9885" y="1544"/>
                  </a:cubicBezTo>
                  <a:cubicBezTo>
                    <a:pt x="9932" y="1421"/>
                    <a:pt x="9836" y="1340"/>
                    <a:pt x="9741" y="1340"/>
                  </a:cubicBezTo>
                  <a:cubicBezTo>
                    <a:pt x="9675" y="1340"/>
                    <a:pt x="9610" y="1378"/>
                    <a:pt x="9590" y="1465"/>
                  </a:cubicBezTo>
                  <a:cubicBezTo>
                    <a:pt x="9374" y="2272"/>
                    <a:pt x="8646" y="2940"/>
                    <a:pt x="7771" y="3137"/>
                  </a:cubicBezTo>
                  <a:cubicBezTo>
                    <a:pt x="7581" y="3172"/>
                    <a:pt x="7388" y="3190"/>
                    <a:pt x="7195" y="3190"/>
                  </a:cubicBezTo>
                  <a:cubicBezTo>
                    <a:pt x="6740" y="3190"/>
                    <a:pt x="6287" y="3091"/>
                    <a:pt x="5873" y="2891"/>
                  </a:cubicBezTo>
                  <a:cubicBezTo>
                    <a:pt x="6020" y="2773"/>
                    <a:pt x="6148" y="2645"/>
                    <a:pt x="6256" y="2498"/>
                  </a:cubicBezTo>
                  <a:cubicBezTo>
                    <a:pt x="6689" y="1927"/>
                    <a:pt x="6748" y="1141"/>
                    <a:pt x="6404" y="600"/>
                  </a:cubicBezTo>
                  <a:cubicBezTo>
                    <a:pt x="6197" y="285"/>
                    <a:pt x="5863" y="69"/>
                    <a:pt x="5489" y="19"/>
                  </a:cubicBezTo>
                  <a:cubicBezTo>
                    <a:pt x="5421" y="7"/>
                    <a:pt x="5352" y="0"/>
                    <a:pt x="52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7" name="Google Shape;567;p27"/>
          <p:cNvSpPr/>
          <p:nvPr/>
        </p:nvSpPr>
        <p:spPr>
          <a:xfrm>
            <a:off x="1240325" y="30100"/>
            <a:ext cx="177775" cy="115325"/>
          </a:xfrm>
          <a:custGeom>
            <a:avLst/>
            <a:gdLst/>
            <a:ahLst/>
            <a:cxnLst/>
            <a:rect l="l" t="t" r="r" b="b"/>
            <a:pathLst>
              <a:path w="7111" h="4613" extrusionOk="0">
                <a:moveTo>
                  <a:pt x="3531" y="0"/>
                </a:moveTo>
                <a:lnTo>
                  <a:pt x="0" y="1190"/>
                </a:lnTo>
                <a:lnTo>
                  <a:pt x="3580" y="4613"/>
                </a:lnTo>
                <a:lnTo>
                  <a:pt x="7111" y="3413"/>
                </a:lnTo>
                <a:lnTo>
                  <a:pt x="35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8" name="Google Shape;568;p27"/>
          <p:cNvGrpSpPr/>
          <p:nvPr/>
        </p:nvGrpSpPr>
        <p:grpSpPr>
          <a:xfrm>
            <a:off x="342206" y="178687"/>
            <a:ext cx="1075893" cy="1010627"/>
            <a:chOff x="220838" y="-10150"/>
            <a:chExt cx="1417700" cy="1331700"/>
          </a:xfrm>
        </p:grpSpPr>
        <p:sp>
          <p:nvSpPr>
            <p:cNvPr id="569" name="Google Shape;569;p27"/>
            <p:cNvSpPr/>
            <p:nvPr/>
          </p:nvSpPr>
          <p:spPr>
            <a:xfrm>
              <a:off x="220838" y="-10150"/>
              <a:ext cx="1241175" cy="540250"/>
            </a:xfrm>
            <a:custGeom>
              <a:avLst/>
              <a:gdLst/>
              <a:ahLst/>
              <a:cxnLst/>
              <a:rect l="l" t="t" r="r" b="b"/>
              <a:pathLst>
                <a:path w="49647" h="21610" extrusionOk="0">
                  <a:moveTo>
                    <a:pt x="46637" y="0"/>
                  </a:moveTo>
                  <a:cubicBezTo>
                    <a:pt x="46539" y="0"/>
                    <a:pt x="46440" y="21"/>
                    <a:pt x="46342" y="62"/>
                  </a:cubicBezTo>
                  <a:lnTo>
                    <a:pt x="44296" y="750"/>
                  </a:lnTo>
                  <a:cubicBezTo>
                    <a:pt x="44228" y="760"/>
                    <a:pt x="44159" y="780"/>
                    <a:pt x="44090" y="799"/>
                  </a:cubicBezTo>
                  <a:lnTo>
                    <a:pt x="40569" y="1989"/>
                  </a:lnTo>
                  <a:cubicBezTo>
                    <a:pt x="40490" y="2019"/>
                    <a:pt x="40422" y="2048"/>
                    <a:pt x="40353" y="2088"/>
                  </a:cubicBezTo>
                  <a:lnTo>
                    <a:pt x="36773" y="3307"/>
                  </a:lnTo>
                  <a:cubicBezTo>
                    <a:pt x="36694" y="3317"/>
                    <a:pt x="36615" y="3337"/>
                    <a:pt x="36537" y="3357"/>
                  </a:cubicBezTo>
                  <a:lnTo>
                    <a:pt x="33006" y="4556"/>
                  </a:lnTo>
                  <a:cubicBezTo>
                    <a:pt x="32927" y="4586"/>
                    <a:pt x="32859" y="4615"/>
                    <a:pt x="32790" y="4665"/>
                  </a:cubicBezTo>
                  <a:lnTo>
                    <a:pt x="28797" y="6012"/>
                  </a:lnTo>
                  <a:cubicBezTo>
                    <a:pt x="28708" y="6022"/>
                    <a:pt x="28620" y="6041"/>
                    <a:pt x="28541" y="6071"/>
                  </a:cubicBezTo>
                  <a:lnTo>
                    <a:pt x="25010" y="7261"/>
                  </a:lnTo>
                  <a:cubicBezTo>
                    <a:pt x="24932" y="7290"/>
                    <a:pt x="24853" y="7330"/>
                    <a:pt x="24774" y="7379"/>
                  </a:cubicBezTo>
                  <a:lnTo>
                    <a:pt x="20850" y="8707"/>
                  </a:lnTo>
                  <a:cubicBezTo>
                    <a:pt x="20762" y="8716"/>
                    <a:pt x="20673" y="8736"/>
                    <a:pt x="20585" y="8766"/>
                  </a:cubicBezTo>
                  <a:lnTo>
                    <a:pt x="17054" y="9965"/>
                  </a:lnTo>
                  <a:cubicBezTo>
                    <a:pt x="16966" y="9995"/>
                    <a:pt x="16887" y="10034"/>
                    <a:pt x="16808" y="10083"/>
                  </a:cubicBezTo>
                  <a:lnTo>
                    <a:pt x="12914" y="11411"/>
                  </a:lnTo>
                  <a:cubicBezTo>
                    <a:pt x="12815" y="11411"/>
                    <a:pt x="12727" y="11431"/>
                    <a:pt x="12628" y="11460"/>
                  </a:cubicBezTo>
                  <a:lnTo>
                    <a:pt x="9098" y="12660"/>
                  </a:lnTo>
                  <a:cubicBezTo>
                    <a:pt x="9009" y="12690"/>
                    <a:pt x="8921" y="12739"/>
                    <a:pt x="8832" y="12788"/>
                  </a:cubicBezTo>
                  <a:lnTo>
                    <a:pt x="905" y="15483"/>
                  </a:lnTo>
                  <a:cubicBezTo>
                    <a:pt x="305" y="15689"/>
                    <a:pt x="1" y="16348"/>
                    <a:pt x="227" y="16938"/>
                  </a:cubicBezTo>
                  <a:lnTo>
                    <a:pt x="1781" y="20912"/>
                  </a:lnTo>
                  <a:cubicBezTo>
                    <a:pt x="1948" y="21334"/>
                    <a:pt x="2351" y="21610"/>
                    <a:pt x="2813" y="21610"/>
                  </a:cubicBezTo>
                  <a:cubicBezTo>
                    <a:pt x="2931" y="21610"/>
                    <a:pt x="3049" y="21590"/>
                    <a:pt x="3167" y="21551"/>
                  </a:cubicBezTo>
                  <a:lnTo>
                    <a:pt x="5744" y="20675"/>
                  </a:lnTo>
                  <a:cubicBezTo>
                    <a:pt x="5783" y="20685"/>
                    <a:pt x="5823" y="20685"/>
                    <a:pt x="5872" y="20685"/>
                  </a:cubicBezTo>
                  <a:cubicBezTo>
                    <a:pt x="5980" y="20685"/>
                    <a:pt x="6098" y="20666"/>
                    <a:pt x="6206" y="20636"/>
                  </a:cubicBezTo>
                  <a:lnTo>
                    <a:pt x="9786" y="19485"/>
                  </a:lnTo>
                  <a:cubicBezTo>
                    <a:pt x="9983" y="19417"/>
                    <a:pt x="10150" y="19299"/>
                    <a:pt x="10288" y="19141"/>
                  </a:cubicBezTo>
                  <a:lnTo>
                    <a:pt x="13169" y="18168"/>
                  </a:lnTo>
                  <a:cubicBezTo>
                    <a:pt x="13228" y="18158"/>
                    <a:pt x="13287" y="18148"/>
                    <a:pt x="13336" y="18128"/>
                  </a:cubicBezTo>
                  <a:lnTo>
                    <a:pt x="16916" y="16978"/>
                  </a:lnTo>
                  <a:cubicBezTo>
                    <a:pt x="17044" y="16938"/>
                    <a:pt x="17162" y="16869"/>
                    <a:pt x="17270" y="16791"/>
                  </a:cubicBezTo>
                  <a:lnTo>
                    <a:pt x="20988" y="15532"/>
                  </a:lnTo>
                  <a:cubicBezTo>
                    <a:pt x="21106" y="15532"/>
                    <a:pt x="21224" y="15512"/>
                    <a:pt x="21342" y="15473"/>
                  </a:cubicBezTo>
                  <a:lnTo>
                    <a:pt x="22473" y="15089"/>
                  </a:lnTo>
                  <a:cubicBezTo>
                    <a:pt x="23260" y="14824"/>
                    <a:pt x="24066" y="14548"/>
                    <a:pt x="24883" y="14273"/>
                  </a:cubicBezTo>
                  <a:cubicBezTo>
                    <a:pt x="24991" y="14234"/>
                    <a:pt x="25099" y="14175"/>
                    <a:pt x="25197" y="14106"/>
                  </a:cubicBezTo>
                  <a:lnTo>
                    <a:pt x="28964" y="12827"/>
                  </a:lnTo>
                  <a:cubicBezTo>
                    <a:pt x="29082" y="12827"/>
                    <a:pt x="29200" y="12808"/>
                    <a:pt x="29308" y="12778"/>
                  </a:cubicBezTo>
                  <a:cubicBezTo>
                    <a:pt x="30488" y="12375"/>
                    <a:pt x="31659" y="11982"/>
                    <a:pt x="32839" y="11578"/>
                  </a:cubicBezTo>
                  <a:cubicBezTo>
                    <a:pt x="32937" y="11539"/>
                    <a:pt x="33036" y="11490"/>
                    <a:pt x="33124" y="11431"/>
                  </a:cubicBezTo>
                  <a:lnTo>
                    <a:pt x="36999" y="10123"/>
                  </a:lnTo>
                  <a:cubicBezTo>
                    <a:pt x="37097" y="10113"/>
                    <a:pt x="37206" y="10093"/>
                    <a:pt x="37304" y="10064"/>
                  </a:cubicBezTo>
                  <a:lnTo>
                    <a:pt x="38759" y="9572"/>
                  </a:lnTo>
                  <a:cubicBezTo>
                    <a:pt x="39458" y="9336"/>
                    <a:pt x="40156" y="9100"/>
                    <a:pt x="40835" y="8864"/>
                  </a:cubicBezTo>
                  <a:cubicBezTo>
                    <a:pt x="40923" y="8834"/>
                    <a:pt x="41012" y="8795"/>
                    <a:pt x="41090" y="8746"/>
                  </a:cubicBezTo>
                  <a:lnTo>
                    <a:pt x="44591" y="7566"/>
                  </a:lnTo>
                  <a:cubicBezTo>
                    <a:pt x="44680" y="7556"/>
                    <a:pt x="44769" y="7536"/>
                    <a:pt x="44857" y="7507"/>
                  </a:cubicBezTo>
                  <a:cubicBezTo>
                    <a:pt x="45722" y="7212"/>
                    <a:pt x="46529" y="6936"/>
                    <a:pt x="47276" y="6681"/>
                  </a:cubicBezTo>
                  <a:lnTo>
                    <a:pt x="48388" y="6307"/>
                  </a:lnTo>
                  <a:cubicBezTo>
                    <a:pt x="48457" y="6277"/>
                    <a:pt x="48525" y="6248"/>
                    <a:pt x="48594" y="6209"/>
                  </a:cubicBezTo>
                  <a:lnTo>
                    <a:pt x="48732" y="6159"/>
                  </a:lnTo>
                  <a:cubicBezTo>
                    <a:pt x="49342" y="5953"/>
                    <a:pt x="49647" y="5274"/>
                    <a:pt x="49401" y="4684"/>
                  </a:cubicBezTo>
                  <a:lnTo>
                    <a:pt x="47719" y="681"/>
                  </a:lnTo>
                  <a:cubicBezTo>
                    <a:pt x="47545" y="276"/>
                    <a:pt x="47162" y="3"/>
                    <a:pt x="46720" y="3"/>
                  </a:cubicBezTo>
                  <a:cubicBezTo>
                    <a:pt x="46712" y="3"/>
                    <a:pt x="46704" y="3"/>
                    <a:pt x="46696" y="3"/>
                  </a:cubicBezTo>
                  <a:cubicBezTo>
                    <a:pt x="46676" y="1"/>
                    <a:pt x="46657" y="0"/>
                    <a:pt x="46637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259938" y="212725"/>
              <a:ext cx="1378600" cy="1108825"/>
            </a:xfrm>
            <a:custGeom>
              <a:avLst/>
              <a:gdLst/>
              <a:ahLst/>
              <a:cxnLst/>
              <a:rect l="l" t="t" r="r" b="b"/>
              <a:pathLst>
                <a:path w="55144" h="44353" extrusionOk="0">
                  <a:moveTo>
                    <a:pt x="47660" y="0"/>
                  </a:moveTo>
                  <a:cubicBezTo>
                    <a:pt x="47578" y="0"/>
                    <a:pt x="47496" y="9"/>
                    <a:pt x="47414" y="28"/>
                  </a:cubicBezTo>
                  <a:lnTo>
                    <a:pt x="46735" y="185"/>
                  </a:lnTo>
                  <a:lnTo>
                    <a:pt x="46676" y="195"/>
                  </a:lnTo>
                  <a:lnTo>
                    <a:pt x="43037" y="1021"/>
                  </a:lnTo>
                  <a:lnTo>
                    <a:pt x="42949" y="1041"/>
                  </a:lnTo>
                  <a:lnTo>
                    <a:pt x="42909" y="1050"/>
                  </a:lnTo>
                  <a:lnTo>
                    <a:pt x="39713" y="1768"/>
                  </a:lnTo>
                  <a:cubicBezTo>
                    <a:pt x="39654" y="1759"/>
                    <a:pt x="39595" y="1759"/>
                    <a:pt x="39536" y="1759"/>
                  </a:cubicBezTo>
                  <a:cubicBezTo>
                    <a:pt x="39448" y="1759"/>
                    <a:pt x="39369" y="1768"/>
                    <a:pt x="39290" y="1788"/>
                  </a:cubicBezTo>
                  <a:lnTo>
                    <a:pt x="35651" y="2604"/>
                  </a:lnTo>
                  <a:cubicBezTo>
                    <a:pt x="35504" y="2634"/>
                    <a:pt x="35376" y="2703"/>
                    <a:pt x="35248" y="2781"/>
                  </a:cubicBezTo>
                  <a:lnTo>
                    <a:pt x="31521" y="3627"/>
                  </a:lnTo>
                  <a:cubicBezTo>
                    <a:pt x="31462" y="3617"/>
                    <a:pt x="31403" y="3607"/>
                    <a:pt x="31334" y="3607"/>
                  </a:cubicBezTo>
                  <a:cubicBezTo>
                    <a:pt x="31255" y="3607"/>
                    <a:pt x="31167" y="3617"/>
                    <a:pt x="31088" y="3637"/>
                  </a:cubicBezTo>
                  <a:lnTo>
                    <a:pt x="27449" y="4463"/>
                  </a:lnTo>
                  <a:cubicBezTo>
                    <a:pt x="27311" y="4493"/>
                    <a:pt x="27174" y="4552"/>
                    <a:pt x="27056" y="4640"/>
                  </a:cubicBezTo>
                  <a:lnTo>
                    <a:pt x="23328" y="5486"/>
                  </a:lnTo>
                  <a:cubicBezTo>
                    <a:pt x="23269" y="5466"/>
                    <a:pt x="23201" y="5466"/>
                    <a:pt x="23132" y="5466"/>
                  </a:cubicBezTo>
                  <a:cubicBezTo>
                    <a:pt x="23053" y="5466"/>
                    <a:pt x="22974" y="5476"/>
                    <a:pt x="22886" y="5496"/>
                  </a:cubicBezTo>
                  <a:lnTo>
                    <a:pt x="19257" y="6312"/>
                  </a:lnTo>
                  <a:cubicBezTo>
                    <a:pt x="19109" y="6342"/>
                    <a:pt x="18972" y="6410"/>
                    <a:pt x="18854" y="6499"/>
                  </a:cubicBezTo>
                  <a:lnTo>
                    <a:pt x="15097" y="7345"/>
                  </a:lnTo>
                  <a:cubicBezTo>
                    <a:pt x="15028" y="7335"/>
                    <a:pt x="14969" y="7325"/>
                    <a:pt x="14900" y="7325"/>
                  </a:cubicBezTo>
                  <a:cubicBezTo>
                    <a:pt x="14821" y="7325"/>
                    <a:pt x="14733" y="7335"/>
                    <a:pt x="14654" y="7355"/>
                  </a:cubicBezTo>
                  <a:lnTo>
                    <a:pt x="11015" y="8181"/>
                  </a:lnTo>
                  <a:cubicBezTo>
                    <a:pt x="10868" y="8210"/>
                    <a:pt x="10730" y="8269"/>
                    <a:pt x="10612" y="8358"/>
                  </a:cubicBezTo>
                  <a:lnTo>
                    <a:pt x="7317" y="9105"/>
                  </a:lnTo>
                  <a:cubicBezTo>
                    <a:pt x="7249" y="9091"/>
                    <a:pt x="7178" y="9084"/>
                    <a:pt x="7109" y="9084"/>
                  </a:cubicBezTo>
                  <a:cubicBezTo>
                    <a:pt x="7028" y="9084"/>
                    <a:pt x="6949" y="9094"/>
                    <a:pt x="6875" y="9115"/>
                  </a:cubicBezTo>
                  <a:lnTo>
                    <a:pt x="3236" y="9941"/>
                  </a:lnTo>
                  <a:cubicBezTo>
                    <a:pt x="3088" y="9971"/>
                    <a:pt x="2951" y="10030"/>
                    <a:pt x="2833" y="10118"/>
                  </a:cubicBezTo>
                  <a:lnTo>
                    <a:pt x="964" y="10541"/>
                  </a:lnTo>
                  <a:cubicBezTo>
                    <a:pt x="374" y="10679"/>
                    <a:pt x="0" y="11259"/>
                    <a:pt x="128" y="11859"/>
                  </a:cubicBezTo>
                  <a:lnTo>
                    <a:pt x="1013" y="15999"/>
                  </a:lnTo>
                  <a:cubicBezTo>
                    <a:pt x="1023" y="16019"/>
                    <a:pt x="1023" y="16029"/>
                    <a:pt x="1023" y="16048"/>
                  </a:cubicBezTo>
                  <a:lnTo>
                    <a:pt x="1023" y="16058"/>
                  </a:lnTo>
                  <a:lnTo>
                    <a:pt x="1033" y="16107"/>
                  </a:lnTo>
                  <a:lnTo>
                    <a:pt x="6855" y="43478"/>
                  </a:lnTo>
                  <a:cubicBezTo>
                    <a:pt x="6963" y="43989"/>
                    <a:pt x="7416" y="44353"/>
                    <a:pt x="7937" y="44353"/>
                  </a:cubicBezTo>
                  <a:cubicBezTo>
                    <a:pt x="8016" y="44353"/>
                    <a:pt x="8094" y="44343"/>
                    <a:pt x="8173" y="44323"/>
                  </a:cubicBezTo>
                  <a:lnTo>
                    <a:pt x="54170" y="34489"/>
                  </a:lnTo>
                  <a:cubicBezTo>
                    <a:pt x="54760" y="34371"/>
                    <a:pt x="55144" y="33790"/>
                    <a:pt x="55026" y="33200"/>
                  </a:cubicBezTo>
                  <a:lnTo>
                    <a:pt x="48751" y="893"/>
                  </a:lnTo>
                  <a:cubicBezTo>
                    <a:pt x="48649" y="366"/>
                    <a:pt x="48179" y="0"/>
                    <a:pt x="47660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7"/>
            <p:cNvSpPr/>
            <p:nvPr/>
          </p:nvSpPr>
          <p:spPr>
            <a:xfrm>
              <a:off x="248725" y="11400"/>
              <a:ext cx="1178225" cy="485125"/>
            </a:xfrm>
            <a:custGeom>
              <a:avLst/>
              <a:gdLst/>
              <a:ahLst/>
              <a:cxnLst/>
              <a:rect l="l" t="t" r="r" b="b"/>
              <a:pathLst>
                <a:path w="47129" h="19405" extrusionOk="0">
                  <a:moveTo>
                    <a:pt x="45447" y="1"/>
                  </a:moveTo>
                  <a:lnTo>
                    <a:pt x="1" y="15431"/>
                  </a:lnTo>
                  <a:lnTo>
                    <a:pt x="1555" y="19405"/>
                  </a:lnTo>
                  <a:lnTo>
                    <a:pt x="47129" y="4013"/>
                  </a:lnTo>
                  <a:lnTo>
                    <a:pt x="45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7"/>
            <p:cNvSpPr/>
            <p:nvPr/>
          </p:nvSpPr>
          <p:spPr>
            <a:xfrm>
              <a:off x="453775" y="296600"/>
              <a:ext cx="177800" cy="114375"/>
            </a:xfrm>
            <a:custGeom>
              <a:avLst/>
              <a:gdLst/>
              <a:ahLst/>
              <a:cxnLst/>
              <a:rect l="l" t="t" r="r" b="b"/>
              <a:pathLst>
                <a:path w="7112" h="4575" extrusionOk="0">
                  <a:moveTo>
                    <a:pt x="3532" y="1"/>
                  </a:moveTo>
                  <a:lnTo>
                    <a:pt x="1" y="1201"/>
                  </a:lnTo>
                  <a:lnTo>
                    <a:pt x="3532" y="4574"/>
                  </a:lnTo>
                  <a:lnTo>
                    <a:pt x="7111" y="3423"/>
                  </a:lnTo>
                  <a:lnTo>
                    <a:pt x="35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7"/>
            <p:cNvSpPr/>
            <p:nvPr/>
          </p:nvSpPr>
          <p:spPr>
            <a:xfrm>
              <a:off x="275525" y="359300"/>
              <a:ext cx="177800" cy="114350"/>
            </a:xfrm>
            <a:custGeom>
              <a:avLst/>
              <a:gdLst/>
              <a:ahLst/>
              <a:cxnLst/>
              <a:rect l="l" t="t" r="r" b="b"/>
              <a:pathLst>
                <a:path w="7112" h="4574" extrusionOk="0">
                  <a:moveTo>
                    <a:pt x="3531" y="1"/>
                  </a:moveTo>
                  <a:lnTo>
                    <a:pt x="1" y="1201"/>
                  </a:lnTo>
                  <a:lnTo>
                    <a:pt x="3531" y="4574"/>
                  </a:lnTo>
                  <a:lnTo>
                    <a:pt x="7111" y="3413"/>
                  </a:lnTo>
                  <a:lnTo>
                    <a:pt x="35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7"/>
            <p:cNvSpPr/>
            <p:nvPr/>
          </p:nvSpPr>
          <p:spPr>
            <a:xfrm>
              <a:off x="652700" y="229250"/>
              <a:ext cx="177775" cy="115325"/>
            </a:xfrm>
            <a:custGeom>
              <a:avLst/>
              <a:gdLst/>
              <a:ahLst/>
              <a:cxnLst/>
              <a:rect l="l" t="t" r="r" b="b"/>
              <a:pathLst>
                <a:path w="7111" h="4613" extrusionOk="0">
                  <a:moveTo>
                    <a:pt x="3531" y="0"/>
                  </a:moveTo>
                  <a:lnTo>
                    <a:pt x="0" y="1200"/>
                  </a:lnTo>
                  <a:lnTo>
                    <a:pt x="3570" y="4613"/>
                  </a:lnTo>
                  <a:lnTo>
                    <a:pt x="7111" y="3413"/>
                  </a:lnTo>
                  <a:lnTo>
                    <a:pt x="35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7"/>
            <p:cNvSpPr/>
            <p:nvPr/>
          </p:nvSpPr>
          <p:spPr>
            <a:xfrm>
              <a:off x="851600" y="161875"/>
              <a:ext cx="177800" cy="115350"/>
            </a:xfrm>
            <a:custGeom>
              <a:avLst/>
              <a:gdLst/>
              <a:ahLst/>
              <a:cxnLst/>
              <a:rect l="l" t="t" r="r" b="b"/>
              <a:pathLst>
                <a:path w="7112" h="4614" extrusionOk="0">
                  <a:moveTo>
                    <a:pt x="3531" y="1"/>
                  </a:moveTo>
                  <a:lnTo>
                    <a:pt x="1" y="1191"/>
                  </a:lnTo>
                  <a:lnTo>
                    <a:pt x="3580" y="4613"/>
                  </a:lnTo>
                  <a:cubicBezTo>
                    <a:pt x="4761" y="4210"/>
                    <a:pt x="5931" y="3816"/>
                    <a:pt x="7111" y="3413"/>
                  </a:cubicBezTo>
                  <a:lnTo>
                    <a:pt x="35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7"/>
            <p:cNvSpPr/>
            <p:nvPr/>
          </p:nvSpPr>
          <p:spPr>
            <a:xfrm>
              <a:off x="1051500" y="94025"/>
              <a:ext cx="177775" cy="115325"/>
            </a:xfrm>
            <a:custGeom>
              <a:avLst/>
              <a:gdLst/>
              <a:ahLst/>
              <a:cxnLst/>
              <a:rect l="l" t="t" r="r" b="b"/>
              <a:pathLst>
                <a:path w="7111" h="4613" extrusionOk="0">
                  <a:moveTo>
                    <a:pt x="3531" y="0"/>
                  </a:moveTo>
                  <a:lnTo>
                    <a:pt x="0" y="1200"/>
                  </a:lnTo>
                  <a:lnTo>
                    <a:pt x="3580" y="4613"/>
                  </a:lnTo>
                  <a:cubicBezTo>
                    <a:pt x="4790" y="4200"/>
                    <a:pt x="5970" y="3806"/>
                    <a:pt x="7111" y="3423"/>
                  </a:cubicBezTo>
                  <a:lnTo>
                    <a:pt x="35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7"/>
            <p:cNvSpPr/>
            <p:nvPr/>
          </p:nvSpPr>
          <p:spPr>
            <a:xfrm>
              <a:off x="286600" y="234650"/>
              <a:ext cx="1318125" cy="1053325"/>
            </a:xfrm>
            <a:custGeom>
              <a:avLst/>
              <a:gdLst/>
              <a:ahLst/>
              <a:cxnLst/>
              <a:rect l="l" t="t" r="r" b="b"/>
              <a:pathLst>
                <a:path w="52725" h="42133" extrusionOk="0">
                  <a:moveTo>
                    <a:pt x="46450" y="1"/>
                  </a:moveTo>
                  <a:lnTo>
                    <a:pt x="45703" y="168"/>
                  </a:lnTo>
                  <a:lnTo>
                    <a:pt x="43627" y="2292"/>
                  </a:lnTo>
                  <a:lnTo>
                    <a:pt x="41946" y="1014"/>
                  </a:lnTo>
                  <a:lnTo>
                    <a:pt x="0" y="10514"/>
                  </a:lnTo>
                  <a:lnTo>
                    <a:pt x="6737" y="42133"/>
                  </a:lnTo>
                  <a:lnTo>
                    <a:pt x="52725" y="32298"/>
                  </a:lnTo>
                  <a:lnTo>
                    <a:pt x="464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7"/>
            <p:cNvSpPr/>
            <p:nvPr/>
          </p:nvSpPr>
          <p:spPr>
            <a:xfrm>
              <a:off x="413450" y="645750"/>
              <a:ext cx="67650" cy="67150"/>
            </a:xfrm>
            <a:custGeom>
              <a:avLst/>
              <a:gdLst/>
              <a:ahLst/>
              <a:cxnLst/>
              <a:rect l="l" t="t" r="r" b="b"/>
              <a:pathLst>
                <a:path w="2706" h="2686" extrusionOk="0">
                  <a:moveTo>
                    <a:pt x="1313" y="234"/>
                  </a:moveTo>
                  <a:cubicBezTo>
                    <a:pt x="1819" y="234"/>
                    <a:pt x="2194" y="542"/>
                    <a:pt x="2302" y="1033"/>
                  </a:cubicBezTo>
                  <a:cubicBezTo>
                    <a:pt x="2420" y="1613"/>
                    <a:pt x="2096" y="2115"/>
                    <a:pt x="1447" y="2252"/>
                  </a:cubicBezTo>
                  <a:lnTo>
                    <a:pt x="729" y="2410"/>
                  </a:lnTo>
                  <a:lnTo>
                    <a:pt x="306" y="423"/>
                  </a:lnTo>
                  <a:lnTo>
                    <a:pt x="1024" y="266"/>
                  </a:lnTo>
                  <a:cubicBezTo>
                    <a:pt x="1124" y="245"/>
                    <a:pt x="1221" y="234"/>
                    <a:pt x="1313" y="234"/>
                  </a:cubicBezTo>
                  <a:close/>
                  <a:moveTo>
                    <a:pt x="1341" y="1"/>
                  </a:moveTo>
                  <a:cubicBezTo>
                    <a:pt x="1227" y="1"/>
                    <a:pt x="1108" y="13"/>
                    <a:pt x="984" y="40"/>
                  </a:cubicBezTo>
                  <a:lnTo>
                    <a:pt x="1" y="246"/>
                  </a:lnTo>
                  <a:lnTo>
                    <a:pt x="522" y="2685"/>
                  </a:lnTo>
                  <a:lnTo>
                    <a:pt x="1506" y="2469"/>
                  </a:lnTo>
                  <a:cubicBezTo>
                    <a:pt x="2292" y="2302"/>
                    <a:pt x="2706" y="1692"/>
                    <a:pt x="2548" y="974"/>
                  </a:cubicBezTo>
                  <a:cubicBezTo>
                    <a:pt x="2424" y="368"/>
                    <a:pt x="1957" y="1"/>
                    <a:pt x="134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7"/>
            <p:cNvSpPr/>
            <p:nvPr/>
          </p:nvSpPr>
          <p:spPr>
            <a:xfrm>
              <a:off x="489425" y="634425"/>
              <a:ext cx="19450" cy="62250"/>
            </a:xfrm>
            <a:custGeom>
              <a:avLst/>
              <a:gdLst/>
              <a:ahLst/>
              <a:cxnLst/>
              <a:rect l="l" t="t" r="r" b="b"/>
              <a:pathLst>
                <a:path w="778" h="2490" extrusionOk="0">
                  <a:moveTo>
                    <a:pt x="257" y="1"/>
                  </a:moveTo>
                  <a:lnTo>
                    <a:pt x="1" y="50"/>
                  </a:lnTo>
                  <a:lnTo>
                    <a:pt x="522" y="2489"/>
                  </a:lnTo>
                  <a:lnTo>
                    <a:pt x="778" y="2430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7"/>
            <p:cNvSpPr/>
            <p:nvPr/>
          </p:nvSpPr>
          <p:spPr>
            <a:xfrm>
              <a:off x="520175" y="623400"/>
              <a:ext cx="61475" cy="66625"/>
            </a:xfrm>
            <a:custGeom>
              <a:avLst/>
              <a:gdLst/>
              <a:ahLst/>
              <a:cxnLst/>
              <a:rect l="l" t="t" r="r" b="b"/>
              <a:pathLst>
                <a:path w="2459" h="2665" extrusionOk="0">
                  <a:moveTo>
                    <a:pt x="1202" y="227"/>
                  </a:moveTo>
                  <a:cubicBezTo>
                    <a:pt x="1543" y="227"/>
                    <a:pt x="1756" y="396"/>
                    <a:pt x="1820" y="707"/>
                  </a:cubicBezTo>
                  <a:lnTo>
                    <a:pt x="1820" y="717"/>
                  </a:lnTo>
                  <a:cubicBezTo>
                    <a:pt x="1908" y="1101"/>
                    <a:pt x="1702" y="1376"/>
                    <a:pt x="1210" y="1484"/>
                  </a:cubicBezTo>
                  <a:lnTo>
                    <a:pt x="561" y="1622"/>
                  </a:lnTo>
                  <a:lnTo>
                    <a:pt x="305" y="403"/>
                  </a:lnTo>
                  <a:lnTo>
                    <a:pt x="944" y="255"/>
                  </a:lnTo>
                  <a:cubicBezTo>
                    <a:pt x="1037" y="237"/>
                    <a:pt x="1123" y="227"/>
                    <a:pt x="1202" y="227"/>
                  </a:cubicBezTo>
                  <a:close/>
                  <a:moveTo>
                    <a:pt x="1235" y="0"/>
                  </a:moveTo>
                  <a:cubicBezTo>
                    <a:pt x="1132" y="0"/>
                    <a:pt x="1022" y="13"/>
                    <a:pt x="905" y="39"/>
                  </a:cubicBezTo>
                  <a:lnTo>
                    <a:pt x="0" y="226"/>
                  </a:lnTo>
                  <a:lnTo>
                    <a:pt x="522" y="2665"/>
                  </a:lnTo>
                  <a:lnTo>
                    <a:pt x="777" y="2615"/>
                  </a:lnTo>
                  <a:lnTo>
                    <a:pt x="610" y="1838"/>
                  </a:lnTo>
                  <a:lnTo>
                    <a:pt x="1269" y="1701"/>
                  </a:lnTo>
                  <a:cubicBezTo>
                    <a:pt x="1328" y="1681"/>
                    <a:pt x="1397" y="1671"/>
                    <a:pt x="1456" y="1652"/>
                  </a:cubicBezTo>
                  <a:lnTo>
                    <a:pt x="2184" y="2311"/>
                  </a:lnTo>
                  <a:lnTo>
                    <a:pt x="2459" y="2252"/>
                  </a:lnTo>
                  <a:lnTo>
                    <a:pt x="1692" y="1543"/>
                  </a:lnTo>
                  <a:cubicBezTo>
                    <a:pt x="2007" y="1376"/>
                    <a:pt x="2174" y="1012"/>
                    <a:pt x="2085" y="658"/>
                  </a:cubicBezTo>
                  <a:cubicBezTo>
                    <a:pt x="1989" y="235"/>
                    <a:pt x="1680" y="0"/>
                    <a:pt x="123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7"/>
            <p:cNvSpPr/>
            <p:nvPr/>
          </p:nvSpPr>
          <p:spPr>
            <a:xfrm>
              <a:off x="587300" y="605925"/>
              <a:ext cx="56075" cy="69850"/>
            </a:xfrm>
            <a:custGeom>
              <a:avLst/>
              <a:gdLst/>
              <a:ahLst/>
              <a:cxnLst/>
              <a:rect l="l" t="t" r="r" b="b"/>
              <a:pathLst>
                <a:path w="2243" h="2794" extrusionOk="0">
                  <a:moveTo>
                    <a:pt x="1672" y="0"/>
                  </a:moveTo>
                  <a:lnTo>
                    <a:pt x="0" y="354"/>
                  </a:lnTo>
                  <a:lnTo>
                    <a:pt x="521" y="2793"/>
                  </a:lnTo>
                  <a:lnTo>
                    <a:pt x="2242" y="2419"/>
                  </a:lnTo>
                  <a:lnTo>
                    <a:pt x="2193" y="2203"/>
                  </a:lnTo>
                  <a:lnTo>
                    <a:pt x="738" y="2508"/>
                  </a:lnTo>
                  <a:lnTo>
                    <a:pt x="541" y="1603"/>
                  </a:lnTo>
                  <a:lnTo>
                    <a:pt x="1800" y="1338"/>
                  </a:lnTo>
                  <a:lnTo>
                    <a:pt x="1751" y="1121"/>
                  </a:lnTo>
                  <a:lnTo>
                    <a:pt x="492" y="1387"/>
                  </a:lnTo>
                  <a:lnTo>
                    <a:pt x="305" y="521"/>
                  </a:lnTo>
                  <a:lnTo>
                    <a:pt x="1711" y="216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7"/>
            <p:cNvSpPr/>
            <p:nvPr/>
          </p:nvSpPr>
          <p:spPr>
            <a:xfrm>
              <a:off x="646800" y="594325"/>
              <a:ext cx="62725" cy="63825"/>
            </a:xfrm>
            <a:custGeom>
              <a:avLst/>
              <a:gdLst/>
              <a:ahLst/>
              <a:cxnLst/>
              <a:rect l="l" t="t" r="r" b="b"/>
              <a:pathLst>
                <a:path w="2509" h="2553" extrusionOk="0">
                  <a:moveTo>
                    <a:pt x="1469" y="1"/>
                  </a:moveTo>
                  <a:cubicBezTo>
                    <a:pt x="1366" y="1"/>
                    <a:pt x="1263" y="14"/>
                    <a:pt x="1161" y="41"/>
                  </a:cubicBezTo>
                  <a:cubicBezTo>
                    <a:pt x="423" y="199"/>
                    <a:pt x="0" y="838"/>
                    <a:pt x="148" y="1546"/>
                  </a:cubicBezTo>
                  <a:cubicBezTo>
                    <a:pt x="283" y="2161"/>
                    <a:pt x="779" y="2553"/>
                    <a:pt x="1383" y="2553"/>
                  </a:cubicBezTo>
                  <a:cubicBezTo>
                    <a:pt x="1483" y="2553"/>
                    <a:pt x="1587" y="2542"/>
                    <a:pt x="1692" y="2520"/>
                  </a:cubicBezTo>
                  <a:cubicBezTo>
                    <a:pt x="2026" y="2461"/>
                    <a:pt x="2331" y="2254"/>
                    <a:pt x="2508" y="1969"/>
                  </a:cubicBezTo>
                  <a:lnTo>
                    <a:pt x="2311" y="1841"/>
                  </a:lnTo>
                  <a:cubicBezTo>
                    <a:pt x="2164" y="2067"/>
                    <a:pt x="1928" y="2234"/>
                    <a:pt x="1652" y="2284"/>
                  </a:cubicBezTo>
                  <a:cubicBezTo>
                    <a:pt x="1581" y="2299"/>
                    <a:pt x="1510" y="2306"/>
                    <a:pt x="1439" y="2306"/>
                  </a:cubicBezTo>
                  <a:cubicBezTo>
                    <a:pt x="966" y="2306"/>
                    <a:pt x="536" y="1975"/>
                    <a:pt x="433" y="1487"/>
                  </a:cubicBezTo>
                  <a:cubicBezTo>
                    <a:pt x="315" y="936"/>
                    <a:pt x="669" y="385"/>
                    <a:pt x="1220" y="267"/>
                  </a:cubicBezTo>
                  <a:cubicBezTo>
                    <a:pt x="1301" y="247"/>
                    <a:pt x="1382" y="237"/>
                    <a:pt x="1463" y="237"/>
                  </a:cubicBezTo>
                  <a:cubicBezTo>
                    <a:pt x="1654" y="237"/>
                    <a:pt x="1840" y="294"/>
                    <a:pt x="2006" y="405"/>
                  </a:cubicBezTo>
                  <a:lnTo>
                    <a:pt x="2124" y="199"/>
                  </a:lnTo>
                  <a:cubicBezTo>
                    <a:pt x="1927" y="69"/>
                    <a:pt x="1700" y="1"/>
                    <a:pt x="146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7"/>
            <p:cNvSpPr/>
            <p:nvPr/>
          </p:nvSpPr>
          <p:spPr>
            <a:xfrm>
              <a:off x="705800" y="578875"/>
              <a:ext cx="50425" cy="66900"/>
            </a:xfrm>
            <a:custGeom>
              <a:avLst/>
              <a:gdLst/>
              <a:ahLst/>
              <a:cxnLst/>
              <a:rect l="l" t="t" r="r" b="b"/>
              <a:pathLst>
                <a:path w="2017" h="2676" extrusionOk="0">
                  <a:moveTo>
                    <a:pt x="1967" y="0"/>
                  </a:moveTo>
                  <a:lnTo>
                    <a:pt x="1" y="423"/>
                  </a:lnTo>
                  <a:lnTo>
                    <a:pt x="50" y="640"/>
                  </a:lnTo>
                  <a:lnTo>
                    <a:pt x="905" y="462"/>
                  </a:lnTo>
                  <a:lnTo>
                    <a:pt x="1368" y="2675"/>
                  </a:lnTo>
                  <a:lnTo>
                    <a:pt x="1623" y="2616"/>
                  </a:lnTo>
                  <a:lnTo>
                    <a:pt x="1151" y="403"/>
                  </a:lnTo>
                  <a:lnTo>
                    <a:pt x="2017" y="217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7"/>
            <p:cNvSpPr/>
            <p:nvPr/>
          </p:nvSpPr>
          <p:spPr>
            <a:xfrm>
              <a:off x="766050" y="568850"/>
              <a:ext cx="71550" cy="63575"/>
            </a:xfrm>
            <a:custGeom>
              <a:avLst/>
              <a:gdLst/>
              <a:ahLst/>
              <a:cxnLst/>
              <a:rect l="l" t="t" r="r" b="b"/>
              <a:pathLst>
                <a:path w="2862" h="2543" extrusionOk="0">
                  <a:moveTo>
                    <a:pt x="1420" y="215"/>
                  </a:moveTo>
                  <a:cubicBezTo>
                    <a:pt x="1882" y="215"/>
                    <a:pt x="2339" y="515"/>
                    <a:pt x="2449" y="1050"/>
                  </a:cubicBezTo>
                  <a:lnTo>
                    <a:pt x="2459" y="1050"/>
                  </a:lnTo>
                  <a:cubicBezTo>
                    <a:pt x="2596" y="1621"/>
                    <a:pt x="2223" y="2181"/>
                    <a:pt x="1652" y="2280"/>
                  </a:cubicBezTo>
                  <a:cubicBezTo>
                    <a:pt x="1573" y="2297"/>
                    <a:pt x="1496" y="2305"/>
                    <a:pt x="1421" y="2305"/>
                  </a:cubicBezTo>
                  <a:cubicBezTo>
                    <a:pt x="626" y="2305"/>
                    <a:pt x="84" y="1405"/>
                    <a:pt x="551" y="686"/>
                  </a:cubicBezTo>
                  <a:cubicBezTo>
                    <a:pt x="763" y="365"/>
                    <a:pt x="1093" y="215"/>
                    <a:pt x="1420" y="215"/>
                  </a:cubicBezTo>
                  <a:close/>
                  <a:moveTo>
                    <a:pt x="1494" y="0"/>
                  </a:moveTo>
                  <a:cubicBezTo>
                    <a:pt x="1389" y="0"/>
                    <a:pt x="1281" y="12"/>
                    <a:pt x="1170" y="37"/>
                  </a:cubicBezTo>
                  <a:cubicBezTo>
                    <a:pt x="433" y="195"/>
                    <a:pt x="0" y="834"/>
                    <a:pt x="157" y="1542"/>
                  </a:cubicBezTo>
                  <a:cubicBezTo>
                    <a:pt x="283" y="2153"/>
                    <a:pt x="778" y="2543"/>
                    <a:pt x="1378" y="2543"/>
                  </a:cubicBezTo>
                  <a:cubicBezTo>
                    <a:pt x="1483" y="2543"/>
                    <a:pt x="1591" y="2531"/>
                    <a:pt x="1701" y="2506"/>
                  </a:cubicBezTo>
                  <a:cubicBezTo>
                    <a:pt x="2429" y="2349"/>
                    <a:pt x="2862" y="1709"/>
                    <a:pt x="2705" y="1001"/>
                  </a:cubicBezTo>
                  <a:cubicBezTo>
                    <a:pt x="2579" y="390"/>
                    <a:pt x="2091" y="0"/>
                    <a:pt x="149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7"/>
            <p:cNvSpPr/>
            <p:nvPr/>
          </p:nvSpPr>
          <p:spPr>
            <a:xfrm>
              <a:off x="846200" y="553575"/>
              <a:ext cx="61475" cy="66625"/>
            </a:xfrm>
            <a:custGeom>
              <a:avLst/>
              <a:gdLst/>
              <a:ahLst/>
              <a:cxnLst/>
              <a:rect l="l" t="t" r="r" b="b"/>
              <a:pathLst>
                <a:path w="2459" h="2665" extrusionOk="0">
                  <a:moveTo>
                    <a:pt x="1201" y="227"/>
                  </a:moveTo>
                  <a:cubicBezTo>
                    <a:pt x="1543" y="227"/>
                    <a:pt x="1756" y="398"/>
                    <a:pt x="1820" y="717"/>
                  </a:cubicBezTo>
                  <a:cubicBezTo>
                    <a:pt x="1908" y="1101"/>
                    <a:pt x="1692" y="1376"/>
                    <a:pt x="1210" y="1484"/>
                  </a:cubicBezTo>
                  <a:lnTo>
                    <a:pt x="561" y="1622"/>
                  </a:lnTo>
                  <a:lnTo>
                    <a:pt x="305" y="403"/>
                  </a:lnTo>
                  <a:lnTo>
                    <a:pt x="944" y="255"/>
                  </a:lnTo>
                  <a:cubicBezTo>
                    <a:pt x="1037" y="237"/>
                    <a:pt x="1122" y="227"/>
                    <a:pt x="1201" y="227"/>
                  </a:cubicBezTo>
                  <a:close/>
                  <a:moveTo>
                    <a:pt x="1235" y="0"/>
                  </a:moveTo>
                  <a:cubicBezTo>
                    <a:pt x="1132" y="0"/>
                    <a:pt x="1022" y="13"/>
                    <a:pt x="905" y="39"/>
                  </a:cubicBezTo>
                  <a:lnTo>
                    <a:pt x="0" y="235"/>
                  </a:lnTo>
                  <a:lnTo>
                    <a:pt x="521" y="2664"/>
                  </a:lnTo>
                  <a:lnTo>
                    <a:pt x="777" y="2615"/>
                  </a:lnTo>
                  <a:lnTo>
                    <a:pt x="610" y="1838"/>
                  </a:lnTo>
                  <a:lnTo>
                    <a:pt x="1259" y="1701"/>
                  </a:lnTo>
                  <a:cubicBezTo>
                    <a:pt x="1328" y="1681"/>
                    <a:pt x="1397" y="1671"/>
                    <a:pt x="1456" y="1652"/>
                  </a:cubicBezTo>
                  <a:lnTo>
                    <a:pt x="2184" y="2310"/>
                  </a:lnTo>
                  <a:lnTo>
                    <a:pt x="2459" y="2251"/>
                  </a:lnTo>
                  <a:lnTo>
                    <a:pt x="1692" y="1543"/>
                  </a:lnTo>
                  <a:cubicBezTo>
                    <a:pt x="2006" y="1376"/>
                    <a:pt x="2174" y="1012"/>
                    <a:pt x="2085" y="658"/>
                  </a:cubicBezTo>
                  <a:cubicBezTo>
                    <a:pt x="1989" y="235"/>
                    <a:pt x="1680" y="0"/>
                    <a:pt x="123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7"/>
            <p:cNvSpPr/>
            <p:nvPr/>
          </p:nvSpPr>
          <p:spPr>
            <a:xfrm>
              <a:off x="525575" y="1019700"/>
              <a:ext cx="71075" cy="69375"/>
            </a:xfrm>
            <a:custGeom>
              <a:avLst/>
              <a:gdLst/>
              <a:ahLst/>
              <a:cxnLst/>
              <a:rect l="l" t="t" r="r" b="b"/>
              <a:pathLst>
                <a:path w="2843" h="2775" extrusionOk="0">
                  <a:moveTo>
                    <a:pt x="2351" y="1"/>
                  </a:moveTo>
                  <a:lnTo>
                    <a:pt x="2164" y="50"/>
                  </a:lnTo>
                  <a:lnTo>
                    <a:pt x="1545" y="1938"/>
                  </a:lnTo>
                  <a:lnTo>
                    <a:pt x="197" y="463"/>
                  </a:lnTo>
                  <a:lnTo>
                    <a:pt x="1" y="503"/>
                  </a:lnTo>
                  <a:lnTo>
                    <a:pt x="492" y="2774"/>
                  </a:lnTo>
                  <a:lnTo>
                    <a:pt x="719" y="2725"/>
                  </a:lnTo>
                  <a:lnTo>
                    <a:pt x="325" y="916"/>
                  </a:lnTo>
                  <a:lnTo>
                    <a:pt x="1545" y="2243"/>
                  </a:lnTo>
                  <a:lnTo>
                    <a:pt x="1663" y="2224"/>
                  </a:lnTo>
                  <a:lnTo>
                    <a:pt x="2223" y="503"/>
                  </a:lnTo>
                  <a:lnTo>
                    <a:pt x="2617" y="2312"/>
                  </a:lnTo>
                  <a:lnTo>
                    <a:pt x="2843" y="2263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7"/>
            <p:cNvSpPr/>
            <p:nvPr/>
          </p:nvSpPr>
          <p:spPr>
            <a:xfrm>
              <a:off x="604500" y="1008100"/>
              <a:ext cx="66650" cy="59375"/>
            </a:xfrm>
            <a:custGeom>
              <a:avLst/>
              <a:gdLst/>
              <a:ahLst/>
              <a:cxnLst/>
              <a:rect l="l" t="t" r="r" b="b"/>
              <a:pathLst>
                <a:path w="2666" h="2375" extrusionOk="0">
                  <a:moveTo>
                    <a:pt x="1324" y="202"/>
                  </a:moveTo>
                  <a:cubicBezTo>
                    <a:pt x="1757" y="202"/>
                    <a:pt x="2184" y="484"/>
                    <a:pt x="2282" y="986"/>
                  </a:cubicBezTo>
                  <a:cubicBezTo>
                    <a:pt x="2410" y="1507"/>
                    <a:pt x="2066" y="2039"/>
                    <a:pt x="1535" y="2127"/>
                  </a:cubicBezTo>
                  <a:cubicBezTo>
                    <a:pt x="1461" y="2143"/>
                    <a:pt x="1389" y="2151"/>
                    <a:pt x="1319" y="2151"/>
                  </a:cubicBezTo>
                  <a:cubicBezTo>
                    <a:pt x="584" y="2151"/>
                    <a:pt x="81" y="1306"/>
                    <a:pt x="512" y="642"/>
                  </a:cubicBezTo>
                  <a:cubicBezTo>
                    <a:pt x="711" y="341"/>
                    <a:pt x="1019" y="202"/>
                    <a:pt x="1324" y="202"/>
                  </a:cubicBezTo>
                  <a:close/>
                  <a:moveTo>
                    <a:pt x="1382" y="1"/>
                  </a:moveTo>
                  <a:cubicBezTo>
                    <a:pt x="1288" y="1"/>
                    <a:pt x="1191" y="11"/>
                    <a:pt x="1092" y="32"/>
                  </a:cubicBezTo>
                  <a:cubicBezTo>
                    <a:pt x="404" y="180"/>
                    <a:pt x="1" y="780"/>
                    <a:pt x="138" y="1448"/>
                  </a:cubicBezTo>
                  <a:cubicBezTo>
                    <a:pt x="265" y="2013"/>
                    <a:pt x="737" y="2375"/>
                    <a:pt x="1296" y="2375"/>
                  </a:cubicBezTo>
                  <a:cubicBezTo>
                    <a:pt x="1390" y="2375"/>
                    <a:pt x="1486" y="2365"/>
                    <a:pt x="1584" y="2343"/>
                  </a:cubicBezTo>
                  <a:cubicBezTo>
                    <a:pt x="2263" y="2196"/>
                    <a:pt x="2666" y="1596"/>
                    <a:pt x="2528" y="937"/>
                  </a:cubicBezTo>
                  <a:cubicBezTo>
                    <a:pt x="2402" y="364"/>
                    <a:pt x="1944" y="1"/>
                    <a:pt x="138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7"/>
            <p:cNvSpPr/>
            <p:nvPr/>
          </p:nvSpPr>
          <p:spPr>
            <a:xfrm>
              <a:off x="668425" y="989725"/>
              <a:ext cx="56075" cy="63200"/>
            </a:xfrm>
            <a:custGeom>
              <a:avLst/>
              <a:gdLst/>
              <a:ahLst/>
              <a:cxnLst/>
              <a:rect l="l" t="t" r="r" b="b"/>
              <a:pathLst>
                <a:path w="2243" h="2528" extrusionOk="0">
                  <a:moveTo>
                    <a:pt x="2243" y="0"/>
                  </a:moveTo>
                  <a:lnTo>
                    <a:pt x="2007" y="49"/>
                  </a:lnTo>
                  <a:lnTo>
                    <a:pt x="1555" y="2203"/>
                  </a:lnTo>
                  <a:lnTo>
                    <a:pt x="256" y="423"/>
                  </a:lnTo>
                  <a:lnTo>
                    <a:pt x="1" y="472"/>
                  </a:lnTo>
                  <a:lnTo>
                    <a:pt x="1496" y="2528"/>
                  </a:lnTo>
                  <a:lnTo>
                    <a:pt x="1732" y="2478"/>
                  </a:lnTo>
                  <a:lnTo>
                    <a:pt x="2243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7"/>
            <p:cNvSpPr/>
            <p:nvPr/>
          </p:nvSpPr>
          <p:spPr>
            <a:xfrm>
              <a:off x="736775" y="985775"/>
              <a:ext cx="18475" cy="58050"/>
            </a:xfrm>
            <a:custGeom>
              <a:avLst/>
              <a:gdLst/>
              <a:ahLst/>
              <a:cxnLst/>
              <a:rect l="l" t="t" r="r" b="b"/>
              <a:pathLst>
                <a:path w="739" h="2322" extrusionOk="0">
                  <a:moveTo>
                    <a:pt x="247" y="1"/>
                  </a:moveTo>
                  <a:lnTo>
                    <a:pt x="1" y="50"/>
                  </a:lnTo>
                  <a:lnTo>
                    <a:pt x="492" y="2322"/>
                  </a:lnTo>
                  <a:lnTo>
                    <a:pt x="738" y="2263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7"/>
            <p:cNvSpPr/>
            <p:nvPr/>
          </p:nvSpPr>
          <p:spPr>
            <a:xfrm>
              <a:off x="765300" y="972500"/>
              <a:ext cx="52400" cy="65175"/>
            </a:xfrm>
            <a:custGeom>
              <a:avLst/>
              <a:gdLst/>
              <a:ahLst/>
              <a:cxnLst/>
              <a:rect l="l" t="t" r="r" b="b"/>
              <a:pathLst>
                <a:path w="2096" h="2607" extrusionOk="0">
                  <a:moveTo>
                    <a:pt x="1554" y="1"/>
                  </a:moveTo>
                  <a:lnTo>
                    <a:pt x="1" y="335"/>
                  </a:lnTo>
                  <a:lnTo>
                    <a:pt x="492" y="2607"/>
                  </a:lnTo>
                  <a:lnTo>
                    <a:pt x="2095" y="2263"/>
                  </a:lnTo>
                  <a:lnTo>
                    <a:pt x="2056" y="2056"/>
                  </a:lnTo>
                  <a:lnTo>
                    <a:pt x="679" y="2341"/>
                  </a:lnTo>
                  <a:lnTo>
                    <a:pt x="502" y="1496"/>
                  </a:lnTo>
                  <a:lnTo>
                    <a:pt x="1672" y="1250"/>
                  </a:lnTo>
                  <a:lnTo>
                    <a:pt x="1633" y="1043"/>
                  </a:lnTo>
                  <a:lnTo>
                    <a:pt x="453" y="1299"/>
                  </a:lnTo>
                  <a:lnTo>
                    <a:pt x="286" y="492"/>
                  </a:lnTo>
                  <a:lnTo>
                    <a:pt x="1604" y="207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7"/>
            <p:cNvSpPr/>
            <p:nvPr/>
          </p:nvSpPr>
          <p:spPr>
            <a:xfrm>
              <a:off x="1121825" y="278425"/>
              <a:ext cx="122700" cy="140400"/>
            </a:xfrm>
            <a:custGeom>
              <a:avLst/>
              <a:gdLst/>
              <a:ahLst/>
              <a:cxnLst/>
              <a:rect l="l" t="t" r="r" b="b"/>
              <a:pathLst>
                <a:path w="4908" h="5616" extrusionOk="0">
                  <a:moveTo>
                    <a:pt x="4908" y="0"/>
                  </a:moveTo>
                  <a:lnTo>
                    <a:pt x="1269" y="826"/>
                  </a:lnTo>
                  <a:lnTo>
                    <a:pt x="0" y="5616"/>
                  </a:lnTo>
                  <a:lnTo>
                    <a:pt x="0" y="5616"/>
                  </a:lnTo>
                  <a:lnTo>
                    <a:pt x="3777" y="4829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7"/>
            <p:cNvSpPr/>
            <p:nvPr/>
          </p:nvSpPr>
          <p:spPr>
            <a:xfrm>
              <a:off x="1306450" y="23882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9" y="1"/>
                  </a:moveTo>
                  <a:lnTo>
                    <a:pt x="1270" y="817"/>
                  </a:lnTo>
                  <a:lnTo>
                    <a:pt x="1" y="5607"/>
                  </a:lnTo>
                  <a:lnTo>
                    <a:pt x="3650" y="4721"/>
                  </a:lnTo>
                  <a:lnTo>
                    <a:pt x="4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7"/>
            <p:cNvSpPr/>
            <p:nvPr/>
          </p:nvSpPr>
          <p:spPr>
            <a:xfrm>
              <a:off x="917000" y="32487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8" y="1"/>
                  </a:moveTo>
                  <a:lnTo>
                    <a:pt x="1269" y="817"/>
                  </a:lnTo>
                  <a:lnTo>
                    <a:pt x="1" y="5607"/>
                  </a:lnTo>
                  <a:cubicBezTo>
                    <a:pt x="1250" y="5322"/>
                    <a:pt x="2469" y="5046"/>
                    <a:pt x="3639" y="4781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7"/>
            <p:cNvSpPr/>
            <p:nvPr/>
          </p:nvSpPr>
          <p:spPr>
            <a:xfrm>
              <a:off x="712200" y="371100"/>
              <a:ext cx="122450" cy="140175"/>
            </a:xfrm>
            <a:custGeom>
              <a:avLst/>
              <a:gdLst/>
              <a:ahLst/>
              <a:cxnLst/>
              <a:rect l="l" t="t" r="r" b="b"/>
              <a:pathLst>
                <a:path w="4898" h="5607" extrusionOk="0">
                  <a:moveTo>
                    <a:pt x="4898" y="1"/>
                  </a:moveTo>
                  <a:lnTo>
                    <a:pt x="1259" y="827"/>
                  </a:lnTo>
                  <a:lnTo>
                    <a:pt x="0" y="5607"/>
                  </a:lnTo>
                  <a:cubicBezTo>
                    <a:pt x="1210" y="5331"/>
                    <a:pt x="2420" y="5066"/>
                    <a:pt x="3629" y="4790"/>
                  </a:cubicBezTo>
                  <a:lnTo>
                    <a:pt x="48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7"/>
            <p:cNvSpPr/>
            <p:nvPr/>
          </p:nvSpPr>
          <p:spPr>
            <a:xfrm>
              <a:off x="506150" y="41782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8" y="1"/>
                  </a:moveTo>
                  <a:lnTo>
                    <a:pt x="1269" y="817"/>
                  </a:lnTo>
                  <a:lnTo>
                    <a:pt x="1" y="5606"/>
                  </a:lnTo>
                  <a:cubicBezTo>
                    <a:pt x="1181" y="5341"/>
                    <a:pt x="2391" y="5065"/>
                    <a:pt x="3640" y="4780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7"/>
            <p:cNvSpPr/>
            <p:nvPr/>
          </p:nvSpPr>
          <p:spPr>
            <a:xfrm>
              <a:off x="311675" y="461825"/>
              <a:ext cx="122475" cy="139925"/>
            </a:xfrm>
            <a:custGeom>
              <a:avLst/>
              <a:gdLst/>
              <a:ahLst/>
              <a:cxnLst/>
              <a:rect l="l" t="t" r="r" b="b"/>
              <a:pathLst>
                <a:path w="4899" h="5597" extrusionOk="0">
                  <a:moveTo>
                    <a:pt x="4898" y="1"/>
                  </a:moveTo>
                  <a:lnTo>
                    <a:pt x="1269" y="817"/>
                  </a:lnTo>
                  <a:lnTo>
                    <a:pt x="0" y="5597"/>
                  </a:lnTo>
                  <a:cubicBezTo>
                    <a:pt x="1053" y="5361"/>
                    <a:pt x="2282" y="5085"/>
                    <a:pt x="3639" y="4781"/>
                  </a:cubicBezTo>
                  <a:lnTo>
                    <a:pt x="48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7"/>
            <p:cNvSpPr/>
            <p:nvPr/>
          </p:nvSpPr>
          <p:spPr>
            <a:xfrm>
              <a:off x="307725" y="342050"/>
              <a:ext cx="1160800" cy="262650"/>
            </a:xfrm>
            <a:custGeom>
              <a:avLst/>
              <a:gdLst/>
              <a:ahLst/>
              <a:cxnLst/>
              <a:rect l="l" t="t" r="r" b="b"/>
              <a:pathLst>
                <a:path w="46432" h="10506" extrusionOk="0">
                  <a:moveTo>
                    <a:pt x="46302" y="1"/>
                  </a:moveTo>
                  <a:cubicBezTo>
                    <a:pt x="46296" y="1"/>
                    <a:pt x="46290" y="1"/>
                    <a:pt x="46284" y="2"/>
                  </a:cubicBezTo>
                  <a:lnTo>
                    <a:pt x="129" y="10280"/>
                  </a:lnTo>
                  <a:cubicBezTo>
                    <a:pt x="1" y="10309"/>
                    <a:pt x="21" y="10506"/>
                    <a:pt x="158" y="10506"/>
                  </a:cubicBezTo>
                  <a:lnTo>
                    <a:pt x="178" y="10496"/>
                  </a:lnTo>
                  <a:lnTo>
                    <a:pt x="46333" y="219"/>
                  </a:lnTo>
                  <a:cubicBezTo>
                    <a:pt x="46392" y="209"/>
                    <a:pt x="46431" y="150"/>
                    <a:pt x="46411" y="91"/>
                  </a:cubicBezTo>
                  <a:cubicBezTo>
                    <a:pt x="46403" y="38"/>
                    <a:pt x="46354" y="1"/>
                    <a:pt x="46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7"/>
            <p:cNvSpPr/>
            <p:nvPr/>
          </p:nvSpPr>
          <p:spPr>
            <a:xfrm>
              <a:off x="414775" y="555250"/>
              <a:ext cx="1012100" cy="219375"/>
            </a:xfrm>
            <a:custGeom>
              <a:avLst/>
              <a:gdLst/>
              <a:ahLst/>
              <a:cxnLst/>
              <a:rect l="l" t="t" r="r" b="b"/>
              <a:pathLst>
                <a:path w="40484" h="8775" extrusionOk="0">
                  <a:moveTo>
                    <a:pt x="40320" y="1"/>
                  </a:moveTo>
                  <a:cubicBezTo>
                    <a:pt x="40317" y="1"/>
                    <a:pt x="40313" y="1"/>
                    <a:pt x="40310" y="1"/>
                  </a:cubicBezTo>
                  <a:lnTo>
                    <a:pt x="145" y="8548"/>
                  </a:lnTo>
                  <a:cubicBezTo>
                    <a:pt x="0" y="8567"/>
                    <a:pt x="16" y="8774"/>
                    <a:pt x="155" y="8774"/>
                  </a:cubicBezTo>
                  <a:cubicBezTo>
                    <a:pt x="158" y="8774"/>
                    <a:pt x="161" y="8774"/>
                    <a:pt x="164" y="8774"/>
                  </a:cubicBezTo>
                  <a:cubicBezTo>
                    <a:pt x="174" y="8774"/>
                    <a:pt x="184" y="8764"/>
                    <a:pt x="194" y="8764"/>
                  </a:cubicBezTo>
                  <a:lnTo>
                    <a:pt x="40359" y="217"/>
                  </a:lnTo>
                  <a:cubicBezTo>
                    <a:pt x="40484" y="179"/>
                    <a:pt x="40450" y="1"/>
                    <a:pt x="40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7"/>
            <p:cNvSpPr/>
            <p:nvPr/>
          </p:nvSpPr>
          <p:spPr>
            <a:xfrm>
              <a:off x="468775" y="787750"/>
              <a:ext cx="1011475" cy="219450"/>
            </a:xfrm>
            <a:custGeom>
              <a:avLst/>
              <a:gdLst/>
              <a:ahLst/>
              <a:cxnLst/>
              <a:rect l="l" t="t" r="r" b="b"/>
              <a:pathLst>
                <a:path w="40459" h="8778" extrusionOk="0">
                  <a:moveTo>
                    <a:pt x="40306" y="0"/>
                  </a:moveTo>
                  <a:cubicBezTo>
                    <a:pt x="40296" y="0"/>
                    <a:pt x="40286" y="2"/>
                    <a:pt x="40274" y="5"/>
                  </a:cubicBezTo>
                  <a:lnTo>
                    <a:pt x="99" y="8551"/>
                  </a:lnTo>
                  <a:cubicBezTo>
                    <a:pt x="40" y="8571"/>
                    <a:pt x="1" y="8630"/>
                    <a:pt x="20" y="8689"/>
                  </a:cubicBezTo>
                  <a:cubicBezTo>
                    <a:pt x="30" y="8738"/>
                    <a:pt x="70" y="8777"/>
                    <a:pt x="129" y="8777"/>
                  </a:cubicBezTo>
                  <a:lnTo>
                    <a:pt x="148" y="8768"/>
                  </a:lnTo>
                  <a:lnTo>
                    <a:pt x="40314" y="221"/>
                  </a:lnTo>
                  <a:cubicBezTo>
                    <a:pt x="40459" y="203"/>
                    <a:pt x="40428" y="0"/>
                    <a:pt x="403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7"/>
            <p:cNvSpPr/>
            <p:nvPr/>
          </p:nvSpPr>
          <p:spPr>
            <a:xfrm>
              <a:off x="644825" y="719875"/>
              <a:ext cx="54600" cy="234225"/>
            </a:xfrm>
            <a:custGeom>
              <a:avLst/>
              <a:gdLst/>
              <a:ahLst/>
              <a:cxnLst/>
              <a:rect l="l" t="t" r="r" b="b"/>
              <a:pathLst>
                <a:path w="2184" h="9369" extrusionOk="0">
                  <a:moveTo>
                    <a:pt x="130" y="0"/>
                  </a:moveTo>
                  <a:cubicBezTo>
                    <a:pt x="120" y="0"/>
                    <a:pt x="109" y="2"/>
                    <a:pt x="99" y="5"/>
                  </a:cubicBezTo>
                  <a:cubicBezTo>
                    <a:pt x="40" y="15"/>
                    <a:pt x="1" y="74"/>
                    <a:pt x="10" y="133"/>
                  </a:cubicBezTo>
                  <a:lnTo>
                    <a:pt x="1948" y="9280"/>
                  </a:lnTo>
                  <a:cubicBezTo>
                    <a:pt x="1967" y="9329"/>
                    <a:pt x="2007" y="9368"/>
                    <a:pt x="2066" y="9368"/>
                  </a:cubicBezTo>
                  <a:lnTo>
                    <a:pt x="2085" y="9368"/>
                  </a:lnTo>
                  <a:cubicBezTo>
                    <a:pt x="2144" y="9358"/>
                    <a:pt x="2184" y="9299"/>
                    <a:pt x="2174" y="9240"/>
                  </a:cubicBezTo>
                  <a:lnTo>
                    <a:pt x="227" y="84"/>
                  </a:lnTo>
                  <a:cubicBezTo>
                    <a:pt x="219" y="36"/>
                    <a:pt x="177" y="0"/>
                    <a:pt x="1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1170500" y="611925"/>
              <a:ext cx="55350" cy="236450"/>
            </a:xfrm>
            <a:custGeom>
              <a:avLst/>
              <a:gdLst/>
              <a:ahLst/>
              <a:cxnLst/>
              <a:rect l="l" t="t" r="r" b="b"/>
              <a:pathLst>
                <a:path w="2214" h="9458" extrusionOk="0">
                  <a:moveTo>
                    <a:pt x="129" y="1"/>
                  </a:moveTo>
                  <a:cubicBezTo>
                    <a:pt x="119" y="1"/>
                    <a:pt x="109" y="3"/>
                    <a:pt x="99" y="6"/>
                  </a:cubicBezTo>
                  <a:cubicBezTo>
                    <a:pt x="40" y="16"/>
                    <a:pt x="0" y="75"/>
                    <a:pt x="10" y="134"/>
                  </a:cubicBezTo>
                  <a:lnTo>
                    <a:pt x="1977" y="9369"/>
                  </a:lnTo>
                  <a:cubicBezTo>
                    <a:pt x="1987" y="9418"/>
                    <a:pt x="2036" y="9447"/>
                    <a:pt x="2085" y="9457"/>
                  </a:cubicBezTo>
                  <a:lnTo>
                    <a:pt x="2115" y="9447"/>
                  </a:lnTo>
                  <a:cubicBezTo>
                    <a:pt x="2174" y="9437"/>
                    <a:pt x="2213" y="9378"/>
                    <a:pt x="2193" y="9319"/>
                  </a:cubicBezTo>
                  <a:lnTo>
                    <a:pt x="226" y="94"/>
                  </a:lnTo>
                  <a:cubicBezTo>
                    <a:pt x="218" y="38"/>
                    <a:pt x="177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514275" y="969425"/>
              <a:ext cx="989650" cy="215525"/>
            </a:xfrm>
            <a:custGeom>
              <a:avLst/>
              <a:gdLst/>
              <a:ahLst/>
              <a:cxnLst/>
              <a:rect l="l" t="t" r="r" b="b"/>
              <a:pathLst>
                <a:path w="39586" h="8621" extrusionOk="0">
                  <a:moveTo>
                    <a:pt x="39469" y="1"/>
                  </a:moveTo>
                  <a:cubicBezTo>
                    <a:pt x="39459" y="1"/>
                    <a:pt x="39448" y="2"/>
                    <a:pt x="39438" y="6"/>
                  </a:cubicBezTo>
                  <a:lnTo>
                    <a:pt x="99" y="8395"/>
                  </a:lnTo>
                  <a:cubicBezTo>
                    <a:pt x="40" y="8414"/>
                    <a:pt x="0" y="8473"/>
                    <a:pt x="10" y="8532"/>
                  </a:cubicBezTo>
                  <a:cubicBezTo>
                    <a:pt x="20" y="8582"/>
                    <a:pt x="69" y="8621"/>
                    <a:pt x="118" y="8621"/>
                  </a:cubicBezTo>
                  <a:lnTo>
                    <a:pt x="148" y="8611"/>
                  </a:lnTo>
                  <a:lnTo>
                    <a:pt x="39487" y="222"/>
                  </a:lnTo>
                  <a:cubicBezTo>
                    <a:pt x="39546" y="202"/>
                    <a:pt x="39585" y="143"/>
                    <a:pt x="39566" y="84"/>
                  </a:cubicBezTo>
                  <a:cubicBezTo>
                    <a:pt x="39558" y="36"/>
                    <a:pt x="39516" y="1"/>
                    <a:pt x="39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7"/>
            <p:cNvSpPr/>
            <p:nvPr/>
          </p:nvSpPr>
          <p:spPr>
            <a:xfrm>
              <a:off x="439275" y="809950"/>
              <a:ext cx="48950" cy="52425"/>
            </a:xfrm>
            <a:custGeom>
              <a:avLst/>
              <a:gdLst/>
              <a:ahLst/>
              <a:cxnLst/>
              <a:rect l="l" t="t" r="r" b="b"/>
              <a:pathLst>
                <a:path w="1958" h="2097" extrusionOk="0">
                  <a:moveTo>
                    <a:pt x="969" y="181"/>
                  </a:moveTo>
                  <a:cubicBezTo>
                    <a:pt x="1223" y="181"/>
                    <a:pt x="1382" y="311"/>
                    <a:pt x="1436" y="553"/>
                  </a:cubicBezTo>
                  <a:cubicBezTo>
                    <a:pt x="1505" y="858"/>
                    <a:pt x="1348" y="1084"/>
                    <a:pt x="964" y="1162"/>
                  </a:cubicBezTo>
                  <a:lnTo>
                    <a:pt x="463" y="1280"/>
                  </a:lnTo>
                  <a:lnTo>
                    <a:pt x="246" y="326"/>
                  </a:lnTo>
                  <a:lnTo>
                    <a:pt x="748" y="208"/>
                  </a:lnTo>
                  <a:cubicBezTo>
                    <a:pt x="828" y="190"/>
                    <a:pt x="902" y="181"/>
                    <a:pt x="969" y="181"/>
                  </a:cubicBezTo>
                  <a:close/>
                  <a:moveTo>
                    <a:pt x="976" y="0"/>
                  </a:moveTo>
                  <a:cubicBezTo>
                    <a:pt x="893" y="0"/>
                    <a:pt x="804" y="11"/>
                    <a:pt x="709" y="31"/>
                  </a:cubicBezTo>
                  <a:lnTo>
                    <a:pt x="1" y="199"/>
                  </a:lnTo>
                  <a:lnTo>
                    <a:pt x="433" y="2097"/>
                  </a:lnTo>
                  <a:lnTo>
                    <a:pt x="640" y="2048"/>
                  </a:lnTo>
                  <a:lnTo>
                    <a:pt x="502" y="1448"/>
                  </a:lnTo>
                  <a:lnTo>
                    <a:pt x="1014" y="1330"/>
                  </a:lnTo>
                  <a:cubicBezTo>
                    <a:pt x="1063" y="1320"/>
                    <a:pt x="1112" y="1310"/>
                    <a:pt x="1161" y="1290"/>
                  </a:cubicBezTo>
                  <a:lnTo>
                    <a:pt x="1732" y="1802"/>
                  </a:lnTo>
                  <a:lnTo>
                    <a:pt x="1958" y="1753"/>
                  </a:lnTo>
                  <a:lnTo>
                    <a:pt x="1338" y="1202"/>
                  </a:lnTo>
                  <a:cubicBezTo>
                    <a:pt x="1594" y="1074"/>
                    <a:pt x="1712" y="779"/>
                    <a:pt x="1643" y="513"/>
                  </a:cubicBezTo>
                  <a:cubicBezTo>
                    <a:pt x="1564" y="180"/>
                    <a:pt x="1324" y="0"/>
                    <a:pt x="97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7"/>
            <p:cNvSpPr/>
            <p:nvPr/>
          </p:nvSpPr>
          <p:spPr>
            <a:xfrm>
              <a:off x="489975" y="794975"/>
              <a:ext cx="62425" cy="51550"/>
            </a:xfrm>
            <a:custGeom>
              <a:avLst/>
              <a:gdLst/>
              <a:ahLst/>
              <a:cxnLst/>
              <a:rect l="l" t="t" r="r" b="b"/>
              <a:pathLst>
                <a:path w="2497" h="2062" extrusionOk="0">
                  <a:moveTo>
                    <a:pt x="1179" y="229"/>
                  </a:moveTo>
                  <a:cubicBezTo>
                    <a:pt x="1538" y="229"/>
                    <a:pt x="1894" y="460"/>
                    <a:pt x="1985" y="876"/>
                  </a:cubicBezTo>
                  <a:cubicBezTo>
                    <a:pt x="2093" y="1319"/>
                    <a:pt x="1808" y="1761"/>
                    <a:pt x="1366" y="1850"/>
                  </a:cubicBezTo>
                  <a:cubicBezTo>
                    <a:pt x="1300" y="1865"/>
                    <a:pt x="1236" y="1873"/>
                    <a:pt x="1173" y="1873"/>
                  </a:cubicBezTo>
                  <a:cubicBezTo>
                    <a:pt x="562" y="1873"/>
                    <a:pt x="133" y="1173"/>
                    <a:pt x="490" y="611"/>
                  </a:cubicBezTo>
                  <a:cubicBezTo>
                    <a:pt x="656" y="350"/>
                    <a:pt x="918" y="229"/>
                    <a:pt x="1179" y="229"/>
                  </a:cubicBezTo>
                  <a:close/>
                  <a:moveTo>
                    <a:pt x="1185" y="0"/>
                  </a:moveTo>
                  <a:cubicBezTo>
                    <a:pt x="557" y="0"/>
                    <a:pt x="1" y="596"/>
                    <a:pt x="185" y="1289"/>
                  </a:cubicBezTo>
                  <a:cubicBezTo>
                    <a:pt x="285" y="1752"/>
                    <a:pt x="696" y="2062"/>
                    <a:pt x="1146" y="2062"/>
                  </a:cubicBezTo>
                  <a:cubicBezTo>
                    <a:pt x="1231" y="2062"/>
                    <a:pt x="1318" y="2051"/>
                    <a:pt x="1405" y="2027"/>
                  </a:cubicBezTo>
                  <a:cubicBezTo>
                    <a:pt x="2300" y="1820"/>
                    <a:pt x="2497" y="630"/>
                    <a:pt x="1710" y="149"/>
                  </a:cubicBezTo>
                  <a:cubicBezTo>
                    <a:pt x="1539" y="46"/>
                    <a:pt x="1359" y="0"/>
                    <a:pt x="118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7"/>
            <p:cNvSpPr/>
            <p:nvPr/>
          </p:nvSpPr>
          <p:spPr>
            <a:xfrm>
              <a:off x="555325" y="787125"/>
              <a:ext cx="42575" cy="48450"/>
            </a:xfrm>
            <a:custGeom>
              <a:avLst/>
              <a:gdLst/>
              <a:ahLst/>
              <a:cxnLst/>
              <a:rect l="l" t="t" r="r" b="b"/>
              <a:pathLst>
                <a:path w="1703" h="1938" extrusionOk="0">
                  <a:moveTo>
                    <a:pt x="207" y="0"/>
                  </a:moveTo>
                  <a:lnTo>
                    <a:pt x="1" y="49"/>
                  </a:lnTo>
                  <a:lnTo>
                    <a:pt x="433" y="1938"/>
                  </a:lnTo>
                  <a:lnTo>
                    <a:pt x="1702" y="1653"/>
                  </a:lnTo>
                  <a:lnTo>
                    <a:pt x="1663" y="1475"/>
                  </a:lnTo>
                  <a:lnTo>
                    <a:pt x="601" y="172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600325" y="776800"/>
              <a:ext cx="42550" cy="48450"/>
            </a:xfrm>
            <a:custGeom>
              <a:avLst/>
              <a:gdLst/>
              <a:ahLst/>
              <a:cxnLst/>
              <a:rect l="l" t="t" r="r" b="b"/>
              <a:pathLst>
                <a:path w="1702" h="1938" extrusionOk="0">
                  <a:moveTo>
                    <a:pt x="207" y="0"/>
                  </a:moveTo>
                  <a:lnTo>
                    <a:pt x="0" y="49"/>
                  </a:lnTo>
                  <a:lnTo>
                    <a:pt x="433" y="1938"/>
                  </a:lnTo>
                  <a:lnTo>
                    <a:pt x="1702" y="1652"/>
                  </a:lnTo>
                  <a:lnTo>
                    <a:pt x="1662" y="1475"/>
                  </a:lnTo>
                  <a:lnTo>
                    <a:pt x="600" y="172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7"/>
            <p:cNvSpPr/>
            <p:nvPr/>
          </p:nvSpPr>
          <p:spPr>
            <a:xfrm>
              <a:off x="694000" y="749725"/>
              <a:ext cx="42550" cy="50325"/>
            </a:xfrm>
            <a:custGeom>
              <a:avLst/>
              <a:gdLst/>
              <a:ahLst/>
              <a:cxnLst/>
              <a:rect l="l" t="t" r="r" b="b"/>
              <a:pathLst>
                <a:path w="1702" h="2013" extrusionOk="0">
                  <a:moveTo>
                    <a:pt x="903" y="1"/>
                  </a:moveTo>
                  <a:cubicBezTo>
                    <a:pt x="818" y="1"/>
                    <a:pt x="733" y="11"/>
                    <a:pt x="650" y="31"/>
                  </a:cubicBezTo>
                  <a:cubicBezTo>
                    <a:pt x="168" y="139"/>
                    <a:pt x="0" y="434"/>
                    <a:pt x="69" y="710"/>
                  </a:cubicBezTo>
                  <a:cubicBezTo>
                    <a:pt x="227" y="1418"/>
                    <a:pt x="1318" y="828"/>
                    <a:pt x="1446" y="1349"/>
                  </a:cubicBezTo>
                  <a:cubicBezTo>
                    <a:pt x="1486" y="1536"/>
                    <a:pt x="1367" y="1722"/>
                    <a:pt x="1013" y="1801"/>
                  </a:cubicBezTo>
                  <a:cubicBezTo>
                    <a:pt x="935" y="1821"/>
                    <a:pt x="856" y="1831"/>
                    <a:pt x="779" y="1831"/>
                  </a:cubicBezTo>
                  <a:cubicBezTo>
                    <a:pt x="623" y="1831"/>
                    <a:pt x="473" y="1791"/>
                    <a:pt x="335" y="1713"/>
                  </a:cubicBezTo>
                  <a:lnTo>
                    <a:pt x="286" y="1890"/>
                  </a:lnTo>
                  <a:cubicBezTo>
                    <a:pt x="443" y="1968"/>
                    <a:pt x="618" y="2012"/>
                    <a:pt x="793" y="2012"/>
                  </a:cubicBezTo>
                  <a:cubicBezTo>
                    <a:pt x="880" y="2012"/>
                    <a:pt x="968" y="2001"/>
                    <a:pt x="1053" y="1978"/>
                  </a:cubicBezTo>
                  <a:cubicBezTo>
                    <a:pt x="1535" y="1860"/>
                    <a:pt x="1702" y="1575"/>
                    <a:pt x="1643" y="1290"/>
                  </a:cubicBezTo>
                  <a:cubicBezTo>
                    <a:pt x="1486" y="601"/>
                    <a:pt x="384" y="1182"/>
                    <a:pt x="266" y="660"/>
                  </a:cubicBezTo>
                  <a:cubicBezTo>
                    <a:pt x="227" y="473"/>
                    <a:pt x="345" y="287"/>
                    <a:pt x="689" y="208"/>
                  </a:cubicBezTo>
                  <a:cubicBezTo>
                    <a:pt x="764" y="192"/>
                    <a:pt x="838" y="184"/>
                    <a:pt x="913" y="184"/>
                  </a:cubicBezTo>
                  <a:cubicBezTo>
                    <a:pt x="1024" y="184"/>
                    <a:pt x="1133" y="202"/>
                    <a:pt x="1240" y="237"/>
                  </a:cubicBezTo>
                  <a:lnTo>
                    <a:pt x="1279" y="70"/>
                  </a:lnTo>
                  <a:cubicBezTo>
                    <a:pt x="1156" y="23"/>
                    <a:pt x="1029" y="1"/>
                    <a:pt x="90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7"/>
            <p:cNvSpPr/>
            <p:nvPr/>
          </p:nvSpPr>
          <p:spPr>
            <a:xfrm>
              <a:off x="740950" y="737425"/>
              <a:ext cx="49450" cy="50075"/>
            </a:xfrm>
            <a:custGeom>
              <a:avLst/>
              <a:gdLst/>
              <a:ahLst/>
              <a:cxnLst/>
              <a:rect l="l" t="t" r="r" b="b"/>
              <a:pathLst>
                <a:path w="1978" h="2003" extrusionOk="0">
                  <a:moveTo>
                    <a:pt x="1139" y="1"/>
                  </a:moveTo>
                  <a:cubicBezTo>
                    <a:pt x="1060" y="1"/>
                    <a:pt x="982" y="11"/>
                    <a:pt x="906" y="31"/>
                  </a:cubicBezTo>
                  <a:cubicBezTo>
                    <a:pt x="355" y="139"/>
                    <a:pt x="1" y="680"/>
                    <a:pt x="129" y="1231"/>
                  </a:cubicBezTo>
                  <a:cubicBezTo>
                    <a:pt x="228" y="1687"/>
                    <a:pt x="635" y="2003"/>
                    <a:pt x="1090" y="2003"/>
                  </a:cubicBezTo>
                  <a:cubicBezTo>
                    <a:pt x="1175" y="2003"/>
                    <a:pt x="1262" y="1992"/>
                    <a:pt x="1348" y="1969"/>
                  </a:cubicBezTo>
                  <a:cubicBezTo>
                    <a:pt x="1604" y="1919"/>
                    <a:pt x="1840" y="1762"/>
                    <a:pt x="1978" y="1536"/>
                  </a:cubicBezTo>
                  <a:lnTo>
                    <a:pt x="1820" y="1438"/>
                  </a:lnTo>
                  <a:cubicBezTo>
                    <a:pt x="1712" y="1615"/>
                    <a:pt x="1525" y="1752"/>
                    <a:pt x="1309" y="1792"/>
                  </a:cubicBezTo>
                  <a:cubicBezTo>
                    <a:pt x="1239" y="1810"/>
                    <a:pt x="1170" y="1819"/>
                    <a:pt x="1101" y="1819"/>
                  </a:cubicBezTo>
                  <a:cubicBezTo>
                    <a:pt x="733" y="1819"/>
                    <a:pt x="399" y="1565"/>
                    <a:pt x="316" y="1192"/>
                  </a:cubicBezTo>
                  <a:cubicBezTo>
                    <a:pt x="207" y="739"/>
                    <a:pt x="502" y="297"/>
                    <a:pt x="955" y="218"/>
                  </a:cubicBezTo>
                  <a:cubicBezTo>
                    <a:pt x="1019" y="200"/>
                    <a:pt x="1084" y="191"/>
                    <a:pt x="1148" y="191"/>
                  </a:cubicBezTo>
                  <a:cubicBezTo>
                    <a:pt x="1293" y="191"/>
                    <a:pt x="1436" y="235"/>
                    <a:pt x="1565" y="316"/>
                  </a:cubicBezTo>
                  <a:lnTo>
                    <a:pt x="1663" y="159"/>
                  </a:lnTo>
                  <a:cubicBezTo>
                    <a:pt x="1504" y="56"/>
                    <a:pt x="1322" y="1"/>
                    <a:pt x="113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796775" y="723675"/>
              <a:ext cx="44525" cy="54875"/>
            </a:xfrm>
            <a:custGeom>
              <a:avLst/>
              <a:gdLst/>
              <a:ahLst/>
              <a:cxnLst/>
              <a:rect l="l" t="t" r="r" b="b"/>
              <a:pathLst>
                <a:path w="1781" h="2195" extrusionOk="0">
                  <a:moveTo>
                    <a:pt x="1299" y="1"/>
                  </a:moveTo>
                  <a:lnTo>
                    <a:pt x="0" y="296"/>
                  </a:lnTo>
                  <a:lnTo>
                    <a:pt x="433" y="2194"/>
                  </a:lnTo>
                  <a:lnTo>
                    <a:pt x="1781" y="1889"/>
                  </a:lnTo>
                  <a:lnTo>
                    <a:pt x="1741" y="1712"/>
                  </a:lnTo>
                  <a:lnTo>
                    <a:pt x="590" y="1978"/>
                  </a:lnTo>
                  <a:lnTo>
                    <a:pt x="433" y="1270"/>
                  </a:lnTo>
                  <a:lnTo>
                    <a:pt x="1417" y="1043"/>
                  </a:lnTo>
                  <a:lnTo>
                    <a:pt x="1377" y="876"/>
                  </a:lnTo>
                  <a:lnTo>
                    <a:pt x="394" y="1102"/>
                  </a:lnTo>
                  <a:lnTo>
                    <a:pt x="236" y="424"/>
                  </a:lnTo>
                  <a:lnTo>
                    <a:pt x="1338" y="168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847175" y="710400"/>
              <a:ext cx="50675" cy="56575"/>
            </a:xfrm>
            <a:custGeom>
              <a:avLst/>
              <a:gdLst/>
              <a:ahLst/>
              <a:cxnLst/>
              <a:rect l="l" t="t" r="r" b="b"/>
              <a:pathLst>
                <a:path w="2027" h="2263" extrusionOk="0">
                  <a:moveTo>
                    <a:pt x="1594" y="1"/>
                  </a:moveTo>
                  <a:lnTo>
                    <a:pt x="1387" y="50"/>
                  </a:lnTo>
                  <a:lnTo>
                    <a:pt x="1741" y="1584"/>
                  </a:lnTo>
                  <a:lnTo>
                    <a:pt x="168" y="325"/>
                  </a:lnTo>
                  <a:lnTo>
                    <a:pt x="1" y="365"/>
                  </a:lnTo>
                  <a:lnTo>
                    <a:pt x="433" y="2263"/>
                  </a:lnTo>
                  <a:lnTo>
                    <a:pt x="640" y="2223"/>
                  </a:lnTo>
                  <a:lnTo>
                    <a:pt x="286" y="679"/>
                  </a:lnTo>
                  <a:lnTo>
                    <a:pt x="286" y="679"/>
                  </a:lnTo>
                  <a:lnTo>
                    <a:pt x="1859" y="1938"/>
                  </a:lnTo>
                  <a:lnTo>
                    <a:pt x="2027" y="1899"/>
                  </a:lnTo>
                  <a:lnTo>
                    <a:pt x="159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907425" y="698350"/>
              <a:ext cx="44525" cy="54875"/>
            </a:xfrm>
            <a:custGeom>
              <a:avLst/>
              <a:gdLst/>
              <a:ahLst/>
              <a:cxnLst/>
              <a:rect l="l" t="t" r="r" b="b"/>
              <a:pathLst>
                <a:path w="1781" h="2195" extrusionOk="0">
                  <a:moveTo>
                    <a:pt x="1298" y="1"/>
                  </a:moveTo>
                  <a:lnTo>
                    <a:pt x="0" y="296"/>
                  </a:lnTo>
                  <a:lnTo>
                    <a:pt x="433" y="2194"/>
                  </a:lnTo>
                  <a:lnTo>
                    <a:pt x="1780" y="1889"/>
                  </a:lnTo>
                  <a:lnTo>
                    <a:pt x="1741" y="1712"/>
                  </a:lnTo>
                  <a:lnTo>
                    <a:pt x="590" y="1978"/>
                  </a:lnTo>
                  <a:lnTo>
                    <a:pt x="423" y="1270"/>
                  </a:lnTo>
                  <a:lnTo>
                    <a:pt x="1406" y="1043"/>
                  </a:lnTo>
                  <a:lnTo>
                    <a:pt x="1367" y="876"/>
                  </a:lnTo>
                  <a:lnTo>
                    <a:pt x="384" y="1102"/>
                  </a:lnTo>
                  <a:lnTo>
                    <a:pt x="236" y="424"/>
                  </a:lnTo>
                  <a:lnTo>
                    <a:pt x="1338" y="168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1210825" y="630675"/>
              <a:ext cx="49425" cy="50050"/>
            </a:xfrm>
            <a:custGeom>
              <a:avLst/>
              <a:gdLst/>
              <a:ahLst/>
              <a:cxnLst/>
              <a:rect l="l" t="t" r="r" b="b"/>
              <a:pathLst>
                <a:path w="1977" h="2002" extrusionOk="0">
                  <a:moveTo>
                    <a:pt x="1153" y="0"/>
                  </a:moveTo>
                  <a:cubicBezTo>
                    <a:pt x="1070" y="0"/>
                    <a:pt x="986" y="11"/>
                    <a:pt x="905" y="33"/>
                  </a:cubicBezTo>
                  <a:cubicBezTo>
                    <a:pt x="354" y="131"/>
                    <a:pt x="0" y="672"/>
                    <a:pt x="128" y="1223"/>
                  </a:cubicBezTo>
                  <a:cubicBezTo>
                    <a:pt x="228" y="1690"/>
                    <a:pt x="639" y="2001"/>
                    <a:pt x="1092" y="2001"/>
                  </a:cubicBezTo>
                  <a:cubicBezTo>
                    <a:pt x="1173" y="2001"/>
                    <a:pt x="1255" y="1991"/>
                    <a:pt x="1338" y="1970"/>
                  </a:cubicBezTo>
                  <a:cubicBezTo>
                    <a:pt x="1603" y="1921"/>
                    <a:pt x="1839" y="1754"/>
                    <a:pt x="1977" y="1528"/>
                  </a:cubicBezTo>
                  <a:lnTo>
                    <a:pt x="1820" y="1429"/>
                  </a:lnTo>
                  <a:cubicBezTo>
                    <a:pt x="1702" y="1616"/>
                    <a:pt x="1525" y="1744"/>
                    <a:pt x="1308" y="1783"/>
                  </a:cubicBezTo>
                  <a:cubicBezTo>
                    <a:pt x="1237" y="1802"/>
                    <a:pt x="1166" y="1811"/>
                    <a:pt x="1096" y="1811"/>
                  </a:cubicBezTo>
                  <a:cubicBezTo>
                    <a:pt x="730" y="1811"/>
                    <a:pt x="397" y="1563"/>
                    <a:pt x="315" y="1184"/>
                  </a:cubicBezTo>
                  <a:cubicBezTo>
                    <a:pt x="207" y="741"/>
                    <a:pt x="502" y="298"/>
                    <a:pt x="944" y="210"/>
                  </a:cubicBezTo>
                  <a:cubicBezTo>
                    <a:pt x="1011" y="195"/>
                    <a:pt x="1077" y="187"/>
                    <a:pt x="1143" y="187"/>
                  </a:cubicBezTo>
                  <a:cubicBezTo>
                    <a:pt x="1291" y="187"/>
                    <a:pt x="1434" y="226"/>
                    <a:pt x="1564" y="308"/>
                  </a:cubicBezTo>
                  <a:lnTo>
                    <a:pt x="1662" y="151"/>
                  </a:lnTo>
                  <a:cubicBezTo>
                    <a:pt x="1508" y="50"/>
                    <a:pt x="1331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7"/>
            <p:cNvSpPr/>
            <p:nvPr/>
          </p:nvSpPr>
          <p:spPr>
            <a:xfrm>
              <a:off x="1266150" y="615500"/>
              <a:ext cx="48450" cy="53075"/>
            </a:xfrm>
            <a:custGeom>
              <a:avLst/>
              <a:gdLst/>
              <a:ahLst/>
              <a:cxnLst/>
              <a:rect l="l" t="t" r="r" b="b"/>
              <a:pathLst>
                <a:path w="1938" h="2123" extrusionOk="0">
                  <a:moveTo>
                    <a:pt x="1564" y="1"/>
                  </a:moveTo>
                  <a:lnTo>
                    <a:pt x="1367" y="40"/>
                  </a:lnTo>
                  <a:lnTo>
                    <a:pt x="1613" y="1122"/>
                  </a:lnTo>
                  <a:cubicBezTo>
                    <a:pt x="1721" y="1574"/>
                    <a:pt x="1564" y="1830"/>
                    <a:pt x="1180" y="1909"/>
                  </a:cubicBezTo>
                  <a:cubicBezTo>
                    <a:pt x="1114" y="1924"/>
                    <a:pt x="1052" y="1932"/>
                    <a:pt x="993" y="1932"/>
                  </a:cubicBezTo>
                  <a:cubicBezTo>
                    <a:pt x="721" y="1932"/>
                    <a:pt x="532" y="1760"/>
                    <a:pt x="443" y="1387"/>
                  </a:cubicBezTo>
                  <a:lnTo>
                    <a:pt x="197" y="306"/>
                  </a:lnTo>
                  <a:lnTo>
                    <a:pt x="0" y="355"/>
                  </a:lnTo>
                  <a:lnTo>
                    <a:pt x="246" y="1446"/>
                  </a:lnTo>
                  <a:cubicBezTo>
                    <a:pt x="352" y="1897"/>
                    <a:pt x="623" y="2122"/>
                    <a:pt x="989" y="2122"/>
                  </a:cubicBezTo>
                  <a:cubicBezTo>
                    <a:pt x="1062" y="2122"/>
                    <a:pt x="1139" y="2113"/>
                    <a:pt x="1220" y="2095"/>
                  </a:cubicBezTo>
                  <a:cubicBezTo>
                    <a:pt x="1711" y="1977"/>
                    <a:pt x="1937" y="1633"/>
                    <a:pt x="1810" y="1082"/>
                  </a:cubicBezTo>
                  <a:lnTo>
                    <a:pt x="156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7"/>
            <p:cNvSpPr/>
            <p:nvPr/>
          </p:nvSpPr>
          <p:spPr>
            <a:xfrm>
              <a:off x="1316800" y="603950"/>
              <a:ext cx="39350" cy="52400"/>
            </a:xfrm>
            <a:custGeom>
              <a:avLst/>
              <a:gdLst/>
              <a:ahLst/>
              <a:cxnLst/>
              <a:rect l="l" t="t" r="r" b="b"/>
              <a:pathLst>
                <a:path w="1574" h="2096" extrusionOk="0">
                  <a:moveTo>
                    <a:pt x="1534" y="0"/>
                  </a:moveTo>
                  <a:lnTo>
                    <a:pt x="0" y="354"/>
                  </a:lnTo>
                  <a:lnTo>
                    <a:pt x="39" y="522"/>
                  </a:lnTo>
                  <a:lnTo>
                    <a:pt x="708" y="374"/>
                  </a:lnTo>
                  <a:lnTo>
                    <a:pt x="1101" y="2095"/>
                  </a:lnTo>
                  <a:lnTo>
                    <a:pt x="1308" y="2046"/>
                  </a:lnTo>
                  <a:lnTo>
                    <a:pt x="905" y="325"/>
                  </a:lnTo>
                  <a:lnTo>
                    <a:pt x="1574" y="177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5" name="Google Shape;615;p27"/>
          <p:cNvGrpSpPr/>
          <p:nvPr/>
        </p:nvGrpSpPr>
        <p:grpSpPr>
          <a:xfrm>
            <a:off x="3197114" y="153467"/>
            <a:ext cx="1299031" cy="763082"/>
            <a:chOff x="3285175" y="1554625"/>
            <a:chExt cx="1458275" cy="856625"/>
          </a:xfrm>
        </p:grpSpPr>
        <p:sp>
          <p:nvSpPr>
            <p:cNvPr id="616" name="Google Shape;616;p27"/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7"/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7"/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7"/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7"/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7"/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7"/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7"/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7"/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7"/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1" name="Google Shape;631;p27"/>
          <p:cNvGrpSpPr/>
          <p:nvPr/>
        </p:nvGrpSpPr>
        <p:grpSpPr>
          <a:xfrm>
            <a:off x="8031392" y="269211"/>
            <a:ext cx="898762" cy="763062"/>
            <a:chOff x="8039217" y="153473"/>
            <a:chExt cx="898762" cy="763062"/>
          </a:xfrm>
        </p:grpSpPr>
        <p:sp>
          <p:nvSpPr>
            <p:cNvPr id="632" name="Google Shape;632;p27"/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5" name="Google Shape;645;p27"/>
          <p:cNvGrpSpPr/>
          <p:nvPr/>
        </p:nvGrpSpPr>
        <p:grpSpPr>
          <a:xfrm rot="657575">
            <a:off x="4953944" y="4227780"/>
            <a:ext cx="773062" cy="656341"/>
            <a:chOff x="3502275" y="3218775"/>
            <a:chExt cx="1175775" cy="998250"/>
          </a:xfrm>
        </p:grpSpPr>
        <p:sp>
          <p:nvSpPr>
            <p:cNvPr id="646" name="Google Shape;646;p27"/>
            <p:cNvSpPr/>
            <p:nvPr/>
          </p:nvSpPr>
          <p:spPr>
            <a:xfrm>
              <a:off x="3503750" y="3218775"/>
              <a:ext cx="1174300" cy="997175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3502275" y="3292450"/>
              <a:ext cx="1155375" cy="92457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7"/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3937225" y="3272500"/>
              <a:ext cx="241475" cy="223800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3672925" y="3396275"/>
              <a:ext cx="267525" cy="219150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7"/>
            <p:cNvSpPr/>
            <p:nvPr/>
          </p:nvSpPr>
          <p:spPr>
            <a:xfrm>
              <a:off x="3693700" y="3683175"/>
              <a:ext cx="296650" cy="24367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7"/>
            <p:cNvSpPr/>
            <p:nvPr/>
          </p:nvSpPr>
          <p:spPr>
            <a:xfrm>
              <a:off x="4051550" y="3806075"/>
              <a:ext cx="278725" cy="279350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4311675" y="3673800"/>
              <a:ext cx="296825" cy="25870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4234725" y="3403275"/>
              <a:ext cx="267050" cy="221800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4027700" y="3566800"/>
              <a:ext cx="189350" cy="161850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3796600" y="3346750"/>
              <a:ext cx="638775" cy="639525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0" name="Google Shape;960;p31"/>
          <p:cNvGrpSpPr/>
          <p:nvPr/>
        </p:nvGrpSpPr>
        <p:grpSpPr>
          <a:xfrm flipH="1">
            <a:off x="5028775" y="3174275"/>
            <a:ext cx="3753450" cy="1969225"/>
            <a:chOff x="143902" y="3174400"/>
            <a:chExt cx="3753450" cy="1969225"/>
          </a:xfrm>
        </p:grpSpPr>
        <p:sp>
          <p:nvSpPr>
            <p:cNvPr id="961" name="Google Shape;961;p31"/>
            <p:cNvSpPr/>
            <p:nvPr/>
          </p:nvSpPr>
          <p:spPr>
            <a:xfrm>
              <a:off x="416350" y="4817825"/>
              <a:ext cx="136200" cy="32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2" name="Google Shape;962;p31"/>
            <p:cNvGrpSpPr/>
            <p:nvPr/>
          </p:nvGrpSpPr>
          <p:grpSpPr>
            <a:xfrm>
              <a:off x="143902" y="3174400"/>
              <a:ext cx="3753450" cy="1909665"/>
              <a:chOff x="143902" y="3174400"/>
              <a:chExt cx="3753450" cy="1909665"/>
            </a:xfrm>
          </p:grpSpPr>
          <p:sp>
            <p:nvSpPr>
              <p:cNvPr id="963" name="Google Shape;963;p31"/>
              <p:cNvSpPr/>
              <p:nvPr/>
            </p:nvSpPr>
            <p:spPr>
              <a:xfrm>
                <a:off x="488377" y="3174400"/>
                <a:ext cx="3408975" cy="1596450"/>
              </a:xfrm>
              <a:custGeom>
                <a:avLst/>
                <a:gdLst/>
                <a:ahLst/>
                <a:cxnLst/>
                <a:rect l="l" t="t" r="r" b="b"/>
                <a:pathLst>
                  <a:path w="136359" h="63858" extrusionOk="0">
                    <a:moveTo>
                      <a:pt x="0" y="53244"/>
                    </a:moveTo>
                    <a:lnTo>
                      <a:pt x="35284" y="0"/>
                    </a:lnTo>
                    <a:lnTo>
                      <a:pt x="136359" y="234"/>
                    </a:lnTo>
                    <a:lnTo>
                      <a:pt x="3746" y="63858"/>
                    </a:lnTo>
                    <a:close/>
                  </a:path>
                </a:pathLst>
              </a:custGeom>
              <a:solidFill>
                <a:srgbClr val="9E855C">
                  <a:alpha val="14880"/>
                </a:srgbClr>
              </a:solidFill>
              <a:ln>
                <a:noFill/>
              </a:ln>
            </p:spPr>
          </p:sp>
          <p:grpSp>
            <p:nvGrpSpPr>
              <p:cNvPr id="964" name="Google Shape;964;p31"/>
              <p:cNvGrpSpPr/>
              <p:nvPr/>
            </p:nvGrpSpPr>
            <p:grpSpPr>
              <a:xfrm rot="-3088787">
                <a:off x="247795" y="4300754"/>
                <a:ext cx="725754" cy="615483"/>
                <a:chOff x="5417612" y="4008755"/>
                <a:chExt cx="725743" cy="615474"/>
              </a:xfrm>
            </p:grpSpPr>
            <p:sp>
              <p:nvSpPr>
                <p:cNvPr id="965" name="Google Shape;965;p31"/>
                <p:cNvSpPr/>
                <p:nvPr/>
              </p:nvSpPr>
              <p:spPr>
                <a:xfrm>
                  <a:off x="5417612" y="4008755"/>
                  <a:ext cx="725743" cy="615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9" h="16248" extrusionOk="0">
                      <a:moveTo>
                        <a:pt x="9796" y="1"/>
                      </a:moveTo>
                      <a:lnTo>
                        <a:pt x="8616" y="2155"/>
                      </a:lnTo>
                      <a:lnTo>
                        <a:pt x="5125" y="80"/>
                      </a:lnTo>
                      <a:cubicBezTo>
                        <a:pt x="5125" y="80"/>
                        <a:pt x="1358" y="778"/>
                        <a:pt x="1643" y="5184"/>
                      </a:cubicBezTo>
                      <a:lnTo>
                        <a:pt x="1" y="9452"/>
                      </a:lnTo>
                      <a:lnTo>
                        <a:pt x="3935" y="11281"/>
                      </a:lnTo>
                      <a:lnTo>
                        <a:pt x="2961" y="13130"/>
                      </a:lnTo>
                      <a:lnTo>
                        <a:pt x="5685" y="11901"/>
                      </a:lnTo>
                      <a:lnTo>
                        <a:pt x="5439" y="15540"/>
                      </a:lnTo>
                      <a:lnTo>
                        <a:pt x="10554" y="14920"/>
                      </a:lnTo>
                      <a:lnTo>
                        <a:pt x="9767" y="10711"/>
                      </a:lnTo>
                      <a:lnTo>
                        <a:pt x="13179" y="16248"/>
                      </a:lnTo>
                      <a:lnTo>
                        <a:pt x="19159" y="5459"/>
                      </a:lnTo>
                      <a:lnTo>
                        <a:pt x="11999" y="5705"/>
                      </a:lnTo>
                      <a:lnTo>
                        <a:pt x="16887" y="3059"/>
                      </a:lnTo>
                      <a:lnTo>
                        <a:pt x="13130" y="965"/>
                      </a:lnTo>
                      <a:lnTo>
                        <a:pt x="10347" y="3669"/>
                      </a:lnTo>
                      <a:lnTo>
                        <a:pt x="979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966;p31"/>
                <p:cNvSpPr/>
                <p:nvPr/>
              </p:nvSpPr>
              <p:spPr>
                <a:xfrm>
                  <a:off x="5673949" y="4155542"/>
                  <a:ext cx="193377" cy="232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5" h="6125" extrusionOk="0">
                      <a:moveTo>
                        <a:pt x="3442" y="1"/>
                      </a:moveTo>
                      <a:lnTo>
                        <a:pt x="0" y="6098"/>
                      </a:lnTo>
                      <a:cubicBezTo>
                        <a:pt x="0" y="6098"/>
                        <a:pt x="127" y="6125"/>
                        <a:pt x="342" y="6125"/>
                      </a:cubicBezTo>
                      <a:cubicBezTo>
                        <a:pt x="1038" y="6125"/>
                        <a:pt x="2655" y="5849"/>
                        <a:pt x="3865" y="3512"/>
                      </a:cubicBezTo>
                      <a:cubicBezTo>
                        <a:pt x="5104" y="1142"/>
                        <a:pt x="3442" y="1"/>
                        <a:pt x="344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967;p31"/>
                <p:cNvSpPr/>
                <p:nvPr/>
              </p:nvSpPr>
              <p:spPr>
                <a:xfrm>
                  <a:off x="5529776" y="4008755"/>
                  <a:ext cx="258569" cy="497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6" h="13131" fill="none" extrusionOk="0">
                      <a:moveTo>
                        <a:pt x="6825" y="1"/>
                      </a:moveTo>
                      <a:lnTo>
                        <a:pt x="0" y="13130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968;p31"/>
                <p:cNvSpPr/>
                <p:nvPr/>
              </p:nvSpPr>
              <p:spPr>
                <a:xfrm>
                  <a:off x="5632963" y="4147359"/>
                  <a:ext cx="176256" cy="31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3" h="8242" fill="none" extrusionOk="0">
                      <a:moveTo>
                        <a:pt x="4652" y="0"/>
                      </a:moveTo>
                      <a:lnTo>
                        <a:pt x="0" y="8242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969" name="Google Shape;969;p31"/>
          <p:cNvSpPr txBox="1">
            <a:spLocks noGrp="1"/>
          </p:cNvSpPr>
          <p:nvPr>
            <p:ph type="title"/>
          </p:nvPr>
        </p:nvSpPr>
        <p:spPr>
          <a:xfrm>
            <a:off x="4921985" y="2678423"/>
            <a:ext cx="3086746" cy="9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dirty="0"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小组分工</a:t>
            </a:r>
            <a:endParaRPr sz="4800" dirty="0">
              <a:latin typeface="ID初心少女体简" panose="02010509060101010101" pitchFamily="49" charset="-122"/>
              <a:ea typeface="ID初心少女体简" panose="02010509060101010101" pitchFamily="49" charset="-122"/>
            </a:endParaRPr>
          </a:p>
        </p:txBody>
      </p:sp>
      <p:sp>
        <p:nvSpPr>
          <p:cNvPr id="970" name="Google Shape;970;p31"/>
          <p:cNvSpPr txBox="1">
            <a:spLocks noGrp="1"/>
          </p:cNvSpPr>
          <p:nvPr>
            <p:ph type="title" idx="2"/>
          </p:nvPr>
        </p:nvSpPr>
        <p:spPr>
          <a:xfrm>
            <a:off x="4891063" y="1333488"/>
            <a:ext cx="27969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971" name="Google Shape;971;p31"/>
          <p:cNvGrpSpPr/>
          <p:nvPr/>
        </p:nvGrpSpPr>
        <p:grpSpPr>
          <a:xfrm>
            <a:off x="1153627" y="880589"/>
            <a:ext cx="2890816" cy="3382302"/>
            <a:chOff x="1216125" y="955275"/>
            <a:chExt cx="2763158" cy="3232940"/>
          </a:xfrm>
        </p:grpSpPr>
        <p:sp>
          <p:nvSpPr>
            <p:cNvPr id="972" name="Google Shape;972;p31"/>
            <p:cNvSpPr/>
            <p:nvPr/>
          </p:nvSpPr>
          <p:spPr>
            <a:xfrm>
              <a:off x="1216125" y="955275"/>
              <a:ext cx="2730457" cy="3232940"/>
            </a:xfrm>
            <a:custGeom>
              <a:avLst/>
              <a:gdLst/>
              <a:ahLst/>
              <a:cxnLst/>
              <a:rect l="l" t="t" r="r" b="b"/>
              <a:pathLst>
                <a:path w="49264" h="58330" extrusionOk="0">
                  <a:moveTo>
                    <a:pt x="28737" y="0"/>
                  </a:moveTo>
                  <a:cubicBezTo>
                    <a:pt x="26218" y="0"/>
                    <a:pt x="23877" y="1474"/>
                    <a:pt x="22827" y="3845"/>
                  </a:cubicBezTo>
                  <a:lnTo>
                    <a:pt x="10180" y="3845"/>
                  </a:lnTo>
                  <a:cubicBezTo>
                    <a:pt x="9926" y="2957"/>
                    <a:pt x="9120" y="2341"/>
                    <a:pt x="8195" y="2341"/>
                  </a:cubicBezTo>
                  <a:cubicBezTo>
                    <a:pt x="8188" y="2341"/>
                    <a:pt x="8181" y="2341"/>
                    <a:pt x="8173" y="2341"/>
                  </a:cubicBezTo>
                  <a:cubicBezTo>
                    <a:pt x="7239" y="2341"/>
                    <a:pt x="6423" y="2970"/>
                    <a:pt x="6177" y="3865"/>
                  </a:cubicBezTo>
                  <a:cubicBezTo>
                    <a:pt x="5016" y="4022"/>
                    <a:pt x="4161" y="5006"/>
                    <a:pt x="4151" y="6176"/>
                  </a:cubicBezTo>
                  <a:lnTo>
                    <a:pt x="4151" y="11831"/>
                  </a:lnTo>
                  <a:cubicBezTo>
                    <a:pt x="2046" y="14536"/>
                    <a:pt x="955" y="18116"/>
                    <a:pt x="1102" y="21823"/>
                  </a:cubicBezTo>
                  <a:cubicBezTo>
                    <a:pt x="296" y="22885"/>
                    <a:pt x="1" y="24233"/>
                    <a:pt x="335" y="25413"/>
                  </a:cubicBezTo>
                  <a:cubicBezTo>
                    <a:pt x="483" y="25924"/>
                    <a:pt x="758" y="26406"/>
                    <a:pt x="1132" y="26800"/>
                  </a:cubicBezTo>
                  <a:cubicBezTo>
                    <a:pt x="1112" y="28059"/>
                    <a:pt x="1535" y="29249"/>
                    <a:pt x="2322" y="30104"/>
                  </a:cubicBezTo>
                  <a:cubicBezTo>
                    <a:pt x="2961" y="30802"/>
                    <a:pt x="3836" y="31255"/>
                    <a:pt x="4780" y="31383"/>
                  </a:cubicBezTo>
                  <a:cubicBezTo>
                    <a:pt x="5961" y="32927"/>
                    <a:pt x="7318" y="34343"/>
                    <a:pt x="8813" y="35592"/>
                  </a:cubicBezTo>
                  <a:lnTo>
                    <a:pt x="2863" y="37156"/>
                  </a:lnTo>
                  <a:cubicBezTo>
                    <a:pt x="2223" y="37333"/>
                    <a:pt x="1761" y="37893"/>
                    <a:pt x="1722" y="38562"/>
                  </a:cubicBezTo>
                  <a:lnTo>
                    <a:pt x="1633" y="40214"/>
                  </a:lnTo>
                  <a:lnTo>
                    <a:pt x="1633" y="40303"/>
                  </a:lnTo>
                  <a:lnTo>
                    <a:pt x="610" y="55861"/>
                  </a:lnTo>
                  <a:cubicBezTo>
                    <a:pt x="551" y="56727"/>
                    <a:pt x="1220" y="57474"/>
                    <a:pt x="2086" y="57514"/>
                  </a:cubicBezTo>
                  <a:lnTo>
                    <a:pt x="10603" y="57848"/>
                  </a:lnTo>
                  <a:cubicBezTo>
                    <a:pt x="10652" y="57858"/>
                    <a:pt x="10711" y="57858"/>
                    <a:pt x="10770" y="57858"/>
                  </a:cubicBezTo>
                  <a:lnTo>
                    <a:pt x="12137" y="57907"/>
                  </a:lnTo>
                  <a:lnTo>
                    <a:pt x="22926" y="58330"/>
                  </a:lnTo>
                  <a:lnTo>
                    <a:pt x="22985" y="58330"/>
                  </a:lnTo>
                  <a:cubicBezTo>
                    <a:pt x="23122" y="58330"/>
                    <a:pt x="23250" y="58320"/>
                    <a:pt x="23378" y="58281"/>
                  </a:cubicBezTo>
                  <a:lnTo>
                    <a:pt x="23889" y="58300"/>
                  </a:lnTo>
                  <a:lnTo>
                    <a:pt x="23939" y="58300"/>
                  </a:lnTo>
                  <a:cubicBezTo>
                    <a:pt x="24755" y="58300"/>
                    <a:pt x="25433" y="57661"/>
                    <a:pt x="25483" y="56845"/>
                  </a:cubicBezTo>
                  <a:lnTo>
                    <a:pt x="25581" y="55065"/>
                  </a:lnTo>
                  <a:cubicBezTo>
                    <a:pt x="25649" y="55074"/>
                    <a:pt x="25716" y="55078"/>
                    <a:pt x="25783" y="55078"/>
                  </a:cubicBezTo>
                  <a:cubicBezTo>
                    <a:pt x="26088" y="55078"/>
                    <a:pt x="26385" y="54988"/>
                    <a:pt x="26643" y="54819"/>
                  </a:cubicBezTo>
                  <a:lnTo>
                    <a:pt x="27076" y="54524"/>
                  </a:lnTo>
                  <a:cubicBezTo>
                    <a:pt x="27784" y="54052"/>
                    <a:pt x="27971" y="53088"/>
                    <a:pt x="27499" y="52380"/>
                  </a:cubicBezTo>
                  <a:lnTo>
                    <a:pt x="25876" y="49970"/>
                  </a:lnTo>
                  <a:lnTo>
                    <a:pt x="25896" y="49538"/>
                  </a:lnTo>
                  <a:lnTo>
                    <a:pt x="26132" y="49164"/>
                  </a:lnTo>
                  <a:lnTo>
                    <a:pt x="31285" y="56796"/>
                  </a:lnTo>
                  <a:cubicBezTo>
                    <a:pt x="31511" y="57130"/>
                    <a:pt x="31865" y="57366"/>
                    <a:pt x="32269" y="57445"/>
                  </a:cubicBezTo>
                  <a:cubicBezTo>
                    <a:pt x="32367" y="57464"/>
                    <a:pt x="32465" y="57474"/>
                    <a:pt x="32564" y="57474"/>
                  </a:cubicBezTo>
                  <a:cubicBezTo>
                    <a:pt x="32869" y="57474"/>
                    <a:pt x="33173" y="57376"/>
                    <a:pt x="33419" y="57209"/>
                  </a:cubicBezTo>
                  <a:lnTo>
                    <a:pt x="33852" y="56914"/>
                  </a:lnTo>
                  <a:cubicBezTo>
                    <a:pt x="34088" y="56766"/>
                    <a:pt x="34265" y="56550"/>
                    <a:pt x="34393" y="56304"/>
                  </a:cubicBezTo>
                  <a:cubicBezTo>
                    <a:pt x="35622" y="56756"/>
                    <a:pt x="36930" y="56992"/>
                    <a:pt x="38248" y="57022"/>
                  </a:cubicBezTo>
                  <a:lnTo>
                    <a:pt x="38484" y="57022"/>
                  </a:lnTo>
                  <a:cubicBezTo>
                    <a:pt x="41651" y="57022"/>
                    <a:pt x="43874" y="55743"/>
                    <a:pt x="43962" y="55694"/>
                  </a:cubicBezTo>
                  <a:cubicBezTo>
                    <a:pt x="44523" y="55370"/>
                    <a:pt x="44818" y="54730"/>
                    <a:pt x="44710" y="54091"/>
                  </a:cubicBezTo>
                  <a:lnTo>
                    <a:pt x="44631" y="53629"/>
                  </a:lnTo>
                  <a:cubicBezTo>
                    <a:pt x="44670" y="53304"/>
                    <a:pt x="44611" y="52970"/>
                    <a:pt x="44464" y="52685"/>
                  </a:cubicBezTo>
                  <a:lnTo>
                    <a:pt x="42123" y="39162"/>
                  </a:lnTo>
                  <a:cubicBezTo>
                    <a:pt x="43539" y="37608"/>
                    <a:pt x="44110" y="35474"/>
                    <a:pt x="43667" y="33418"/>
                  </a:cubicBezTo>
                  <a:cubicBezTo>
                    <a:pt x="48113" y="27586"/>
                    <a:pt x="49263" y="20171"/>
                    <a:pt x="46627" y="13867"/>
                  </a:cubicBezTo>
                  <a:cubicBezTo>
                    <a:pt x="46608" y="13828"/>
                    <a:pt x="46598" y="13798"/>
                    <a:pt x="46578" y="13759"/>
                  </a:cubicBezTo>
                  <a:cubicBezTo>
                    <a:pt x="44434" y="9618"/>
                    <a:pt x="39871" y="6638"/>
                    <a:pt x="35199" y="6255"/>
                  </a:cubicBezTo>
                  <a:cubicBezTo>
                    <a:pt x="35101" y="3245"/>
                    <a:pt x="32928" y="698"/>
                    <a:pt x="29967" y="118"/>
                  </a:cubicBezTo>
                  <a:cubicBezTo>
                    <a:pt x="29556" y="39"/>
                    <a:pt x="29144" y="0"/>
                    <a:pt x="287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1"/>
            <p:cNvSpPr/>
            <p:nvPr/>
          </p:nvSpPr>
          <p:spPr>
            <a:xfrm>
              <a:off x="1290838" y="1388755"/>
              <a:ext cx="2688445" cy="1812453"/>
            </a:xfrm>
            <a:custGeom>
              <a:avLst/>
              <a:gdLst/>
              <a:ahLst/>
              <a:cxnLst/>
              <a:rect l="l" t="t" r="r" b="b"/>
              <a:pathLst>
                <a:path w="48506" h="32701" extrusionOk="0">
                  <a:moveTo>
                    <a:pt x="32942" y="0"/>
                  </a:moveTo>
                  <a:cubicBezTo>
                    <a:pt x="32740" y="0"/>
                    <a:pt x="32538" y="6"/>
                    <a:pt x="32337" y="17"/>
                  </a:cubicBezTo>
                  <a:cubicBezTo>
                    <a:pt x="28093" y="383"/>
                    <a:pt x="24441" y="3877"/>
                    <a:pt x="20243" y="3877"/>
                  </a:cubicBezTo>
                  <a:cubicBezTo>
                    <a:pt x="20043" y="3877"/>
                    <a:pt x="19842" y="3869"/>
                    <a:pt x="19640" y="3853"/>
                  </a:cubicBezTo>
                  <a:cubicBezTo>
                    <a:pt x="16614" y="3314"/>
                    <a:pt x="13458" y="1573"/>
                    <a:pt x="10391" y="1573"/>
                  </a:cubicBezTo>
                  <a:cubicBezTo>
                    <a:pt x="8983" y="1573"/>
                    <a:pt x="7594" y="1940"/>
                    <a:pt x="6245" y="2958"/>
                  </a:cubicBezTo>
                  <a:cubicBezTo>
                    <a:pt x="984" y="6852"/>
                    <a:pt x="0" y="15202"/>
                    <a:pt x="3324" y="20552"/>
                  </a:cubicBezTo>
                  <a:cubicBezTo>
                    <a:pt x="7781" y="27983"/>
                    <a:pt x="16367" y="32700"/>
                    <a:pt x="24944" y="32700"/>
                  </a:cubicBezTo>
                  <a:cubicBezTo>
                    <a:pt x="26379" y="32700"/>
                    <a:pt x="27814" y="32568"/>
                    <a:pt x="29229" y="32295"/>
                  </a:cubicBezTo>
                  <a:cubicBezTo>
                    <a:pt x="40451" y="30161"/>
                    <a:pt x="48505" y="17592"/>
                    <a:pt x="43962" y="6705"/>
                  </a:cubicBezTo>
                  <a:cubicBezTo>
                    <a:pt x="41929" y="2772"/>
                    <a:pt x="37403" y="0"/>
                    <a:pt x="329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1"/>
            <p:cNvSpPr/>
            <p:nvPr/>
          </p:nvSpPr>
          <p:spPr>
            <a:xfrm>
              <a:off x="2541290" y="1044620"/>
              <a:ext cx="545659" cy="545715"/>
            </a:xfrm>
            <a:custGeom>
              <a:avLst/>
              <a:gdLst/>
              <a:ahLst/>
              <a:cxnLst/>
              <a:rect l="l" t="t" r="r" b="b"/>
              <a:pathLst>
                <a:path w="9845" h="9846" extrusionOk="0">
                  <a:moveTo>
                    <a:pt x="4927" y="1"/>
                  </a:moveTo>
                  <a:cubicBezTo>
                    <a:pt x="2203" y="1"/>
                    <a:pt x="0" y="2204"/>
                    <a:pt x="0" y="4918"/>
                  </a:cubicBezTo>
                  <a:cubicBezTo>
                    <a:pt x="0" y="7643"/>
                    <a:pt x="2203" y="9845"/>
                    <a:pt x="4927" y="9845"/>
                  </a:cubicBezTo>
                  <a:cubicBezTo>
                    <a:pt x="7642" y="9845"/>
                    <a:pt x="9845" y="7643"/>
                    <a:pt x="9845" y="4918"/>
                  </a:cubicBezTo>
                  <a:cubicBezTo>
                    <a:pt x="9845" y="2204"/>
                    <a:pt x="7642" y="1"/>
                    <a:pt x="49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1"/>
            <p:cNvSpPr/>
            <p:nvPr/>
          </p:nvSpPr>
          <p:spPr>
            <a:xfrm>
              <a:off x="3018779" y="2614483"/>
              <a:ext cx="545659" cy="545715"/>
            </a:xfrm>
            <a:custGeom>
              <a:avLst/>
              <a:gdLst/>
              <a:ahLst/>
              <a:cxnLst/>
              <a:rect l="l" t="t" r="r" b="b"/>
              <a:pathLst>
                <a:path w="9845" h="9846" extrusionOk="0">
                  <a:moveTo>
                    <a:pt x="4928" y="1"/>
                  </a:moveTo>
                  <a:cubicBezTo>
                    <a:pt x="2203" y="1"/>
                    <a:pt x="0" y="2204"/>
                    <a:pt x="0" y="4928"/>
                  </a:cubicBezTo>
                  <a:cubicBezTo>
                    <a:pt x="0" y="7643"/>
                    <a:pt x="2203" y="9846"/>
                    <a:pt x="4928" y="9846"/>
                  </a:cubicBezTo>
                  <a:cubicBezTo>
                    <a:pt x="7642" y="9846"/>
                    <a:pt x="9845" y="7643"/>
                    <a:pt x="9845" y="4928"/>
                  </a:cubicBezTo>
                  <a:cubicBezTo>
                    <a:pt x="9845" y="2204"/>
                    <a:pt x="7642" y="1"/>
                    <a:pt x="49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1"/>
            <p:cNvSpPr/>
            <p:nvPr/>
          </p:nvSpPr>
          <p:spPr>
            <a:xfrm>
              <a:off x="1785232" y="2424264"/>
              <a:ext cx="1100020" cy="1484891"/>
            </a:xfrm>
            <a:custGeom>
              <a:avLst/>
              <a:gdLst/>
              <a:ahLst/>
              <a:cxnLst/>
              <a:rect l="l" t="t" r="r" b="b"/>
              <a:pathLst>
                <a:path w="19847" h="26791" fill="none" extrusionOk="0">
                  <a:moveTo>
                    <a:pt x="19847" y="1"/>
                  </a:moveTo>
                  <a:lnTo>
                    <a:pt x="0" y="26790"/>
                  </a:lnTo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1"/>
            <p:cNvSpPr/>
            <p:nvPr/>
          </p:nvSpPr>
          <p:spPr>
            <a:xfrm>
              <a:off x="2599043" y="1173816"/>
              <a:ext cx="820955" cy="1185097"/>
            </a:xfrm>
            <a:custGeom>
              <a:avLst/>
              <a:gdLst/>
              <a:ahLst/>
              <a:cxnLst/>
              <a:rect l="l" t="t" r="r" b="b"/>
              <a:pathLst>
                <a:path w="14812" h="21382" extrusionOk="0">
                  <a:moveTo>
                    <a:pt x="2371" y="1"/>
                  </a:moveTo>
                  <a:cubicBezTo>
                    <a:pt x="2105" y="1"/>
                    <a:pt x="1840" y="178"/>
                    <a:pt x="1840" y="532"/>
                  </a:cubicBezTo>
                  <a:lnTo>
                    <a:pt x="1840" y="13248"/>
                  </a:lnTo>
                  <a:lnTo>
                    <a:pt x="20" y="13120"/>
                  </a:lnTo>
                  <a:lnTo>
                    <a:pt x="1" y="14418"/>
                  </a:lnTo>
                  <a:lnTo>
                    <a:pt x="1840" y="14891"/>
                  </a:lnTo>
                  <a:lnTo>
                    <a:pt x="1840" y="21381"/>
                  </a:lnTo>
                  <a:lnTo>
                    <a:pt x="2902" y="21381"/>
                  </a:lnTo>
                  <a:lnTo>
                    <a:pt x="2902" y="15156"/>
                  </a:lnTo>
                  <a:lnTo>
                    <a:pt x="12363" y="17556"/>
                  </a:lnTo>
                  <a:lnTo>
                    <a:pt x="14812" y="17556"/>
                  </a:lnTo>
                  <a:lnTo>
                    <a:pt x="14812" y="16326"/>
                  </a:lnTo>
                  <a:lnTo>
                    <a:pt x="2902" y="13494"/>
                  </a:lnTo>
                  <a:lnTo>
                    <a:pt x="2902" y="532"/>
                  </a:lnTo>
                  <a:cubicBezTo>
                    <a:pt x="2902" y="178"/>
                    <a:pt x="2636" y="1"/>
                    <a:pt x="2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1"/>
            <p:cNvSpPr/>
            <p:nvPr/>
          </p:nvSpPr>
          <p:spPr>
            <a:xfrm>
              <a:off x="1483774" y="1173816"/>
              <a:ext cx="713043" cy="1185097"/>
            </a:xfrm>
            <a:custGeom>
              <a:avLst/>
              <a:gdLst/>
              <a:ahLst/>
              <a:cxnLst/>
              <a:rect l="l" t="t" r="r" b="b"/>
              <a:pathLst>
                <a:path w="12865" h="21382" extrusionOk="0">
                  <a:moveTo>
                    <a:pt x="3462" y="1"/>
                  </a:moveTo>
                  <a:cubicBezTo>
                    <a:pt x="3197" y="1"/>
                    <a:pt x="2931" y="178"/>
                    <a:pt x="2931" y="532"/>
                  </a:cubicBezTo>
                  <a:lnTo>
                    <a:pt x="2931" y="13248"/>
                  </a:lnTo>
                  <a:lnTo>
                    <a:pt x="1604" y="12933"/>
                  </a:lnTo>
                  <a:lnTo>
                    <a:pt x="1" y="12815"/>
                  </a:lnTo>
                  <a:lnTo>
                    <a:pt x="1" y="14064"/>
                  </a:lnTo>
                  <a:lnTo>
                    <a:pt x="2931" y="14851"/>
                  </a:lnTo>
                  <a:lnTo>
                    <a:pt x="2931" y="21381"/>
                  </a:lnTo>
                  <a:lnTo>
                    <a:pt x="3994" y="21381"/>
                  </a:lnTo>
                  <a:lnTo>
                    <a:pt x="3994" y="15146"/>
                  </a:lnTo>
                  <a:lnTo>
                    <a:pt x="10789" y="16985"/>
                  </a:lnTo>
                  <a:lnTo>
                    <a:pt x="12864" y="16680"/>
                  </a:lnTo>
                  <a:lnTo>
                    <a:pt x="12864" y="15618"/>
                  </a:lnTo>
                  <a:lnTo>
                    <a:pt x="3994" y="13504"/>
                  </a:lnTo>
                  <a:lnTo>
                    <a:pt x="3994" y="532"/>
                  </a:lnTo>
                  <a:cubicBezTo>
                    <a:pt x="3994" y="178"/>
                    <a:pt x="3728" y="1"/>
                    <a:pt x="3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1"/>
            <p:cNvSpPr/>
            <p:nvPr/>
          </p:nvSpPr>
          <p:spPr>
            <a:xfrm>
              <a:off x="1538313" y="1257786"/>
              <a:ext cx="80699" cy="538066"/>
            </a:xfrm>
            <a:custGeom>
              <a:avLst/>
              <a:gdLst/>
              <a:ahLst/>
              <a:cxnLst/>
              <a:rect l="l" t="t" r="r" b="b"/>
              <a:pathLst>
                <a:path w="1456" h="9708" extrusionOk="0">
                  <a:moveTo>
                    <a:pt x="777" y="0"/>
                  </a:moveTo>
                  <a:cubicBezTo>
                    <a:pt x="344" y="0"/>
                    <a:pt x="0" y="345"/>
                    <a:pt x="0" y="777"/>
                  </a:cubicBezTo>
                  <a:lnTo>
                    <a:pt x="0" y="8930"/>
                  </a:lnTo>
                  <a:cubicBezTo>
                    <a:pt x="0" y="9363"/>
                    <a:pt x="344" y="9707"/>
                    <a:pt x="777" y="9707"/>
                  </a:cubicBezTo>
                  <a:lnTo>
                    <a:pt x="1456" y="970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1"/>
            <p:cNvSpPr/>
            <p:nvPr/>
          </p:nvSpPr>
          <p:spPr>
            <a:xfrm>
              <a:off x="1483774" y="1876996"/>
              <a:ext cx="714650" cy="175586"/>
            </a:xfrm>
            <a:custGeom>
              <a:avLst/>
              <a:gdLst/>
              <a:ahLst/>
              <a:cxnLst/>
              <a:rect l="l" t="t" r="r" b="b"/>
              <a:pathLst>
                <a:path w="12894" h="3168" extrusionOk="0">
                  <a:moveTo>
                    <a:pt x="1427" y="1"/>
                  </a:moveTo>
                  <a:lnTo>
                    <a:pt x="1" y="138"/>
                  </a:lnTo>
                  <a:lnTo>
                    <a:pt x="11025" y="3167"/>
                  </a:lnTo>
                  <a:lnTo>
                    <a:pt x="12894" y="295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1"/>
            <p:cNvSpPr/>
            <p:nvPr/>
          </p:nvSpPr>
          <p:spPr>
            <a:xfrm>
              <a:off x="1618956" y="2356700"/>
              <a:ext cx="1726378" cy="1725768"/>
            </a:xfrm>
            <a:custGeom>
              <a:avLst/>
              <a:gdLst/>
              <a:ahLst/>
              <a:cxnLst/>
              <a:rect l="l" t="t" r="r" b="b"/>
              <a:pathLst>
                <a:path w="31148" h="31137" extrusionOk="0">
                  <a:moveTo>
                    <a:pt x="29210" y="3796"/>
                  </a:moveTo>
                  <a:lnTo>
                    <a:pt x="18913" y="20152"/>
                  </a:lnTo>
                  <a:lnTo>
                    <a:pt x="8055" y="4052"/>
                  </a:lnTo>
                  <a:lnTo>
                    <a:pt x="29210" y="3796"/>
                  </a:lnTo>
                  <a:close/>
                  <a:moveTo>
                    <a:pt x="1328" y="1711"/>
                  </a:moveTo>
                  <a:lnTo>
                    <a:pt x="6934" y="4052"/>
                  </a:lnTo>
                  <a:lnTo>
                    <a:pt x="7436" y="4052"/>
                  </a:lnTo>
                  <a:lnTo>
                    <a:pt x="18608" y="20643"/>
                  </a:lnTo>
                  <a:lnTo>
                    <a:pt x="16415" y="24105"/>
                  </a:lnTo>
                  <a:lnTo>
                    <a:pt x="1328" y="1711"/>
                  </a:lnTo>
                  <a:close/>
                  <a:moveTo>
                    <a:pt x="1" y="0"/>
                  </a:moveTo>
                  <a:lnTo>
                    <a:pt x="1" y="1161"/>
                  </a:lnTo>
                  <a:lnTo>
                    <a:pt x="443" y="1348"/>
                  </a:lnTo>
                  <a:lnTo>
                    <a:pt x="16110" y="24587"/>
                  </a:lnTo>
                  <a:lnTo>
                    <a:pt x="12156" y="30862"/>
                  </a:lnTo>
                  <a:lnTo>
                    <a:pt x="12599" y="31137"/>
                  </a:lnTo>
                  <a:lnTo>
                    <a:pt x="16435" y="25059"/>
                  </a:lnTo>
                  <a:lnTo>
                    <a:pt x="18618" y="28295"/>
                  </a:lnTo>
                  <a:lnTo>
                    <a:pt x="19051" y="28009"/>
                  </a:lnTo>
                  <a:lnTo>
                    <a:pt x="16739" y="24577"/>
                  </a:lnTo>
                  <a:lnTo>
                    <a:pt x="18923" y="21105"/>
                  </a:lnTo>
                  <a:lnTo>
                    <a:pt x="25394" y="30704"/>
                  </a:lnTo>
                  <a:lnTo>
                    <a:pt x="25827" y="30419"/>
                  </a:lnTo>
                  <a:lnTo>
                    <a:pt x="19228" y="20624"/>
                  </a:lnTo>
                  <a:lnTo>
                    <a:pt x="29830" y="3787"/>
                  </a:lnTo>
                  <a:lnTo>
                    <a:pt x="31147" y="3767"/>
                  </a:lnTo>
                  <a:lnTo>
                    <a:pt x="31059" y="26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1"/>
            <p:cNvSpPr/>
            <p:nvPr/>
          </p:nvSpPr>
          <p:spPr>
            <a:xfrm>
              <a:off x="1618956" y="2346890"/>
              <a:ext cx="1721445" cy="161952"/>
            </a:xfrm>
            <a:custGeom>
              <a:avLst/>
              <a:gdLst/>
              <a:ahLst/>
              <a:cxnLst/>
              <a:rect l="l" t="t" r="r" b="b"/>
              <a:pathLst>
                <a:path w="31059" h="2922" extrusionOk="0">
                  <a:moveTo>
                    <a:pt x="20988" y="0"/>
                  </a:moveTo>
                  <a:lnTo>
                    <a:pt x="1" y="177"/>
                  </a:lnTo>
                  <a:lnTo>
                    <a:pt x="6924" y="2921"/>
                  </a:lnTo>
                  <a:lnTo>
                    <a:pt x="31059" y="2833"/>
                  </a:lnTo>
                  <a:lnTo>
                    <a:pt x="20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1"/>
            <p:cNvSpPr/>
            <p:nvPr/>
          </p:nvSpPr>
          <p:spPr>
            <a:xfrm>
              <a:off x="2600151" y="1892237"/>
              <a:ext cx="820955" cy="188112"/>
            </a:xfrm>
            <a:custGeom>
              <a:avLst/>
              <a:gdLst/>
              <a:ahLst/>
              <a:cxnLst/>
              <a:rect l="l" t="t" r="r" b="b"/>
              <a:pathLst>
                <a:path w="14812" h="3394" extrusionOk="0">
                  <a:moveTo>
                    <a:pt x="1633" y="1"/>
                  </a:moveTo>
                  <a:lnTo>
                    <a:pt x="0" y="158"/>
                  </a:lnTo>
                  <a:lnTo>
                    <a:pt x="12717" y="3374"/>
                  </a:lnTo>
                  <a:lnTo>
                    <a:pt x="14811" y="3394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1"/>
            <p:cNvSpPr/>
            <p:nvPr/>
          </p:nvSpPr>
          <p:spPr>
            <a:xfrm>
              <a:off x="1568242" y="1257786"/>
              <a:ext cx="1289795" cy="538066"/>
            </a:xfrm>
            <a:custGeom>
              <a:avLst/>
              <a:gdLst/>
              <a:ahLst/>
              <a:cxnLst/>
              <a:rect l="l" t="t" r="r" b="b"/>
              <a:pathLst>
                <a:path w="23271" h="9708" extrusionOk="0">
                  <a:moveTo>
                    <a:pt x="1073" y="0"/>
                  </a:moveTo>
                  <a:cubicBezTo>
                    <a:pt x="965" y="0"/>
                    <a:pt x="866" y="30"/>
                    <a:pt x="778" y="79"/>
                  </a:cubicBezTo>
                  <a:cubicBezTo>
                    <a:pt x="296" y="354"/>
                    <a:pt x="1" y="876"/>
                    <a:pt x="1" y="1426"/>
                  </a:cubicBezTo>
                  <a:lnTo>
                    <a:pt x="30" y="8684"/>
                  </a:lnTo>
                  <a:cubicBezTo>
                    <a:pt x="30" y="8852"/>
                    <a:pt x="99" y="9009"/>
                    <a:pt x="227" y="9117"/>
                  </a:cubicBezTo>
                  <a:lnTo>
                    <a:pt x="719" y="9560"/>
                  </a:lnTo>
                  <a:cubicBezTo>
                    <a:pt x="827" y="9658"/>
                    <a:pt x="965" y="9707"/>
                    <a:pt x="1112" y="9707"/>
                  </a:cubicBezTo>
                  <a:lnTo>
                    <a:pt x="22680" y="9707"/>
                  </a:lnTo>
                  <a:cubicBezTo>
                    <a:pt x="23014" y="9707"/>
                    <a:pt x="23270" y="9442"/>
                    <a:pt x="23270" y="9117"/>
                  </a:cubicBezTo>
                  <a:lnTo>
                    <a:pt x="23270" y="590"/>
                  </a:lnTo>
                  <a:cubicBezTo>
                    <a:pt x="23270" y="266"/>
                    <a:pt x="23005" y="0"/>
                    <a:pt x="22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1"/>
            <p:cNvSpPr/>
            <p:nvPr/>
          </p:nvSpPr>
          <p:spPr>
            <a:xfrm>
              <a:off x="3040007" y="2722451"/>
              <a:ext cx="575699" cy="1311078"/>
            </a:xfrm>
            <a:custGeom>
              <a:avLst/>
              <a:gdLst/>
              <a:ahLst/>
              <a:cxnLst/>
              <a:rect l="l" t="t" r="r" b="b"/>
              <a:pathLst>
                <a:path w="10387" h="23655" extrusionOk="0">
                  <a:moveTo>
                    <a:pt x="4171" y="0"/>
                  </a:moveTo>
                  <a:lnTo>
                    <a:pt x="1" y="22010"/>
                  </a:lnTo>
                  <a:cubicBezTo>
                    <a:pt x="1978" y="23220"/>
                    <a:pt x="3856" y="23623"/>
                    <a:pt x="5479" y="23653"/>
                  </a:cubicBezTo>
                  <a:cubicBezTo>
                    <a:pt x="5550" y="23654"/>
                    <a:pt x="5621" y="23655"/>
                    <a:pt x="5691" y="23655"/>
                  </a:cubicBezTo>
                  <a:cubicBezTo>
                    <a:pt x="8468" y="23655"/>
                    <a:pt x="10386" y="22541"/>
                    <a:pt x="10386" y="22541"/>
                  </a:cubicBezTo>
                  <a:lnTo>
                    <a:pt x="64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1"/>
            <p:cNvSpPr/>
            <p:nvPr/>
          </p:nvSpPr>
          <p:spPr>
            <a:xfrm>
              <a:off x="3040007" y="2722451"/>
              <a:ext cx="303674" cy="1310968"/>
            </a:xfrm>
            <a:custGeom>
              <a:avLst/>
              <a:gdLst/>
              <a:ahLst/>
              <a:cxnLst/>
              <a:rect l="l" t="t" r="r" b="b"/>
              <a:pathLst>
                <a:path w="5479" h="23653" extrusionOk="0">
                  <a:moveTo>
                    <a:pt x="4171" y="0"/>
                  </a:moveTo>
                  <a:lnTo>
                    <a:pt x="1" y="22010"/>
                  </a:lnTo>
                  <a:cubicBezTo>
                    <a:pt x="1978" y="23210"/>
                    <a:pt x="3856" y="23623"/>
                    <a:pt x="5479" y="23653"/>
                  </a:cubicBezTo>
                  <a:lnTo>
                    <a:pt x="4967" y="69"/>
                  </a:lnTo>
                  <a:lnTo>
                    <a:pt x="4967" y="0"/>
                  </a:ln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1"/>
            <p:cNvSpPr/>
            <p:nvPr/>
          </p:nvSpPr>
          <p:spPr>
            <a:xfrm>
              <a:off x="3036238" y="3180318"/>
              <a:ext cx="181018" cy="351616"/>
            </a:xfrm>
            <a:custGeom>
              <a:avLst/>
              <a:gdLst/>
              <a:ahLst/>
              <a:cxnLst/>
              <a:rect l="l" t="t" r="r" b="b"/>
              <a:pathLst>
                <a:path w="3266" h="6344" fill="none" extrusionOk="0">
                  <a:moveTo>
                    <a:pt x="3265" y="0"/>
                  </a:moveTo>
                  <a:lnTo>
                    <a:pt x="2370" y="10"/>
                  </a:lnTo>
                  <a:cubicBezTo>
                    <a:pt x="1308" y="30"/>
                    <a:pt x="433" y="836"/>
                    <a:pt x="325" y="1889"/>
                  </a:cubicBezTo>
                  <a:lnTo>
                    <a:pt x="108" y="3993"/>
                  </a:lnTo>
                  <a:cubicBezTo>
                    <a:pt x="0" y="5154"/>
                    <a:pt x="856" y="6186"/>
                    <a:pt x="2026" y="6285"/>
                  </a:cubicBezTo>
                  <a:lnTo>
                    <a:pt x="2734" y="6344"/>
                  </a:ln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1"/>
            <p:cNvSpPr/>
            <p:nvPr/>
          </p:nvSpPr>
          <p:spPr>
            <a:xfrm>
              <a:off x="3047655" y="3895469"/>
              <a:ext cx="555525" cy="84024"/>
            </a:xfrm>
            <a:custGeom>
              <a:avLst/>
              <a:gdLst/>
              <a:ahLst/>
              <a:cxnLst/>
              <a:rect l="l" t="t" r="r" b="b"/>
              <a:pathLst>
                <a:path w="10023" h="1516" fill="none" extrusionOk="0">
                  <a:moveTo>
                    <a:pt x="1" y="1"/>
                  </a:moveTo>
                  <a:cubicBezTo>
                    <a:pt x="1" y="1"/>
                    <a:pt x="2440" y="1515"/>
                    <a:pt x="5282" y="1515"/>
                  </a:cubicBezTo>
                  <a:cubicBezTo>
                    <a:pt x="8075" y="1515"/>
                    <a:pt x="10022" y="443"/>
                    <a:pt x="10022" y="443"/>
                  </a:cubicBez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1"/>
            <p:cNvSpPr/>
            <p:nvPr/>
          </p:nvSpPr>
          <p:spPr>
            <a:xfrm>
              <a:off x="3432030" y="3475180"/>
              <a:ext cx="95386" cy="226855"/>
            </a:xfrm>
            <a:custGeom>
              <a:avLst/>
              <a:gdLst/>
              <a:ahLst/>
              <a:cxnLst/>
              <a:rect l="l" t="t" r="r" b="b"/>
              <a:pathLst>
                <a:path w="1721" h="4093" extrusionOk="0">
                  <a:moveTo>
                    <a:pt x="694" y="0"/>
                  </a:moveTo>
                  <a:cubicBezTo>
                    <a:pt x="306" y="0"/>
                    <a:pt x="0" y="337"/>
                    <a:pt x="38" y="729"/>
                  </a:cubicBezTo>
                  <a:lnTo>
                    <a:pt x="304" y="3492"/>
                  </a:lnTo>
                  <a:cubicBezTo>
                    <a:pt x="334" y="3827"/>
                    <a:pt x="619" y="4092"/>
                    <a:pt x="963" y="4092"/>
                  </a:cubicBezTo>
                  <a:lnTo>
                    <a:pt x="1012" y="4092"/>
                  </a:lnTo>
                  <a:cubicBezTo>
                    <a:pt x="1406" y="4092"/>
                    <a:pt x="1720" y="3748"/>
                    <a:pt x="1671" y="3355"/>
                  </a:cubicBezTo>
                  <a:lnTo>
                    <a:pt x="1356" y="591"/>
                  </a:lnTo>
                  <a:cubicBezTo>
                    <a:pt x="1317" y="267"/>
                    <a:pt x="1051" y="21"/>
                    <a:pt x="727" y="1"/>
                  </a:cubicBezTo>
                  <a:cubicBezTo>
                    <a:pt x="716" y="0"/>
                    <a:pt x="705" y="0"/>
                    <a:pt x="694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1"/>
            <p:cNvSpPr/>
            <p:nvPr/>
          </p:nvSpPr>
          <p:spPr>
            <a:xfrm>
              <a:off x="3421056" y="3305413"/>
              <a:ext cx="72995" cy="125759"/>
            </a:xfrm>
            <a:custGeom>
              <a:avLst/>
              <a:gdLst/>
              <a:ahLst/>
              <a:cxnLst/>
              <a:rect l="l" t="t" r="r" b="b"/>
              <a:pathLst>
                <a:path w="1317" h="2269" extrusionOk="0">
                  <a:moveTo>
                    <a:pt x="574" y="1"/>
                  </a:moveTo>
                  <a:cubicBezTo>
                    <a:pt x="550" y="1"/>
                    <a:pt x="526" y="2"/>
                    <a:pt x="502" y="5"/>
                  </a:cubicBezTo>
                  <a:cubicBezTo>
                    <a:pt x="207" y="45"/>
                    <a:pt x="0" y="291"/>
                    <a:pt x="10" y="576"/>
                  </a:cubicBezTo>
                  <a:lnTo>
                    <a:pt x="20" y="1707"/>
                  </a:lnTo>
                  <a:cubicBezTo>
                    <a:pt x="30" y="2002"/>
                    <a:pt x="266" y="2248"/>
                    <a:pt x="561" y="2258"/>
                  </a:cubicBezTo>
                  <a:lnTo>
                    <a:pt x="679" y="2267"/>
                  </a:lnTo>
                  <a:cubicBezTo>
                    <a:pt x="690" y="2268"/>
                    <a:pt x="701" y="2268"/>
                    <a:pt x="711" y="2268"/>
                  </a:cubicBezTo>
                  <a:cubicBezTo>
                    <a:pt x="1050" y="2268"/>
                    <a:pt x="1317" y="1971"/>
                    <a:pt x="1269" y="1628"/>
                  </a:cubicBezTo>
                  <a:lnTo>
                    <a:pt x="1131" y="497"/>
                  </a:lnTo>
                  <a:cubicBezTo>
                    <a:pt x="1095" y="207"/>
                    <a:pt x="850" y="1"/>
                    <a:pt x="574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1"/>
            <p:cNvSpPr/>
            <p:nvPr/>
          </p:nvSpPr>
          <p:spPr>
            <a:xfrm>
              <a:off x="1542081" y="3202100"/>
              <a:ext cx="1055902" cy="902208"/>
            </a:xfrm>
            <a:custGeom>
              <a:avLst/>
              <a:gdLst/>
              <a:ahLst/>
              <a:cxnLst/>
              <a:rect l="l" t="t" r="r" b="b"/>
              <a:pathLst>
                <a:path w="19051" h="16278" extrusionOk="0">
                  <a:moveTo>
                    <a:pt x="1" y="1"/>
                  </a:moveTo>
                  <a:lnTo>
                    <a:pt x="1368" y="15195"/>
                  </a:lnTo>
                  <a:lnTo>
                    <a:pt x="5046" y="15835"/>
                  </a:lnTo>
                  <a:lnTo>
                    <a:pt x="18166" y="16277"/>
                  </a:lnTo>
                  <a:lnTo>
                    <a:pt x="19051" y="630"/>
                  </a:lnTo>
                  <a:lnTo>
                    <a:pt x="11763" y="2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1"/>
            <p:cNvSpPr/>
            <p:nvPr/>
          </p:nvSpPr>
          <p:spPr>
            <a:xfrm>
              <a:off x="1460329" y="2821108"/>
              <a:ext cx="1027025" cy="375061"/>
            </a:xfrm>
            <a:custGeom>
              <a:avLst/>
              <a:gdLst/>
              <a:ahLst/>
              <a:cxnLst/>
              <a:rect l="l" t="t" r="r" b="b"/>
              <a:pathLst>
                <a:path w="18530" h="6767" extrusionOk="0">
                  <a:moveTo>
                    <a:pt x="18156" y="0"/>
                  </a:moveTo>
                  <a:lnTo>
                    <a:pt x="1643" y="4446"/>
                  </a:lnTo>
                  <a:lnTo>
                    <a:pt x="1" y="5183"/>
                  </a:lnTo>
                  <a:lnTo>
                    <a:pt x="355" y="6767"/>
                  </a:lnTo>
                  <a:lnTo>
                    <a:pt x="18529" y="1702"/>
                  </a:lnTo>
                  <a:lnTo>
                    <a:pt x="18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1"/>
            <p:cNvSpPr/>
            <p:nvPr/>
          </p:nvSpPr>
          <p:spPr>
            <a:xfrm>
              <a:off x="1393043" y="2849468"/>
              <a:ext cx="1057010" cy="357048"/>
            </a:xfrm>
            <a:custGeom>
              <a:avLst/>
              <a:gdLst/>
              <a:ahLst/>
              <a:cxnLst/>
              <a:rect l="l" t="t" r="r" b="b"/>
              <a:pathLst>
                <a:path w="19071" h="6442" extrusionOk="0">
                  <a:moveTo>
                    <a:pt x="17162" y="0"/>
                  </a:moveTo>
                  <a:lnTo>
                    <a:pt x="15363" y="472"/>
                  </a:lnTo>
                  <a:lnTo>
                    <a:pt x="14133" y="1151"/>
                  </a:lnTo>
                  <a:lnTo>
                    <a:pt x="13278" y="1033"/>
                  </a:lnTo>
                  <a:lnTo>
                    <a:pt x="11399" y="1525"/>
                  </a:lnTo>
                  <a:lnTo>
                    <a:pt x="10091" y="2262"/>
                  </a:lnTo>
                  <a:lnTo>
                    <a:pt x="9304" y="2075"/>
                  </a:lnTo>
                  <a:lnTo>
                    <a:pt x="7613" y="2518"/>
                  </a:lnTo>
                  <a:lnTo>
                    <a:pt x="6216" y="3256"/>
                  </a:lnTo>
                  <a:lnTo>
                    <a:pt x="5518" y="3069"/>
                  </a:lnTo>
                  <a:lnTo>
                    <a:pt x="89" y="4505"/>
                  </a:lnTo>
                  <a:lnTo>
                    <a:pt x="1" y="6147"/>
                  </a:lnTo>
                  <a:lnTo>
                    <a:pt x="905" y="6442"/>
                  </a:lnTo>
                  <a:lnTo>
                    <a:pt x="4171" y="5518"/>
                  </a:lnTo>
                  <a:lnTo>
                    <a:pt x="5626" y="4839"/>
                  </a:lnTo>
                  <a:lnTo>
                    <a:pt x="6305" y="4918"/>
                  </a:lnTo>
                  <a:lnTo>
                    <a:pt x="7996" y="4446"/>
                  </a:lnTo>
                  <a:lnTo>
                    <a:pt x="9472" y="3816"/>
                  </a:lnTo>
                  <a:lnTo>
                    <a:pt x="10131" y="3846"/>
                  </a:lnTo>
                  <a:lnTo>
                    <a:pt x="12009" y="3315"/>
                  </a:lnTo>
                  <a:lnTo>
                    <a:pt x="13710" y="2272"/>
                  </a:lnTo>
                  <a:lnTo>
                    <a:pt x="14143" y="2715"/>
                  </a:lnTo>
                  <a:lnTo>
                    <a:pt x="15943" y="2213"/>
                  </a:lnTo>
                  <a:lnTo>
                    <a:pt x="17231" y="1426"/>
                  </a:lnTo>
                  <a:lnTo>
                    <a:pt x="18077" y="1603"/>
                  </a:lnTo>
                  <a:lnTo>
                    <a:pt x="19070" y="1328"/>
                  </a:lnTo>
                  <a:lnTo>
                    <a:pt x="18815" y="256"/>
                  </a:lnTo>
                  <a:lnTo>
                    <a:pt x="17792" y="590"/>
                  </a:lnTo>
                  <a:lnTo>
                    <a:pt x="171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1"/>
            <p:cNvSpPr/>
            <p:nvPr/>
          </p:nvSpPr>
          <p:spPr>
            <a:xfrm>
              <a:off x="1336343" y="3181963"/>
              <a:ext cx="1197623" cy="922327"/>
            </a:xfrm>
            <a:custGeom>
              <a:avLst/>
              <a:gdLst/>
              <a:ahLst/>
              <a:cxnLst/>
              <a:rect l="l" t="t" r="r" b="b"/>
              <a:pathLst>
                <a:path w="21608" h="16641" extrusionOk="0">
                  <a:moveTo>
                    <a:pt x="1034" y="0"/>
                  </a:moveTo>
                  <a:lnTo>
                    <a:pt x="1" y="15815"/>
                  </a:lnTo>
                  <a:lnTo>
                    <a:pt x="20841" y="16641"/>
                  </a:lnTo>
                  <a:lnTo>
                    <a:pt x="21460" y="5036"/>
                  </a:lnTo>
                  <a:lnTo>
                    <a:pt x="21510" y="4013"/>
                  </a:lnTo>
                  <a:lnTo>
                    <a:pt x="21608" y="2312"/>
                  </a:lnTo>
                  <a:lnTo>
                    <a:pt x="21401" y="1299"/>
                  </a:lnTo>
                  <a:lnTo>
                    <a:pt x="20251" y="817"/>
                  </a:lnTo>
                  <a:lnTo>
                    <a:pt x="18559" y="748"/>
                  </a:lnTo>
                  <a:lnTo>
                    <a:pt x="18195" y="1466"/>
                  </a:lnTo>
                  <a:lnTo>
                    <a:pt x="16533" y="659"/>
                  </a:lnTo>
                  <a:lnTo>
                    <a:pt x="14851" y="591"/>
                  </a:lnTo>
                  <a:lnTo>
                    <a:pt x="14517" y="1240"/>
                  </a:lnTo>
                  <a:lnTo>
                    <a:pt x="12835" y="502"/>
                  </a:lnTo>
                  <a:lnTo>
                    <a:pt x="10888" y="414"/>
                  </a:lnTo>
                  <a:lnTo>
                    <a:pt x="10711" y="1348"/>
                  </a:lnTo>
                  <a:lnTo>
                    <a:pt x="8872" y="335"/>
                  </a:lnTo>
                  <a:lnTo>
                    <a:pt x="7023" y="256"/>
                  </a:lnTo>
                  <a:lnTo>
                    <a:pt x="6393" y="777"/>
                  </a:lnTo>
                  <a:lnTo>
                    <a:pt x="4997" y="168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1"/>
            <p:cNvSpPr/>
            <p:nvPr/>
          </p:nvSpPr>
          <p:spPr>
            <a:xfrm>
              <a:off x="1587996" y="3693236"/>
              <a:ext cx="60469" cy="61189"/>
            </a:xfrm>
            <a:custGeom>
              <a:avLst/>
              <a:gdLst/>
              <a:ahLst/>
              <a:cxnLst/>
              <a:rect l="l" t="t" r="r" b="b"/>
              <a:pathLst>
                <a:path w="1091" h="1104" extrusionOk="0">
                  <a:moveTo>
                    <a:pt x="158" y="109"/>
                  </a:moveTo>
                  <a:lnTo>
                    <a:pt x="483" y="119"/>
                  </a:lnTo>
                  <a:cubicBezTo>
                    <a:pt x="489" y="118"/>
                    <a:pt x="495" y="118"/>
                    <a:pt x="501" y="118"/>
                  </a:cubicBezTo>
                  <a:cubicBezTo>
                    <a:pt x="1090" y="118"/>
                    <a:pt x="1069" y="1007"/>
                    <a:pt x="506" y="1007"/>
                  </a:cubicBezTo>
                  <a:cubicBezTo>
                    <a:pt x="486" y="1007"/>
                    <a:pt x="465" y="1006"/>
                    <a:pt x="443" y="1004"/>
                  </a:cubicBezTo>
                  <a:lnTo>
                    <a:pt x="119" y="994"/>
                  </a:lnTo>
                  <a:lnTo>
                    <a:pt x="158" y="109"/>
                  </a:lnTo>
                  <a:close/>
                  <a:moveTo>
                    <a:pt x="50" y="1"/>
                  </a:moveTo>
                  <a:lnTo>
                    <a:pt x="1" y="1082"/>
                  </a:lnTo>
                  <a:lnTo>
                    <a:pt x="443" y="1102"/>
                  </a:lnTo>
                  <a:cubicBezTo>
                    <a:pt x="458" y="1103"/>
                    <a:pt x="473" y="1103"/>
                    <a:pt x="487" y="1103"/>
                  </a:cubicBezTo>
                  <a:cubicBezTo>
                    <a:pt x="817" y="1103"/>
                    <a:pt x="1034" y="892"/>
                    <a:pt x="1053" y="591"/>
                  </a:cubicBezTo>
                  <a:cubicBezTo>
                    <a:pt x="1063" y="266"/>
                    <a:pt x="837" y="30"/>
                    <a:pt x="492" y="20"/>
                  </a:cubicBezTo>
                  <a:lnTo>
                    <a:pt x="5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1"/>
            <p:cNvSpPr/>
            <p:nvPr/>
          </p:nvSpPr>
          <p:spPr>
            <a:xfrm>
              <a:off x="1665425" y="3696506"/>
              <a:ext cx="9311" cy="60025"/>
            </a:xfrm>
            <a:custGeom>
              <a:avLst/>
              <a:gdLst/>
              <a:ahLst/>
              <a:cxnLst/>
              <a:rect l="l" t="t" r="r" b="b"/>
              <a:pathLst>
                <a:path w="168" h="1083" extrusionOk="0">
                  <a:moveTo>
                    <a:pt x="49" y="1"/>
                  </a:moveTo>
                  <a:lnTo>
                    <a:pt x="0" y="1082"/>
                  </a:lnTo>
                  <a:lnTo>
                    <a:pt x="118" y="108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1"/>
            <p:cNvSpPr/>
            <p:nvPr/>
          </p:nvSpPr>
          <p:spPr>
            <a:xfrm>
              <a:off x="1698126" y="3698169"/>
              <a:ext cx="49661" cy="62187"/>
            </a:xfrm>
            <a:custGeom>
              <a:avLst/>
              <a:gdLst/>
              <a:ahLst/>
              <a:cxnLst/>
              <a:rect l="l" t="t" r="r" b="b"/>
              <a:pathLst>
                <a:path w="896" h="1122" extrusionOk="0">
                  <a:moveTo>
                    <a:pt x="158" y="98"/>
                  </a:moveTo>
                  <a:lnTo>
                    <a:pt x="443" y="108"/>
                  </a:lnTo>
                  <a:cubicBezTo>
                    <a:pt x="659" y="118"/>
                    <a:pt x="777" y="226"/>
                    <a:pt x="767" y="393"/>
                  </a:cubicBezTo>
                  <a:cubicBezTo>
                    <a:pt x="758" y="556"/>
                    <a:pt x="659" y="652"/>
                    <a:pt x="476" y="652"/>
                  </a:cubicBezTo>
                  <a:cubicBezTo>
                    <a:pt x="459" y="652"/>
                    <a:pt x="442" y="651"/>
                    <a:pt x="423" y="649"/>
                  </a:cubicBezTo>
                  <a:lnTo>
                    <a:pt x="138" y="639"/>
                  </a:lnTo>
                  <a:lnTo>
                    <a:pt x="158" y="98"/>
                  </a:lnTo>
                  <a:close/>
                  <a:moveTo>
                    <a:pt x="49" y="0"/>
                  </a:moveTo>
                  <a:lnTo>
                    <a:pt x="0" y="1082"/>
                  </a:lnTo>
                  <a:lnTo>
                    <a:pt x="118" y="1082"/>
                  </a:lnTo>
                  <a:lnTo>
                    <a:pt x="128" y="738"/>
                  </a:lnTo>
                  <a:lnTo>
                    <a:pt x="423" y="747"/>
                  </a:lnTo>
                  <a:lnTo>
                    <a:pt x="512" y="747"/>
                  </a:lnTo>
                  <a:lnTo>
                    <a:pt x="748" y="1111"/>
                  </a:lnTo>
                  <a:lnTo>
                    <a:pt x="866" y="1121"/>
                  </a:lnTo>
                  <a:lnTo>
                    <a:pt x="620" y="738"/>
                  </a:lnTo>
                  <a:cubicBezTo>
                    <a:pt x="777" y="698"/>
                    <a:pt x="885" y="561"/>
                    <a:pt x="885" y="403"/>
                  </a:cubicBezTo>
                  <a:cubicBezTo>
                    <a:pt x="895" y="167"/>
                    <a:pt x="728" y="30"/>
                    <a:pt x="453" y="10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1"/>
            <p:cNvSpPr/>
            <p:nvPr/>
          </p:nvSpPr>
          <p:spPr>
            <a:xfrm>
              <a:off x="1766798" y="3700330"/>
              <a:ext cx="43675" cy="62187"/>
            </a:xfrm>
            <a:custGeom>
              <a:avLst/>
              <a:gdLst/>
              <a:ahLst/>
              <a:cxnLst/>
              <a:rect l="l" t="t" r="r" b="b"/>
              <a:pathLst>
                <a:path w="788" h="1122" extrusionOk="0">
                  <a:moveTo>
                    <a:pt x="50" y="0"/>
                  </a:moveTo>
                  <a:lnTo>
                    <a:pt x="1" y="1092"/>
                  </a:lnTo>
                  <a:lnTo>
                    <a:pt x="768" y="1122"/>
                  </a:lnTo>
                  <a:lnTo>
                    <a:pt x="768" y="1023"/>
                  </a:lnTo>
                  <a:lnTo>
                    <a:pt x="119" y="994"/>
                  </a:lnTo>
                  <a:lnTo>
                    <a:pt x="138" y="590"/>
                  </a:lnTo>
                  <a:lnTo>
                    <a:pt x="699" y="610"/>
                  </a:lnTo>
                  <a:lnTo>
                    <a:pt x="699" y="522"/>
                  </a:lnTo>
                  <a:lnTo>
                    <a:pt x="138" y="492"/>
                  </a:lnTo>
                  <a:lnTo>
                    <a:pt x="158" y="109"/>
                  </a:lnTo>
                  <a:lnTo>
                    <a:pt x="787" y="138"/>
                  </a:lnTo>
                  <a:lnTo>
                    <a:pt x="787" y="4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1"/>
            <p:cNvSpPr/>
            <p:nvPr/>
          </p:nvSpPr>
          <p:spPr>
            <a:xfrm>
              <a:off x="1823997" y="3703545"/>
              <a:ext cx="56755" cy="61245"/>
            </a:xfrm>
            <a:custGeom>
              <a:avLst/>
              <a:gdLst/>
              <a:ahLst/>
              <a:cxnLst/>
              <a:rect l="l" t="t" r="r" b="b"/>
              <a:pathLst>
                <a:path w="1024" h="1105" extrusionOk="0">
                  <a:moveTo>
                    <a:pt x="594" y="0"/>
                  </a:moveTo>
                  <a:cubicBezTo>
                    <a:pt x="296" y="0"/>
                    <a:pt x="50" y="230"/>
                    <a:pt x="41" y="532"/>
                  </a:cubicBezTo>
                  <a:cubicBezTo>
                    <a:pt x="21" y="847"/>
                    <a:pt x="277" y="1103"/>
                    <a:pt x="581" y="1103"/>
                  </a:cubicBezTo>
                  <a:cubicBezTo>
                    <a:pt x="595" y="1104"/>
                    <a:pt x="608" y="1104"/>
                    <a:pt x="620" y="1104"/>
                  </a:cubicBezTo>
                  <a:cubicBezTo>
                    <a:pt x="762" y="1104"/>
                    <a:pt x="885" y="1055"/>
                    <a:pt x="985" y="955"/>
                  </a:cubicBezTo>
                  <a:lnTo>
                    <a:pt x="916" y="887"/>
                  </a:lnTo>
                  <a:cubicBezTo>
                    <a:pt x="844" y="959"/>
                    <a:pt x="739" y="1006"/>
                    <a:pt x="624" y="1006"/>
                  </a:cubicBezTo>
                  <a:cubicBezTo>
                    <a:pt x="613" y="1006"/>
                    <a:pt x="602" y="1005"/>
                    <a:pt x="591" y="1005"/>
                  </a:cubicBezTo>
                  <a:cubicBezTo>
                    <a:pt x="1" y="985"/>
                    <a:pt x="30" y="109"/>
                    <a:pt x="602" y="109"/>
                  </a:cubicBezTo>
                  <a:cubicBezTo>
                    <a:pt x="611" y="109"/>
                    <a:pt x="621" y="109"/>
                    <a:pt x="631" y="110"/>
                  </a:cubicBezTo>
                  <a:cubicBezTo>
                    <a:pt x="749" y="110"/>
                    <a:pt x="867" y="159"/>
                    <a:pt x="945" y="247"/>
                  </a:cubicBezTo>
                  <a:lnTo>
                    <a:pt x="1024" y="178"/>
                  </a:lnTo>
                  <a:cubicBezTo>
                    <a:pt x="926" y="70"/>
                    <a:pt x="778" y="1"/>
                    <a:pt x="631" y="1"/>
                  </a:cubicBezTo>
                  <a:cubicBezTo>
                    <a:pt x="618" y="1"/>
                    <a:pt x="606" y="0"/>
                    <a:pt x="59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1"/>
            <p:cNvSpPr/>
            <p:nvPr/>
          </p:nvSpPr>
          <p:spPr>
            <a:xfrm>
              <a:off x="1890563" y="3705762"/>
              <a:ext cx="48552" cy="61134"/>
            </a:xfrm>
            <a:custGeom>
              <a:avLst/>
              <a:gdLst/>
              <a:ahLst/>
              <a:cxnLst/>
              <a:rect l="l" t="t" r="r" b="b"/>
              <a:pathLst>
                <a:path w="876" h="1103" extrusionOk="0">
                  <a:moveTo>
                    <a:pt x="0" y="1"/>
                  </a:moveTo>
                  <a:lnTo>
                    <a:pt x="0" y="99"/>
                  </a:lnTo>
                  <a:lnTo>
                    <a:pt x="384" y="109"/>
                  </a:lnTo>
                  <a:lnTo>
                    <a:pt x="344" y="1102"/>
                  </a:lnTo>
                  <a:lnTo>
                    <a:pt x="452" y="1102"/>
                  </a:lnTo>
                  <a:lnTo>
                    <a:pt x="492" y="119"/>
                  </a:lnTo>
                  <a:lnTo>
                    <a:pt x="875" y="129"/>
                  </a:lnTo>
                  <a:lnTo>
                    <a:pt x="875" y="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1"/>
            <p:cNvSpPr/>
            <p:nvPr/>
          </p:nvSpPr>
          <p:spPr>
            <a:xfrm>
              <a:off x="1946654" y="3706704"/>
              <a:ext cx="75544" cy="63462"/>
            </a:xfrm>
            <a:custGeom>
              <a:avLst/>
              <a:gdLst/>
              <a:ahLst/>
              <a:cxnLst/>
              <a:rect l="l" t="t" r="r" b="b"/>
              <a:pathLst>
                <a:path w="1363" h="1145" extrusionOk="0">
                  <a:moveTo>
                    <a:pt x="605" y="128"/>
                  </a:moveTo>
                  <a:cubicBezTo>
                    <a:pt x="848" y="128"/>
                    <a:pt x="1077" y="323"/>
                    <a:pt x="1063" y="603"/>
                  </a:cubicBezTo>
                  <a:cubicBezTo>
                    <a:pt x="1054" y="847"/>
                    <a:pt x="857" y="1037"/>
                    <a:pt x="625" y="1037"/>
                  </a:cubicBezTo>
                  <a:cubicBezTo>
                    <a:pt x="614" y="1037"/>
                    <a:pt x="602" y="1037"/>
                    <a:pt x="591" y="1036"/>
                  </a:cubicBezTo>
                  <a:cubicBezTo>
                    <a:pt x="178" y="1026"/>
                    <a:pt x="1" y="525"/>
                    <a:pt x="296" y="249"/>
                  </a:cubicBezTo>
                  <a:cubicBezTo>
                    <a:pt x="389" y="165"/>
                    <a:pt x="498" y="128"/>
                    <a:pt x="605" y="128"/>
                  </a:cubicBezTo>
                  <a:close/>
                  <a:moveTo>
                    <a:pt x="611" y="0"/>
                  </a:moveTo>
                  <a:cubicBezTo>
                    <a:pt x="320" y="0"/>
                    <a:pt x="40" y="223"/>
                    <a:pt x="40" y="564"/>
                  </a:cubicBezTo>
                  <a:cubicBezTo>
                    <a:pt x="21" y="879"/>
                    <a:pt x="267" y="1144"/>
                    <a:pt x="581" y="1144"/>
                  </a:cubicBezTo>
                  <a:cubicBezTo>
                    <a:pt x="589" y="1145"/>
                    <a:pt x="597" y="1145"/>
                    <a:pt x="605" y="1145"/>
                  </a:cubicBezTo>
                  <a:cubicBezTo>
                    <a:pt x="1101" y="1145"/>
                    <a:pt x="1363" y="539"/>
                    <a:pt x="1024" y="180"/>
                  </a:cubicBezTo>
                  <a:cubicBezTo>
                    <a:pt x="906" y="56"/>
                    <a:pt x="757" y="0"/>
                    <a:pt x="611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1"/>
            <p:cNvSpPr/>
            <p:nvPr/>
          </p:nvSpPr>
          <p:spPr>
            <a:xfrm>
              <a:off x="2031177" y="3711748"/>
              <a:ext cx="49661" cy="62242"/>
            </a:xfrm>
            <a:custGeom>
              <a:avLst/>
              <a:gdLst/>
              <a:ahLst/>
              <a:cxnLst/>
              <a:rect l="l" t="t" r="r" b="b"/>
              <a:pathLst>
                <a:path w="896" h="1123" extrusionOk="0">
                  <a:moveTo>
                    <a:pt x="158" y="99"/>
                  </a:moveTo>
                  <a:lnTo>
                    <a:pt x="443" y="109"/>
                  </a:lnTo>
                  <a:cubicBezTo>
                    <a:pt x="659" y="119"/>
                    <a:pt x="767" y="227"/>
                    <a:pt x="767" y="394"/>
                  </a:cubicBezTo>
                  <a:cubicBezTo>
                    <a:pt x="758" y="556"/>
                    <a:pt x="659" y="652"/>
                    <a:pt x="476" y="652"/>
                  </a:cubicBezTo>
                  <a:cubicBezTo>
                    <a:pt x="459" y="652"/>
                    <a:pt x="442" y="652"/>
                    <a:pt x="423" y="650"/>
                  </a:cubicBezTo>
                  <a:lnTo>
                    <a:pt x="138" y="640"/>
                  </a:lnTo>
                  <a:lnTo>
                    <a:pt x="158" y="99"/>
                  </a:lnTo>
                  <a:close/>
                  <a:moveTo>
                    <a:pt x="50" y="1"/>
                  </a:moveTo>
                  <a:lnTo>
                    <a:pt x="0" y="1083"/>
                  </a:lnTo>
                  <a:lnTo>
                    <a:pt x="118" y="1083"/>
                  </a:lnTo>
                  <a:lnTo>
                    <a:pt x="138" y="739"/>
                  </a:lnTo>
                  <a:lnTo>
                    <a:pt x="423" y="748"/>
                  </a:lnTo>
                  <a:lnTo>
                    <a:pt x="512" y="748"/>
                  </a:lnTo>
                  <a:lnTo>
                    <a:pt x="748" y="1112"/>
                  </a:lnTo>
                  <a:lnTo>
                    <a:pt x="866" y="1122"/>
                  </a:lnTo>
                  <a:lnTo>
                    <a:pt x="866" y="1122"/>
                  </a:lnTo>
                  <a:lnTo>
                    <a:pt x="620" y="739"/>
                  </a:lnTo>
                  <a:cubicBezTo>
                    <a:pt x="777" y="699"/>
                    <a:pt x="886" y="562"/>
                    <a:pt x="886" y="404"/>
                  </a:cubicBezTo>
                  <a:cubicBezTo>
                    <a:pt x="895" y="168"/>
                    <a:pt x="728" y="30"/>
                    <a:pt x="453" y="11"/>
                  </a:cubicBezTo>
                  <a:lnTo>
                    <a:pt x="5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1"/>
            <p:cNvSpPr/>
            <p:nvPr/>
          </p:nvSpPr>
          <p:spPr>
            <a:xfrm>
              <a:off x="1477788" y="3435939"/>
              <a:ext cx="933800" cy="32756"/>
            </a:xfrm>
            <a:custGeom>
              <a:avLst/>
              <a:gdLst/>
              <a:ahLst/>
              <a:cxnLst/>
              <a:rect l="l" t="t" r="r" b="b"/>
              <a:pathLst>
                <a:path w="16848" h="591" fill="none" extrusionOk="0">
                  <a:moveTo>
                    <a:pt x="0" y="1"/>
                  </a:moveTo>
                  <a:lnTo>
                    <a:pt x="16847" y="591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1"/>
            <p:cNvSpPr/>
            <p:nvPr/>
          </p:nvSpPr>
          <p:spPr>
            <a:xfrm>
              <a:off x="1475072" y="3614187"/>
              <a:ext cx="957245" cy="34973"/>
            </a:xfrm>
            <a:custGeom>
              <a:avLst/>
              <a:gdLst/>
              <a:ahLst/>
              <a:cxnLst/>
              <a:rect l="l" t="t" r="r" b="b"/>
              <a:pathLst>
                <a:path w="17271" h="631" fill="none" extrusionOk="0">
                  <a:moveTo>
                    <a:pt x="0" y="1"/>
                  </a:moveTo>
                  <a:lnTo>
                    <a:pt x="17270" y="630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1"/>
            <p:cNvSpPr/>
            <p:nvPr/>
          </p:nvSpPr>
          <p:spPr>
            <a:xfrm>
              <a:off x="1803744" y="3449574"/>
              <a:ext cx="9866" cy="178302"/>
            </a:xfrm>
            <a:custGeom>
              <a:avLst/>
              <a:gdLst/>
              <a:ahLst/>
              <a:cxnLst/>
              <a:rect l="l" t="t" r="r" b="b"/>
              <a:pathLst>
                <a:path w="178" h="3217" fill="none" extrusionOk="0">
                  <a:moveTo>
                    <a:pt x="178" y="1"/>
                  </a:moveTo>
                  <a:lnTo>
                    <a:pt x="1" y="3217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1"/>
            <p:cNvSpPr/>
            <p:nvPr/>
          </p:nvSpPr>
          <p:spPr>
            <a:xfrm>
              <a:off x="2174429" y="3463208"/>
              <a:ext cx="8757" cy="177194"/>
            </a:xfrm>
            <a:custGeom>
              <a:avLst/>
              <a:gdLst/>
              <a:ahLst/>
              <a:cxnLst/>
              <a:rect l="l" t="t" r="r" b="b"/>
              <a:pathLst>
                <a:path w="158" h="3197" fill="none" extrusionOk="0">
                  <a:moveTo>
                    <a:pt x="158" y="1"/>
                  </a:moveTo>
                  <a:lnTo>
                    <a:pt x="0" y="3197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1"/>
            <p:cNvSpPr/>
            <p:nvPr/>
          </p:nvSpPr>
          <p:spPr>
            <a:xfrm>
              <a:off x="1461992" y="3816433"/>
              <a:ext cx="949042" cy="35472"/>
            </a:xfrm>
            <a:custGeom>
              <a:avLst/>
              <a:gdLst/>
              <a:ahLst/>
              <a:cxnLst/>
              <a:rect l="l" t="t" r="r" b="b"/>
              <a:pathLst>
                <a:path w="17123" h="640" fill="none" extrusionOk="0">
                  <a:moveTo>
                    <a:pt x="0" y="1"/>
                  </a:moveTo>
                  <a:lnTo>
                    <a:pt x="17123" y="640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1"/>
            <p:cNvSpPr/>
            <p:nvPr/>
          </p:nvSpPr>
          <p:spPr>
            <a:xfrm>
              <a:off x="1471802" y="3328581"/>
              <a:ext cx="1061333" cy="42566"/>
            </a:xfrm>
            <a:custGeom>
              <a:avLst/>
              <a:gdLst/>
              <a:ahLst/>
              <a:cxnLst/>
              <a:rect l="l" t="t" r="r" b="b"/>
              <a:pathLst>
                <a:path w="19149" h="768" fill="none" extrusionOk="0">
                  <a:moveTo>
                    <a:pt x="0" y="0"/>
                  </a:moveTo>
                  <a:lnTo>
                    <a:pt x="5036" y="197"/>
                  </a:lnTo>
                  <a:lnTo>
                    <a:pt x="7052" y="276"/>
                  </a:lnTo>
                  <a:lnTo>
                    <a:pt x="8901" y="355"/>
                  </a:lnTo>
                  <a:lnTo>
                    <a:pt x="10907" y="433"/>
                  </a:lnTo>
                  <a:lnTo>
                    <a:pt x="10907" y="433"/>
                  </a:lnTo>
                  <a:lnTo>
                    <a:pt x="12854" y="512"/>
                  </a:lnTo>
                  <a:lnTo>
                    <a:pt x="14861" y="591"/>
                  </a:lnTo>
                  <a:lnTo>
                    <a:pt x="16542" y="659"/>
                  </a:lnTo>
                  <a:lnTo>
                    <a:pt x="18558" y="738"/>
                  </a:lnTo>
                  <a:lnTo>
                    <a:pt x="19149" y="768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1"/>
            <p:cNvSpPr/>
            <p:nvPr/>
          </p:nvSpPr>
          <p:spPr>
            <a:xfrm>
              <a:off x="1617848" y="3192844"/>
              <a:ext cx="244812" cy="151033"/>
            </a:xfrm>
            <a:custGeom>
              <a:avLst/>
              <a:gdLst/>
              <a:ahLst/>
              <a:cxnLst/>
              <a:rect l="l" t="t" r="r" b="b"/>
              <a:pathLst>
                <a:path w="4417" h="2725" extrusionOk="0">
                  <a:moveTo>
                    <a:pt x="1" y="1"/>
                  </a:moveTo>
                  <a:lnTo>
                    <a:pt x="2401" y="2646"/>
                  </a:lnTo>
                  <a:lnTo>
                    <a:pt x="4417" y="2725"/>
                  </a:lnTo>
                  <a:lnTo>
                    <a:pt x="2027" y="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1832621" y="3202100"/>
              <a:ext cx="243704" cy="150534"/>
            </a:xfrm>
            <a:custGeom>
              <a:avLst/>
              <a:gdLst/>
              <a:ahLst/>
              <a:cxnLst/>
              <a:rect l="l" t="t" r="r" b="b"/>
              <a:pathLst>
                <a:path w="4397" h="2716" extrusionOk="0">
                  <a:moveTo>
                    <a:pt x="1" y="1"/>
                  </a:moveTo>
                  <a:lnTo>
                    <a:pt x="2391" y="2637"/>
                  </a:lnTo>
                  <a:lnTo>
                    <a:pt x="4397" y="2715"/>
                  </a:lnTo>
                  <a:lnTo>
                    <a:pt x="4397" y="2715"/>
                  </a:lnTo>
                  <a:lnTo>
                    <a:pt x="2017" y="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2052327" y="3211412"/>
              <a:ext cx="243149" cy="149925"/>
            </a:xfrm>
            <a:custGeom>
              <a:avLst/>
              <a:gdLst/>
              <a:ahLst/>
              <a:cxnLst/>
              <a:rect l="l" t="t" r="r" b="b"/>
              <a:pathLst>
                <a:path w="4387" h="2705" extrusionOk="0">
                  <a:moveTo>
                    <a:pt x="0" y="0"/>
                  </a:moveTo>
                  <a:lnTo>
                    <a:pt x="2380" y="2626"/>
                  </a:lnTo>
                  <a:lnTo>
                    <a:pt x="4387" y="2705"/>
                  </a:lnTo>
                  <a:lnTo>
                    <a:pt x="2016" y="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2257290" y="3220114"/>
              <a:ext cx="243149" cy="149426"/>
            </a:xfrm>
            <a:custGeom>
              <a:avLst/>
              <a:gdLst/>
              <a:ahLst/>
              <a:cxnLst/>
              <a:rect l="l" t="t" r="r" b="b"/>
              <a:pathLst>
                <a:path w="4387" h="2696" extrusionOk="0">
                  <a:moveTo>
                    <a:pt x="0" y="0"/>
                  </a:moveTo>
                  <a:lnTo>
                    <a:pt x="2370" y="2616"/>
                  </a:lnTo>
                  <a:lnTo>
                    <a:pt x="4386" y="2695"/>
                  </a:lnTo>
                  <a:lnTo>
                    <a:pt x="4386" y="2695"/>
                  </a:lnTo>
                  <a:lnTo>
                    <a:pt x="2026" y="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2463306" y="3228815"/>
              <a:ext cx="79091" cy="82916"/>
            </a:xfrm>
            <a:custGeom>
              <a:avLst/>
              <a:gdLst/>
              <a:ahLst/>
              <a:cxnLst/>
              <a:rect l="l" t="t" r="r" b="b"/>
              <a:pathLst>
                <a:path w="1427" h="1496" extrusionOk="0">
                  <a:moveTo>
                    <a:pt x="1" y="1"/>
                  </a:moveTo>
                  <a:lnTo>
                    <a:pt x="1358" y="1496"/>
                  </a:lnTo>
                  <a:lnTo>
                    <a:pt x="1427" y="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1628767" y="2990598"/>
              <a:ext cx="190828" cy="166330"/>
            </a:xfrm>
            <a:custGeom>
              <a:avLst/>
              <a:gdLst/>
              <a:ahLst/>
              <a:cxnLst/>
              <a:rect l="l" t="t" r="r" b="b"/>
              <a:pathLst>
                <a:path w="3443" h="3001" extrusionOk="0">
                  <a:moveTo>
                    <a:pt x="3443" y="1"/>
                  </a:moveTo>
                  <a:lnTo>
                    <a:pt x="1348" y="552"/>
                  </a:lnTo>
                  <a:lnTo>
                    <a:pt x="1" y="3001"/>
                  </a:lnTo>
                  <a:lnTo>
                    <a:pt x="2135" y="2401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1840824" y="2935561"/>
              <a:ext cx="188667" cy="161952"/>
            </a:xfrm>
            <a:custGeom>
              <a:avLst/>
              <a:gdLst/>
              <a:ahLst/>
              <a:cxnLst/>
              <a:rect l="l" t="t" r="r" b="b"/>
              <a:pathLst>
                <a:path w="3404" h="2922" extrusionOk="0">
                  <a:moveTo>
                    <a:pt x="3403" y="1"/>
                  </a:moveTo>
                  <a:lnTo>
                    <a:pt x="1308" y="551"/>
                  </a:lnTo>
                  <a:lnTo>
                    <a:pt x="0" y="2922"/>
                  </a:lnTo>
                  <a:lnTo>
                    <a:pt x="0" y="2922"/>
                  </a:lnTo>
                  <a:lnTo>
                    <a:pt x="2135" y="232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2063191" y="2877254"/>
              <a:ext cx="185951" cy="157573"/>
            </a:xfrm>
            <a:custGeom>
              <a:avLst/>
              <a:gdLst/>
              <a:ahLst/>
              <a:cxnLst/>
              <a:rect l="l" t="t" r="r" b="b"/>
              <a:pathLst>
                <a:path w="3355" h="2843" extrusionOk="0">
                  <a:moveTo>
                    <a:pt x="3355" y="0"/>
                  </a:moveTo>
                  <a:lnTo>
                    <a:pt x="1270" y="561"/>
                  </a:lnTo>
                  <a:lnTo>
                    <a:pt x="1" y="2843"/>
                  </a:lnTo>
                  <a:lnTo>
                    <a:pt x="1" y="2843"/>
                  </a:lnTo>
                  <a:lnTo>
                    <a:pt x="2135" y="2243"/>
                  </a:lnTo>
                  <a:lnTo>
                    <a:pt x="33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2281234" y="2829255"/>
              <a:ext cx="159236" cy="144548"/>
            </a:xfrm>
            <a:custGeom>
              <a:avLst/>
              <a:gdLst/>
              <a:ahLst/>
              <a:cxnLst/>
              <a:rect l="l" t="t" r="r" b="b"/>
              <a:pathLst>
                <a:path w="2873" h="2608" extrusionOk="0">
                  <a:moveTo>
                    <a:pt x="2715" y="1"/>
                  </a:moveTo>
                  <a:lnTo>
                    <a:pt x="1220" y="394"/>
                  </a:lnTo>
                  <a:lnTo>
                    <a:pt x="1" y="2607"/>
                  </a:lnTo>
                  <a:lnTo>
                    <a:pt x="2135" y="1997"/>
                  </a:lnTo>
                  <a:lnTo>
                    <a:pt x="2873" y="650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1563498" y="3493206"/>
              <a:ext cx="40349" cy="51268"/>
            </a:xfrm>
            <a:custGeom>
              <a:avLst/>
              <a:gdLst/>
              <a:ahLst/>
              <a:cxnLst/>
              <a:rect l="l" t="t" r="r" b="b"/>
              <a:pathLst>
                <a:path w="728" h="925" extrusionOk="0">
                  <a:moveTo>
                    <a:pt x="128" y="89"/>
                  </a:moveTo>
                  <a:lnTo>
                    <a:pt x="364" y="99"/>
                  </a:lnTo>
                  <a:cubicBezTo>
                    <a:pt x="541" y="99"/>
                    <a:pt x="630" y="187"/>
                    <a:pt x="630" y="335"/>
                  </a:cubicBezTo>
                  <a:cubicBezTo>
                    <a:pt x="620" y="465"/>
                    <a:pt x="532" y="542"/>
                    <a:pt x="373" y="542"/>
                  </a:cubicBezTo>
                  <a:cubicBezTo>
                    <a:pt x="364" y="542"/>
                    <a:pt x="354" y="542"/>
                    <a:pt x="344" y="541"/>
                  </a:cubicBezTo>
                  <a:lnTo>
                    <a:pt x="108" y="531"/>
                  </a:lnTo>
                  <a:lnTo>
                    <a:pt x="128" y="89"/>
                  </a:lnTo>
                  <a:close/>
                  <a:moveTo>
                    <a:pt x="39" y="0"/>
                  </a:moveTo>
                  <a:lnTo>
                    <a:pt x="0" y="895"/>
                  </a:lnTo>
                  <a:lnTo>
                    <a:pt x="89" y="895"/>
                  </a:lnTo>
                  <a:lnTo>
                    <a:pt x="108" y="610"/>
                  </a:lnTo>
                  <a:lnTo>
                    <a:pt x="344" y="620"/>
                  </a:lnTo>
                  <a:lnTo>
                    <a:pt x="413" y="620"/>
                  </a:lnTo>
                  <a:lnTo>
                    <a:pt x="610" y="915"/>
                  </a:lnTo>
                  <a:lnTo>
                    <a:pt x="718" y="925"/>
                  </a:lnTo>
                  <a:lnTo>
                    <a:pt x="502" y="610"/>
                  </a:lnTo>
                  <a:cubicBezTo>
                    <a:pt x="630" y="580"/>
                    <a:pt x="718" y="462"/>
                    <a:pt x="718" y="335"/>
                  </a:cubicBezTo>
                  <a:cubicBezTo>
                    <a:pt x="728" y="138"/>
                    <a:pt x="590" y="30"/>
                    <a:pt x="364" y="20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1"/>
            <p:cNvSpPr/>
            <p:nvPr/>
          </p:nvSpPr>
          <p:spPr>
            <a:xfrm>
              <a:off x="1614711" y="3494259"/>
              <a:ext cx="61522" cy="51878"/>
            </a:xfrm>
            <a:custGeom>
              <a:avLst/>
              <a:gdLst/>
              <a:ahLst/>
              <a:cxnLst/>
              <a:rect l="l" t="t" r="r" b="b"/>
              <a:pathLst>
                <a:path w="1110" h="936" extrusionOk="0">
                  <a:moveTo>
                    <a:pt x="493" y="113"/>
                  </a:moveTo>
                  <a:cubicBezTo>
                    <a:pt x="688" y="113"/>
                    <a:pt x="873" y="269"/>
                    <a:pt x="866" y="502"/>
                  </a:cubicBezTo>
                  <a:cubicBezTo>
                    <a:pt x="857" y="697"/>
                    <a:pt x="699" y="848"/>
                    <a:pt x="516" y="848"/>
                  </a:cubicBezTo>
                  <a:cubicBezTo>
                    <a:pt x="505" y="848"/>
                    <a:pt x="494" y="848"/>
                    <a:pt x="483" y="847"/>
                  </a:cubicBezTo>
                  <a:cubicBezTo>
                    <a:pt x="148" y="837"/>
                    <a:pt x="1" y="434"/>
                    <a:pt x="246" y="207"/>
                  </a:cubicBezTo>
                  <a:cubicBezTo>
                    <a:pt x="321" y="142"/>
                    <a:pt x="408" y="113"/>
                    <a:pt x="493" y="113"/>
                  </a:cubicBezTo>
                  <a:close/>
                  <a:moveTo>
                    <a:pt x="492" y="0"/>
                  </a:moveTo>
                  <a:cubicBezTo>
                    <a:pt x="256" y="0"/>
                    <a:pt x="30" y="182"/>
                    <a:pt x="30" y="463"/>
                  </a:cubicBezTo>
                  <a:cubicBezTo>
                    <a:pt x="10" y="719"/>
                    <a:pt x="217" y="935"/>
                    <a:pt x="473" y="935"/>
                  </a:cubicBezTo>
                  <a:cubicBezTo>
                    <a:pt x="477" y="935"/>
                    <a:pt x="481" y="935"/>
                    <a:pt x="485" y="935"/>
                  </a:cubicBezTo>
                  <a:cubicBezTo>
                    <a:pt x="900" y="935"/>
                    <a:pt x="1109" y="450"/>
                    <a:pt x="827" y="148"/>
                  </a:cubicBezTo>
                  <a:cubicBezTo>
                    <a:pt x="731" y="46"/>
                    <a:pt x="610" y="0"/>
                    <a:pt x="492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1"/>
            <p:cNvSpPr/>
            <p:nvPr/>
          </p:nvSpPr>
          <p:spPr>
            <a:xfrm>
              <a:off x="1683383" y="3498084"/>
              <a:ext cx="32756" cy="50215"/>
            </a:xfrm>
            <a:custGeom>
              <a:avLst/>
              <a:gdLst/>
              <a:ahLst/>
              <a:cxnLst/>
              <a:rect l="l" t="t" r="r" b="b"/>
              <a:pathLst>
                <a:path w="591" h="906" extrusionOk="0">
                  <a:moveTo>
                    <a:pt x="40" y="1"/>
                  </a:moveTo>
                  <a:lnTo>
                    <a:pt x="1" y="886"/>
                  </a:lnTo>
                  <a:lnTo>
                    <a:pt x="591" y="906"/>
                  </a:lnTo>
                  <a:lnTo>
                    <a:pt x="591" y="827"/>
                  </a:lnTo>
                  <a:lnTo>
                    <a:pt x="99" y="807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1730273" y="3500301"/>
              <a:ext cx="32756" cy="50160"/>
            </a:xfrm>
            <a:custGeom>
              <a:avLst/>
              <a:gdLst/>
              <a:ahLst/>
              <a:cxnLst/>
              <a:rect l="l" t="t" r="r" b="b"/>
              <a:pathLst>
                <a:path w="591" h="905" extrusionOk="0">
                  <a:moveTo>
                    <a:pt x="40" y="0"/>
                  </a:moveTo>
                  <a:lnTo>
                    <a:pt x="1" y="875"/>
                  </a:lnTo>
                  <a:lnTo>
                    <a:pt x="591" y="905"/>
                  </a:lnTo>
                  <a:lnTo>
                    <a:pt x="591" y="826"/>
                  </a:lnTo>
                  <a:lnTo>
                    <a:pt x="99" y="806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1"/>
            <p:cNvSpPr/>
            <p:nvPr/>
          </p:nvSpPr>
          <p:spPr>
            <a:xfrm>
              <a:off x="1844228" y="3507229"/>
              <a:ext cx="37079" cy="49827"/>
            </a:xfrm>
            <a:custGeom>
              <a:avLst/>
              <a:gdLst/>
              <a:ahLst/>
              <a:cxnLst/>
              <a:rect l="l" t="t" r="r" b="b"/>
              <a:pathLst>
                <a:path w="669" h="899" extrusionOk="0">
                  <a:moveTo>
                    <a:pt x="335" y="1"/>
                  </a:moveTo>
                  <a:cubicBezTo>
                    <a:pt x="141" y="1"/>
                    <a:pt x="39" y="111"/>
                    <a:pt x="39" y="229"/>
                  </a:cubicBezTo>
                  <a:cubicBezTo>
                    <a:pt x="30" y="554"/>
                    <a:pt x="580" y="426"/>
                    <a:pt x="570" y="672"/>
                  </a:cubicBezTo>
                  <a:cubicBezTo>
                    <a:pt x="570" y="760"/>
                    <a:pt x="492" y="819"/>
                    <a:pt x="325" y="819"/>
                  </a:cubicBezTo>
                  <a:cubicBezTo>
                    <a:pt x="216" y="819"/>
                    <a:pt x="118" y="770"/>
                    <a:pt x="39" y="701"/>
                  </a:cubicBezTo>
                  <a:lnTo>
                    <a:pt x="0" y="770"/>
                  </a:lnTo>
                  <a:cubicBezTo>
                    <a:pt x="79" y="849"/>
                    <a:pt x="197" y="898"/>
                    <a:pt x="315" y="898"/>
                  </a:cubicBezTo>
                  <a:cubicBezTo>
                    <a:pt x="324" y="898"/>
                    <a:pt x="334" y="898"/>
                    <a:pt x="343" y="898"/>
                  </a:cubicBezTo>
                  <a:cubicBezTo>
                    <a:pt x="551" y="898"/>
                    <a:pt x="659" y="794"/>
                    <a:pt x="659" y="672"/>
                  </a:cubicBezTo>
                  <a:cubicBezTo>
                    <a:pt x="669" y="357"/>
                    <a:pt x="118" y="475"/>
                    <a:pt x="128" y="229"/>
                  </a:cubicBezTo>
                  <a:cubicBezTo>
                    <a:pt x="137" y="146"/>
                    <a:pt x="198" y="81"/>
                    <a:pt x="343" y="81"/>
                  </a:cubicBezTo>
                  <a:cubicBezTo>
                    <a:pt x="353" y="81"/>
                    <a:pt x="363" y="81"/>
                    <a:pt x="374" y="82"/>
                  </a:cubicBezTo>
                  <a:cubicBezTo>
                    <a:pt x="462" y="82"/>
                    <a:pt x="541" y="111"/>
                    <a:pt x="620" y="160"/>
                  </a:cubicBezTo>
                  <a:lnTo>
                    <a:pt x="649" y="91"/>
                  </a:lnTo>
                  <a:cubicBezTo>
                    <a:pt x="570" y="32"/>
                    <a:pt x="482" y="3"/>
                    <a:pt x="384" y="3"/>
                  </a:cubicBezTo>
                  <a:cubicBezTo>
                    <a:pt x="367" y="1"/>
                    <a:pt x="351" y="1"/>
                    <a:pt x="33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1"/>
            <p:cNvSpPr/>
            <p:nvPr/>
          </p:nvSpPr>
          <p:spPr>
            <a:xfrm>
              <a:off x="1892004" y="3508947"/>
              <a:ext cx="46003" cy="50326"/>
            </a:xfrm>
            <a:custGeom>
              <a:avLst/>
              <a:gdLst/>
              <a:ahLst/>
              <a:cxnLst/>
              <a:rect l="l" t="t" r="r" b="b"/>
              <a:pathLst>
                <a:path w="830" h="908" extrusionOk="0">
                  <a:moveTo>
                    <a:pt x="480" y="0"/>
                  </a:moveTo>
                  <a:cubicBezTo>
                    <a:pt x="239" y="0"/>
                    <a:pt x="33" y="190"/>
                    <a:pt x="33" y="434"/>
                  </a:cubicBezTo>
                  <a:cubicBezTo>
                    <a:pt x="13" y="690"/>
                    <a:pt x="220" y="906"/>
                    <a:pt x="476" y="906"/>
                  </a:cubicBezTo>
                  <a:cubicBezTo>
                    <a:pt x="487" y="907"/>
                    <a:pt x="499" y="908"/>
                    <a:pt x="511" y="908"/>
                  </a:cubicBezTo>
                  <a:cubicBezTo>
                    <a:pt x="619" y="908"/>
                    <a:pt x="730" y="868"/>
                    <a:pt x="810" y="788"/>
                  </a:cubicBezTo>
                  <a:lnTo>
                    <a:pt x="751" y="729"/>
                  </a:lnTo>
                  <a:cubicBezTo>
                    <a:pt x="689" y="782"/>
                    <a:pt x="604" y="819"/>
                    <a:pt x="516" y="819"/>
                  </a:cubicBezTo>
                  <a:cubicBezTo>
                    <a:pt x="506" y="819"/>
                    <a:pt x="496" y="819"/>
                    <a:pt x="485" y="818"/>
                  </a:cubicBezTo>
                  <a:cubicBezTo>
                    <a:pt x="0" y="798"/>
                    <a:pt x="22" y="80"/>
                    <a:pt x="496" y="80"/>
                  </a:cubicBezTo>
                  <a:cubicBezTo>
                    <a:pt x="502" y="80"/>
                    <a:pt x="508" y="80"/>
                    <a:pt x="515" y="80"/>
                  </a:cubicBezTo>
                  <a:cubicBezTo>
                    <a:pt x="613" y="80"/>
                    <a:pt x="702" y="129"/>
                    <a:pt x="771" y="208"/>
                  </a:cubicBezTo>
                  <a:lnTo>
                    <a:pt x="830" y="149"/>
                  </a:lnTo>
                  <a:cubicBezTo>
                    <a:pt x="751" y="60"/>
                    <a:pt x="633" y="1"/>
                    <a:pt x="515" y="1"/>
                  </a:cubicBezTo>
                  <a:cubicBezTo>
                    <a:pt x="503" y="0"/>
                    <a:pt x="491" y="0"/>
                    <a:pt x="48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1953249" y="3511164"/>
              <a:ext cx="36026" cy="50769"/>
            </a:xfrm>
            <a:custGeom>
              <a:avLst/>
              <a:gdLst/>
              <a:ahLst/>
              <a:cxnLst/>
              <a:rect l="l" t="t" r="r" b="b"/>
              <a:pathLst>
                <a:path w="650" h="916" extrusionOk="0">
                  <a:moveTo>
                    <a:pt x="30" y="1"/>
                  </a:moveTo>
                  <a:lnTo>
                    <a:pt x="0" y="886"/>
                  </a:lnTo>
                  <a:lnTo>
                    <a:pt x="620" y="915"/>
                  </a:lnTo>
                  <a:lnTo>
                    <a:pt x="620" y="827"/>
                  </a:lnTo>
                  <a:lnTo>
                    <a:pt x="108" y="807"/>
                  </a:lnTo>
                  <a:lnTo>
                    <a:pt x="118" y="483"/>
                  </a:lnTo>
                  <a:lnTo>
                    <a:pt x="580" y="502"/>
                  </a:lnTo>
                  <a:lnTo>
                    <a:pt x="580" y="414"/>
                  </a:lnTo>
                  <a:lnTo>
                    <a:pt x="118" y="404"/>
                  </a:lnTo>
                  <a:lnTo>
                    <a:pt x="128" y="79"/>
                  </a:lnTo>
                  <a:lnTo>
                    <a:pt x="649" y="99"/>
                  </a:lnTo>
                  <a:lnTo>
                    <a:pt x="649" y="20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1"/>
            <p:cNvSpPr/>
            <p:nvPr/>
          </p:nvSpPr>
          <p:spPr>
            <a:xfrm>
              <a:off x="2005017" y="3513880"/>
              <a:ext cx="43121" cy="50215"/>
            </a:xfrm>
            <a:custGeom>
              <a:avLst/>
              <a:gdLst/>
              <a:ahLst/>
              <a:cxnLst/>
              <a:rect l="l" t="t" r="r" b="b"/>
              <a:pathLst>
                <a:path w="778" h="906" extrusionOk="0">
                  <a:moveTo>
                    <a:pt x="40" y="1"/>
                  </a:moveTo>
                  <a:lnTo>
                    <a:pt x="0" y="886"/>
                  </a:lnTo>
                  <a:lnTo>
                    <a:pt x="99" y="886"/>
                  </a:lnTo>
                  <a:lnTo>
                    <a:pt x="128" y="168"/>
                  </a:lnTo>
                  <a:lnTo>
                    <a:pt x="669" y="906"/>
                  </a:lnTo>
                  <a:lnTo>
                    <a:pt x="738" y="906"/>
                  </a:lnTo>
                  <a:lnTo>
                    <a:pt x="777" y="21"/>
                  </a:lnTo>
                  <a:lnTo>
                    <a:pt x="689" y="21"/>
                  </a:lnTo>
                  <a:lnTo>
                    <a:pt x="659" y="73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1"/>
            <p:cNvSpPr/>
            <p:nvPr/>
          </p:nvSpPr>
          <p:spPr>
            <a:xfrm>
              <a:off x="2067703" y="3515543"/>
              <a:ext cx="35472" cy="50769"/>
            </a:xfrm>
            <a:custGeom>
              <a:avLst/>
              <a:gdLst/>
              <a:ahLst/>
              <a:cxnLst/>
              <a:rect l="l" t="t" r="r" b="b"/>
              <a:pathLst>
                <a:path w="640" h="916" extrusionOk="0">
                  <a:moveTo>
                    <a:pt x="30" y="0"/>
                  </a:moveTo>
                  <a:lnTo>
                    <a:pt x="0" y="895"/>
                  </a:lnTo>
                  <a:lnTo>
                    <a:pt x="630" y="915"/>
                  </a:lnTo>
                  <a:lnTo>
                    <a:pt x="630" y="836"/>
                  </a:lnTo>
                  <a:lnTo>
                    <a:pt x="99" y="817"/>
                  </a:lnTo>
                  <a:lnTo>
                    <a:pt x="118" y="482"/>
                  </a:lnTo>
                  <a:lnTo>
                    <a:pt x="571" y="502"/>
                  </a:lnTo>
                  <a:lnTo>
                    <a:pt x="571" y="423"/>
                  </a:lnTo>
                  <a:lnTo>
                    <a:pt x="118" y="404"/>
                  </a:lnTo>
                  <a:lnTo>
                    <a:pt x="128" y="89"/>
                  </a:lnTo>
                  <a:lnTo>
                    <a:pt x="640" y="109"/>
                  </a:lnTo>
                  <a:lnTo>
                    <a:pt x="640" y="3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2210478" y="3513270"/>
              <a:ext cx="46391" cy="50381"/>
            </a:xfrm>
            <a:custGeom>
              <a:avLst/>
              <a:gdLst/>
              <a:ahLst/>
              <a:cxnLst/>
              <a:rect l="l" t="t" r="r" b="b"/>
              <a:pathLst>
                <a:path w="837" h="909" extrusionOk="0">
                  <a:moveTo>
                    <a:pt x="478" y="1"/>
                  </a:moveTo>
                  <a:cubicBezTo>
                    <a:pt x="246" y="1"/>
                    <a:pt x="40" y="191"/>
                    <a:pt x="31" y="435"/>
                  </a:cubicBezTo>
                  <a:cubicBezTo>
                    <a:pt x="21" y="691"/>
                    <a:pt x="227" y="907"/>
                    <a:pt x="483" y="907"/>
                  </a:cubicBezTo>
                  <a:cubicBezTo>
                    <a:pt x="495" y="908"/>
                    <a:pt x="507" y="908"/>
                    <a:pt x="518" y="908"/>
                  </a:cubicBezTo>
                  <a:cubicBezTo>
                    <a:pt x="624" y="908"/>
                    <a:pt x="728" y="869"/>
                    <a:pt x="807" y="789"/>
                  </a:cubicBezTo>
                  <a:lnTo>
                    <a:pt x="748" y="730"/>
                  </a:lnTo>
                  <a:cubicBezTo>
                    <a:pt x="680" y="799"/>
                    <a:pt x="581" y="828"/>
                    <a:pt x="483" y="828"/>
                  </a:cubicBezTo>
                  <a:cubicBezTo>
                    <a:pt x="1" y="799"/>
                    <a:pt x="29" y="90"/>
                    <a:pt x="485" y="90"/>
                  </a:cubicBezTo>
                  <a:cubicBezTo>
                    <a:pt x="494" y="90"/>
                    <a:pt x="503" y="90"/>
                    <a:pt x="512" y="91"/>
                  </a:cubicBezTo>
                  <a:cubicBezTo>
                    <a:pt x="611" y="91"/>
                    <a:pt x="709" y="130"/>
                    <a:pt x="778" y="199"/>
                  </a:cubicBezTo>
                  <a:lnTo>
                    <a:pt x="837" y="150"/>
                  </a:lnTo>
                  <a:cubicBezTo>
                    <a:pt x="758" y="51"/>
                    <a:pt x="640" y="2"/>
                    <a:pt x="512" y="2"/>
                  </a:cubicBezTo>
                  <a:cubicBezTo>
                    <a:pt x="501" y="1"/>
                    <a:pt x="490" y="1"/>
                    <a:pt x="47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1"/>
            <p:cNvSpPr/>
            <p:nvPr/>
          </p:nvSpPr>
          <p:spPr>
            <a:xfrm>
              <a:off x="2271003" y="3514988"/>
              <a:ext cx="42566" cy="49716"/>
            </a:xfrm>
            <a:custGeom>
              <a:avLst/>
              <a:gdLst/>
              <a:ahLst/>
              <a:cxnLst/>
              <a:rect l="l" t="t" r="r" b="b"/>
              <a:pathLst>
                <a:path w="768" h="897" extrusionOk="0">
                  <a:moveTo>
                    <a:pt x="40" y="1"/>
                  </a:moveTo>
                  <a:lnTo>
                    <a:pt x="11" y="502"/>
                  </a:lnTo>
                  <a:cubicBezTo>
                    <a:pt x="1" y="758"/>
                    <a:pt x="138" y="886"/>
                    <a:pt x="365" y="896"/>
                  </a:cubicBezTo>
                  <a:cubicBezTo>
                    <a:pt x="373" y="896"/>
                    <a:pt x="382" y="896"/>
                    <a:pt x="390" y="896"/>
                  </a:cubicBezTo>
                  <a:cubicBezTo>
                    <a:pt x="601" y="896"/>
                    <a:pt x="729" y="778"/>
                    <a:pt x="748" y="532"/>
                  </a:cubicBezTo>
                  <a:lnTo>
                    <a:pt x="768" y="20"/>
                  </a:lnTo>
                  <a:lnTo>
                    <a:pt x="669" y="20"/>
                  </a:lnTo>
                  <a:lnTo>
                    <a:pt x="650" y="522"/>
                  </a:lnTo>
                  <a:cubicBezTo>
                    <a:pt x="640" y="727"/>
                    <a:pt x="551" y="818"/>
                    <a:pt x="390" y="818"/>
                  </a:cubicBezTo>
                  <a:cubicBezTo>
                    <a:pt x="382" y="818"/>
                    <a:pt x="373" y="817"/>
                    <a:pt x="365" y="817"/>
                  </a:cubicBezTo>
                  <a:cubicBezTo>
                    <a:pt x="197" y="817"/>
                    <a:pt x="99" y="709"/>
                    <a:pt x="109" y="502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1"/>
            <p:cNvSpPr/>
            <p:nvPr/>
          </p:nvSpPr>
          <p:spPr>
            <a:xfrm>
              <a:off x="2325541" y="3517150"/>
              <a:ext cx="39851" cy="50215"/>
            </a:xfrm>
            <a:custGeom>
              <a:avLst/>
              <a:gdLst/>
              <a:ahLst/>
              <a:cxnLst/>
              <a:rect l="l" t="t" r="r" b="b"/>
              <a:pathLst>
                <a:path w="719" h="906" extrusionOk="0">
                  <a:moveTo>
                    <a:pt x="0" y="1"/>
                  </a:moveTo>
                  <a:lnTo>
                    <a:pt x="0" y="80"/>
                  </a:lnTo>
                  <a:lnTo>
                    <a:pt x="305" y="89"/>
                  </a:lnTo>
                  <a:lnTo>
                    <a:pt x="276" y="906"/>
                  </a:lnTo>
                  <a:lnTo>
                    <a:pt x="374" y="906"/>
                  </a:lnTo>
                  <a:lnTo>
                    <a:pt x="403" y="99"/>
                  </a:lnTo>
                  <a:lnTo>
                    <a:pt x="718" y="109"/>
                  </a:lnTo>
                  <a:lnTo>
                    <a:pt x="718" y="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2748968" y="1467847"/>
              <a:ext cx="63240" cy="181406"/>
            </a:xfrm>
            <a:custGeom>
              <a:avLst/>
              <a:gdLst/>
              <a:ahLst/>
              <a:cxnLst/>
              <a:rect l="l" t="t" r="r" b="b"/>
              <a:pathLst>
                <a:path w="1141" h="3273" extrusionOk="0">
                  <a:moveTo>
                    <a:pt x="527" y="0"/>
                  </a:moveTo>
                  <a:cubicBezTo>
                    <a:pt x="238" y="0"/>
                    <a:pt x="0" y="232"/>
                    <a:pt x="0" y="538"/>
                  </a:cubicBezTo>
                  <a:lnTo>
                    <a:pt x="30" y="2750"/>
                  </a:lnTo>
                  <a:cubicBezTo>
                    <a:pt x="30" y="3026"/>
                    <a:pt x="246" y="3252"/>
                    <a:pt x="521" y="3272"/>
                  </a:cubicBezTo>
                  <a:lnTo>
                    <a:pt x="561" y="3272"/>
                  </a:lnTo>
                  <a:cubicBezTo>
                    <a:pt x="573" y="3272"/>
                    <a:pt x="584" y="3273"/>
                    <a:pt x="596" y="3273"/>
                  </a:cubicBezTo>
                  <a:cubicBezTo>
                    <a:pt x="895" y="3273"/>
                    <a:pt x="1141" y="3033"/>
                    <a:pt x="1131" y="2721"/>
                  </a:cubicBezTo>
                  <a:lnTo>
                    <a:pt x="1072" y="508"/>
                  </a:lnTo>
                  <a:cubicBezTo>
                    <a:pt x="1062" y="252"/>
                    <a:pt x="866" y="36"/>
                    <a:pt x="610" y="7"/>
                  </a:cubicBezTo>
                  <a:cubicBezTo>
                    <a:pt x="582" y="2"/>
                    <a:pt x="554" y="0"/>
                    <a:pt x="527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2752737" y="1343307"/>
              <a:ext cx="56755" cy="100541"/>
            </a:xfrm>
            <a:custGeom>
              <a:avLst/>
              <a:gdLst/>
              <a:ahLst/>
              <a:cxnLst/>
              <a:rect l="l" t="t" r="r" b="b"/>
              <a:pathLst>
                <a:path w="1024" h="1814" extrusionOk="0">
                  <a:moveTo>
                    <a:pt x="531" y="1"/>
                  </a:moveTo>
                  <a:cubicBezTo>
                    <a:pt x="525" y="1"/>
                    <a:pt x="519" y="1"/>
                    <a:pt x="512" y="1"/>
                  </a:cubicBezTo>
                  <a:cubicBezTo>
                    <a:pt x="276" y="11"/>
                    <a:pt x="89" y="188"/>
                    <a:pt x="80" y="414"/>
                  </a:cubicBezTo>
                  <a:lnTo>
                    <a:pt x="11" y="1319"/>
                  </a:lnTo>
                  <a:cubicBezTo>
                    <a:pt x="1" y="1555"/>
                    <a:pt x="168" y="1762"/>
                    <a:pt x="404" y="1791"/>
                  </a:cubicBezTo>
                  <a:lnTo>
                    <a:pt x="503" y="1811"/>
                  </a:lnTo>
                  <a:cubicBezTo>
                    <a:pt x="519" y="1813"/>
                    <a:pt x="536" y="1814"/>
                    <a:pt x="553" y="1814"/>
                  </a:cubicBezTo>
                  <a:cubicBezTo>
                    <a:pt x="807" y="1814"/>
                    <a:pt x="1023" y="1607"/>
                    <a:pt x="1014" y="1339"/>
                  </a:cubicBezTo>
                  <a:lnTo>
                    <a:pt x="984" y="434"/>
                  </a:lnTo>
                  <a:cubicBezTo>
                    <a:pt x="975" y="185"/>
                    <a:pt x="769" y="1"/>
                    <a:pt x="531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3238429" y="1509471"/>
              <a:ext cx="467233" cy="694642"/>
            </a:xfrm>
            <a:custGeom>
              <a:avLst/>
              <a:gdLst/>
              <a:ahLst/>
              <a:cxnLst/>
              <a:rect l="l" t="t" r="r" b="b"/>
              <a:pathLst>
                <a:path w="8430" h="12533" extrusionOk="0">
                  <a:moveTo>
                    <a:pt x="3035" y="3504"/>
                  </a:moveTo>
                  <a:cubicBezTo>
                    <a:pt x="3407" y="3505"/>
                    <a:pt x="3769" y="3593"/>
                    <a:pt x="4102" y="3750"/>
                  </a:cubicBezTo>
                  <a:cubicBezTo>
                    <a:pt x="4063" y="3907"/>
                    <a:pt x="4013" y="4055"/>
                    <a:pt x="3954" y="4202"/>
                  </a:cubicBezTo>
                  <a:cubicBezTo>
                    <a:pt x="3650" y="4901"/>
                    <a:pt x="2951" y="5392"/>
                    <a:pt x="2253" y="5392"/>
                  </a:cubicBezTo>
                  <a:lnTo>
                    <a:pt x="2243" y="5392"/>
                  </a:lnTo>
                  <a:cubicBezTo>
                    <a:pt x="2228" y="5393"/>
                    <a:pt x="2213" y="5394"/>
                    <a:pt x="2198" y="5394"/>
                  </a:cubicBezTo>
                  <a:cubicBezTo>
                    <a:pt x="2036" y="5394"/>
                    <a:pt x="1876" y="5346"/>
                    <a:pt x="1732" y="5265"/>
                  </a:cubicBezTo>
                  <a:cubicBezTo>
                    <a:pt x="1456" y="5078"/>
                    <a:pt x="1358" y="4635"/>
                    <a:pt x="1525" y="4291"/>
                  </a:cubicBezTo>
                  <a:cubicBezTo>
                    <a:pt x="1673" y="3966"/>
                    <a:pt x="2007" y="3711"/>
                    <a:pt x="2440" y="3593"/>
                  </a:cubicBezTo>
                  <a:cubicBezTo>
                    <a:pt x="2625" y="3534"/>
                    <a:pt x="2830" y="3505"/>
                    <a:pt x="3035" y="3504"/>
                  </a:cubicBezTo>
                  <a:close/>
                  <a:moveTo>
                    <a:pt x="4959" y="7260"/>
                  </a:moveTo>
                  <a:cubicBezTo>
                    <a:pt x="4981" y="7260"/>
                    <a:pt x="5004" y="7260"/>
                    <a:pt x="5026" y="7261"/>
                  </a:cubicBezTo>
                  <a:lnTo>
                    <a:pt x="5017" y="7261"/>
                  </a:lnTo>
                  <a:cubicBezTo>
                    <a:pt x="5312" y="7261"/>
                    <a:pt x="5607" y="7300"/>
                    <a:pt x="5882" y="7399"/>
                  </a:cubicBezTo>
                  <a:cubicBezTo>
                    <a:pt x="5872" y="7487"/>
                    <a:pt x="5862" y="7586"/>
                    <a:pt x="5843" y="7684"/>
                  </a:cubicBezTo>
                  <a:cubicBezTo>
                    <a:pt x="5764" y="8244"/>
                    <a:pt x="5538" y="9012"/>
                    <a:pt x="4948" y="9444"/>
                  </a:cubicBezTo>
                  <a:cubicBezTo>
                    <a:pt x="4711" y="9604"/>
                    <a:pt x="4428" y="9694"/>
                    <a:pt x="4143" y="9694"/>
                  </a:cubicBezTo>
                  <a:cubicBezTo>
                    <a:pt x="4060" y="9694"/>
                    <a:pt x="3977" y="9686"/>
                    <a:pt x="3895" y="9671"/>
                  </a:cubicBezTo>
                  <a:cubicBezTo>
                    <a:pt x="3640" y="9631"/>
                    <a:pt x="3404" y="9484"/>
                    <a:pt x="3256" y="9267"/>
                  </a:cubicBezTo>
                  <a:cubicBezTo>
                    <a:pt x="3109" y="9021"/>
                    <a:pt x="3079" y="8717"/>
                    <a:pt x="3187" y="8441"/>
                  </a:cubicBezTo>
                  <a:cubicBezTo>
                    <a:pt x="3364" y="7949"/>
                    <a:pt x="3748" y="7576"/>
                    <a:pt x="4240" y="7389"/>
                  </a:cubicBezTo>
                  <a:cubicBezTo>
                    <a:pt x="4465" y="7308"/>
                    <a:pt x="4714" y="7260"/>
                    <a:pt x="4959" y="7260"/>
                  </a:cubicBezTo>
                  <a:close/>
                  <a:moveTo>
                    <a:pt x="1551" y="1"/>
                  </a:moveTo>
                  <a:cubicBezTo>
                    <a:pt x="1043" y="1"/>
                    <a:pt x="548" y="152"/>
                    <a:pt x="158" y="446"/>
                  </a:cubicBezTo>
                  <a:cubicBezTo>
                    <a:pt x="0" y="548"/>
                    <a:pt x="109" y="752"/>
                    <a:pt x="249" y="752"/>
                  </a:cubicBezTo>
                  <a:cubicBezTo>
                    <a:pt x="284" y="752"/>
                    <a:pt x="320" y="740"/>
                    <a:pt x="355" y="711"/>
                  </a:cubicBezTo>
                  <a:cubicBezTo>
                    <a:pt x="690" y="460"/>
                    <a:pt x="1116" y="329"/>
                    <a:pt x="1553" y="329"/>
                  </a:cubicBezTo>
                  <a:cubicBezTo>
                    <a:pt x="1835" y="329"/>
                    <a:pt x="2121" y="383"/>
                    <a:pt x="2391" y="495"/>
                  </a:cubicBezTo>
                  <a:cubicBezTo>
                    <a:pt x="3059" y="790"/>
                    <a:pt x="3590" y="1340"/>
                    <a:pt x="3876" y="2019"/>
                  </a:cubicBezTo>
                  <a:cubicBezTo>
                    <a:pt x="4072" y="2452"/>
                    <a:pt x="4161" y="2934"/>
                    <a:pt x="4141" y="3416"/>
                  </a:cubicBezTo>
                  <a:cubicBezTo>
                    <a:pt x="3795" y="3260"/>
                    <a:pt x="3423" y="3185"/>
                    <a:pt x="3052" y="3185"/>
                  </a:cubicBezTo>
                  <a:cubicBezTo>
                    <a:pt x="2812" y="3185"/>
                    <a:pt x="2573" y="3216"/>
                    <a:pt x="2341" y="3278"/>
                  </a:cubicBezTo>
                  <a:cubicBezTo>
                    <a:pt x="1820" y="3425"/>
                    <a:pt x="1407" y="3750"/>
                    <a:pt x="1220" y="4153"/>
                  </a:cubicBezTo>
                  <a:cubicBezTo>
                    <a:pt x="984" y="4655"/>
                    <a:pt x="1132" y="5265"/>
                    <a:pt x="1545" y="5540"/>
                  </a:cubicBezTo>
                  <a:cubicBezTo>
                    <a:pt x="1738" y="5660"/>
                    <a:pt x="1966" y="5728"/>
                    <a:pt x="2189" y="5728"/>
                  </a:cubicBezTo>
                  <a:cubicBezTo>
                    <a:pt x="2204" y="5728"/>
                    <a:pt x="2218" y="5727"/>
                    <a:pt x="2233" y="5727"/>
                  </a:cubicBezTo>
                  <a:lnTo>
                    <a:pt x="2243" y="5727"/>
                  </a:lnTo>
                  <a:cubicBezTo>
                    <a:pt x="3069" y="5727"/>
                    <a:pt x="3895" y="5156"/>
                    <a:pt x="4249" y="4340"/>
                  </a:cubicBezTo>
                  <a:cubicBezTo>
                    <a:pt x="4308" y="4202"/>
                    <a:pt x="4358" y="4055"/>
                    <a:pt x="4397" y="3907"/>
                  </a:cubicBezTo>
                  <a:cubicBezTo>
                    <a:pt x="4702" y="4094"/>
                    <a:pt x="4967" y="4340"/>
                    <a:pt x="5184" y="4635"/>
                  </a:cubicBezTo>
                  <a:cubicBezTo>
                    <a:pt x="5675" y="5274"/>
                    <a:pt x="5921" y="6140"/>
                    <a:pt x="5892" y="7064"/>
                  </a:cubicBezTo>
                  <a:cubicBezTo>
                    <a:pt x="5609" y="6978"/>
                    <a:pt x="5318" y="6934"/>
                    <a:pt x="5027" y="6934"/>
                  </a:cubicBezTo>
                  <a:cubicBezTo>
                    <a:pt x="4720" y="6934"/>
                    <a:pt x="4414" y="6983"/>
                    <a:pt x="4122" y="7084"/>
                  </a:cubicBezTo>
                  <a:cubicBezTo>
                    <a:pt x="3541" y="7300"/>
                    <a:pt x="3079" y="7763"/>
                    <a:pt x="2863" y="8343"/>
                  </a:cubicBezTo>
                  <a:cubicBezTo>
                    <a:pt x="2725" y="8707"/>
                    <a:pt x="2774" y="9110"/>
                    <a:pt x="2971" y="9444"/>
                  </a:cubicBezTo>
                  <a:cubicBezTo>
                    <a:pt x="3177" y="9739"/>
                    <a:pt x="3482" y="9936"/>
                    <a:pt x="3836" y="9995"/>
                  </a:cubicBezTo>
                  <a:cubicBezTo>
                    <a:pt x="3938" y="10013"/>
                    <a:pt x="4040" y="10021"/>
                    <a:pt x="4141" y="10021"/>
                  </a:cubicBezTo>
                  <a:cubicBezTo>
                    <a:pt x="4495" y="10021"/>
                    <a:pt x="4844" y="9916"/>
                    <a:pt x="5135" y="9710"/>
                  </a:cubicBezTo>
                  <a:cubicBezTo>
                    <a:pt x="5823" y="9218"/>
                    <a:pt x="6079" y="8362"/>
                    <a:pt x="6167" y="7733"/>
                  </a:cubicBezTo>
                  <a:cubicBezTo>
                    <a:pt x="6177" y="7654"/>
                    <a:pt x="6187" y="7586"/>
                    <a:pt x="6197" y="7517"/>
                  </a:cubicBezTo>
                  <a:cubicBezTo>
                    <a:pt x="6738" y="7763"/>
                    <a:pt x="7180" y="8166"/>
                    <a:pt x="7475" y="8677"/>
                  </a:cubicBezTo>
                  <a:cubicBezTo>
                    <a:pt x="8085" y="9749"/>
                    <a:pt x="7947" y="11224"/>
                    <a:pt x="7141" y="12267"/>
                  </a:cubicBezTo>
                  <a:cubicBezTo>
                    <a:pt x="7082" y="12336"/>
                    <a:pt x="7092" y="12434"/>
                    <a:pt x="7170" y="12493"/>
                  </a:cubicBezTo>
                  <a:cubicBezTo>
                    <a:pt x="7200" y="12513"/>
                    <a:pt x="7229" y="12532"/>
                    <a:pt x="7269" y="12532"/>
                  </a:cubicBezTo>
                  <a:cubicBezTo>
                    <a:pt x="7318" y="12523"/>
                    <a:pt x="7357" y="12503"/>
                    <a:pt x="7387" y="12473"/>
                  </a:cubicBezTo>
                  <a:cubicBezTo>
                    <a:pt x="8282" y="11333"/>
                    <a:pt x="8429" y="9700"/>
                    <a:pt x="7751" y="8510"/>
                  </a:cubicBezTo>
                  <a:cubicBezTo>
                    <a:pt x="7406" y="7910"/>
                    <a:pt x="6865" y="7438"/>
                    <a:pt x="6216" y="7182"/>
                  </a:cubicBezTo>
                  <a:cubicBezTo>
                    <a:pt x="6266" y="6140"/>
                    <a:pt x="6000" y="5166"/>
                    <a:pt x="5449" y="4438"/>
                  </a:cubicBezTo>
                  <a:cubicBezTo>
                    <a:pt x="5184" y="4075"/>
                    <a:pt x="4840" y="3779"/>
                    <a:pt x="4456" y="3563"/>
                  </a:cubicBezTo>
                  <a:cubicBezTo>
                    <a:pt x="4515" y="2993"/>
                    <a:pt x="4417" y="2412"/>
                    <a:pt x="4181" y="1881"/>
                  </a:cubicBezTo>
                  <a:cubicBezTo>
                    <a:pt x="3856" y="1124"/>
                    <a:pt x="3266" y="524"/>
                    <a:pt x="2518" y="190"/>
                  </a:cubicBezTo>
                  <a:cubicBezTo>
                    <a:pt x="2207" y="63"/>
                    <a:pt x="1876" y="1"/>
                    <a:pt x="15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1309905" y="2164486"/>
              <a:ext cx="247528" cy="448998"/>
            </a:xfrm>
            <a:custGeom>
              <a:avLst/>
              <a:gdLst/>
              <a:ahLst/>
              <a:cxnLst/>
              <a:rect l="l" t="t" r="r" b="b"/>
              <a:pathLst>
                <a:path w="4466" h="8101" extrusionOk="0">
                  <a:moveTo>
                    <a:pt x="2502" y="3105"/>
                  </a:moveTo>
                  <a:cubicBezTo>
                    <a:pt x="2559" y="3105"/>
                    <a:pt x="2614" y="3117"/>
                    <a:pt x="2666" y="3144"/>
                  </a:cubicBezTo>
                  <a:cubicBezTo>
                    <a:pt x="2852" y="3252"/>
                    <a:pt x="2931" y="3478"/>
                    <a:pt x="2862" y="3685"/>
                  </a:cubicBezTo>
                  <a:cubicBezTo>
                    <a:pt x="2784" y="3911"/>
                    <a:pt x="2597" y="4088"/>
                    <a:pt x="2370" y="4166"/>
                  </a:cubicBezTo>
                  <a:cubicBezTo>
                    <a:pt x="2243" y="4216"/>
                    <a:pt x="2105" y="4240"/>
                    <a:pt x="1967" y="4240"/>
                  </a:cubicBezTo>
                  <a:cubicBezTo>
                    <a:pt x="1830" y="4240"/>
                    <a:pt x="1692" y="4216"/>
                    <a:pt x="1564" y="4166"/>
                  </a:cubicBezTo>
                  <a:cubicBezTo>
                    <a:pt x="1633" y="3921"/>
                    <a:pt x="1741" y="3694"/>
                    <a:pt x="1889" y="3498"/>
                  </a:cubicBezTo>
                  <a:cubicBezTo>
                    <a:pt x="2044" y="3280"/>
                    <a:pt x="2286" y="3105"/>
                    <a:pt x="2502" y="3105"/>
                  </a:cubicBezTo>
                  <a:close/>
                  <a:moveTo>
                    <a:pt x="2419" y="1"/>
                  </a:moveTo>
                  <a:cubicBezTo>
                    <a:pt x="1959" y="1"/>
                    <a:pt x="1464" y="234"/>
                    <a:pt x="1033" y="665"/>
                  </a:cubicBezTo>
                  <a:cubicBezTo>
                    <a:pt x="315" y="1373"/>
                    <a:pt x="0" y="2376"/>
                    <a:pt x="236" y="3212"/>
                  </a:cubicBezTo>
                  <a:cubicBezTo>
                    <a:pt x="384" y="3694"/>
                    <a:pt x="718" y="4107"/>
                    <a:pt x="1171" y="4343"/>
                  </a:cubicBezTo>
                  <a:cubicBezTo>
                    <a:pt x="1141" y="4511"/>
                    <a:pt x="1112" y="4668"/>
                    <a:pt x="1102" y="4835"/>
                  </a:cubicBezTo>
                  <a:cubicBezTo>
                    <a:pt x="1033" y="5789"/>
                    <a:pt x="1318" y="6684"/>
                    <a:pt x="1879" y="7294"/>
                  </a:cubicBezTo>
                  <a:cubicBezTo>
                    <a:pt x="2341" y="7795"/>
                    <a:pt x="2980" y="8090"/>
                    <a:pt x="3669" y="8100"/>
                  </a:cubicBezTo>
                  <a:cubicBezTo>
                    <a:pt x="3895" y="8100"/>
                    <a:pt x="4121" y="8061"/>
                    <a:pt x="4337" y="7982"/>
                  </a:cubicBezTo>
                  <a:cubicBezTo>
                    <a:pt x="4426" y="7953"/>
                    <a:pt x="4465" y="7854"/>
                    <a:pt x="4436" y="7776"/>
                  </a:cubicBezTo>
                  <a:cubicBezTo>
                    <a:pt x="4412" y="7705"/>
                    <a:pt x="4350" y="7659"/>
                    <a:pt x="4281" y="7659"/>
                  </a:cubicBezTo>
                  <a:cubicBezTo>
                    <a:pt x="4264" y="7659"/>
                    <a:pt x="4247" y="7662"/>
                    <a:pt x="4229" y="7668"/>
                  </a:cubicBezTo>
                  <a:cubicBezTo>
                    <a:pt x="4051" y="7731"/>
                    <a:pt x="3860" y="7762"/>
                    <a:pt x="3666" y="7762"/>
                  </a:cubicBezTo>
                  <a:cubicBezTo>
                    <a:pt x="3113" y="7762"/>
                    <a:pt x="2532" y="7512"/>
                    <a:pt x="2125" y="7068"/>
                  </a:cubicBezTo>
                  <a:cubicBezTo>
                    <a:pt x="1623" y="6517"/>
                    <a:pt x="1377" y="5720"/>
                    <a:pt x="1436" y="4855"/>
                  </a:cubicBezTo>
                  <a:cubicBezTo>
                    <a:pt x="1446" y="4727"/>
                    <a:pt x="1456" y="4599"/>
                    <a:pt x="1485" y="4481"/>
                  </a:cubicBezTo>
                  <a:cubicBezTo>
                    <a:pt x="1641" y="4533"/>
                    <a:pt x="1805" y="4560"/>
                    <a:pt x="1970" y="4560"/>
                  </a:cubicBezTo>
                  <a:cubicBezTo>
                    <a:pt x="2150" y="4560"/>
                    <a:pt x="2329" y="4528"/>
                    <a:pt x="2498" y="4461"/>
                  </a:cubicBezTo>
                  <a:cubicBezTo>
                    <a:pt x="2823" y="4343"/>
                    <a:pt x="3069" y="4098"/>
                    <a:pt x="3187" y="3773"/>
                  </a:cubicBezTo>
                  <a:cubicBezTo>
                    <a:pt x="3305" y="3409"/>
                    <a:pt x="3147" y="3016"/>
                    <a:pt x="2813" y="2839"/>
                  </a:cubicBezTo>
                  <a:cubicBezTo>
                    <a:pt x="2713" y="2789"/>
                    <a:pt x="2610" y="2767"/>
                    <a:pt x="2508" y="2767"/>
                  </a:cubicBezTo>
                  <a:cubicBezTo>
                    <a:pt x="2169" y="2767"/>
                    <a:pt x="1837" y="3011"/>
                    <a:pt x="1633" y="3291"/>
                  </a:cubicBezTo>
                  <a:cubicBezTo>
                    <a:pt x="1466" y="3507"/>
                    <a:pt x="1348" y="3753"/>
                    <a:pt x="1259" y="4019"/>
                  </a:cubicBezTo>
                  <a:cubicBezTo>
                    <a:pt x="925" y="3812"/>
                    <a:pt x="669" y="3498"/>
                    <a:pt x="561" y="3124"/>
                  </a:cubicBezTo>
                  <a:cubicBezTo>
                    <a:pt x="354" y="2406"/>
                    <a:pt x="630" y="1531"/>
                    <a:pt x="1269" y="891"/>
                  </a:cubicBezTo>
                  <a:cubicBezTo>
                    <a:pt x="1568" y="600"/>
                    <a:pt x="2007" y="329"/>
                    <a:pt x="2443" y="329"/>
                  </a:cubicBezTo>
                  <a:cubicBezTo>
                    <a:pt x="2537" y="329"/>
                    <a:pt x="2632" y="342"/>
                    <a:pt x="2725" y="370"/>
                  </a:cubicBezTo>
                  <a:cubicBezTo>
                    <a:pt x="2745" y="377"/>
                    <a:pt x="2764" y="380"/>
                    <a:pt x="2782" y="380"/>
                  </a:cubicBezTo>
                  <a:cubicBezTo>
                    <a:pt x="2947" y="380"/>
                    <a:pt x="3009" y="119"/>
                    <a:pt x="2823" y="65"/>
                  </a:cubicBezTo>
                  <a:cubicBezTo>
                    <a:pt x="2693" y="22"/>
                    <a:pt x="2558" y="1"/>
                    <a:pt x="24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2665609" y="2704549"/>
              <a:ext cx="318306" cy="302454"/>
            </a:xfrm>
            <a:custGeom>
              <a:avLst/>
              <a:gdLst/>
              <a:ahLst/>
              <a:cxnLst/>
              <a:rect l="l" t="t" r="r" b="b"/>
              <a:pathLst>
                <a:path w="5743" h="5457" extrusionOk="0">
                  <a:moveTo>
                    <a:pt x="2429" y="1612"/>
                  </a:moveTo>
                  <a:cubicBezTo>
                    <a:pt x="2743" y="1621"/>
                    <a:pt x="3038" y="1769"/>
                    <a:pt x="3225" y="2015"/>
                  </a:cubicBezTo>
                  <a:cubicBezTo>
                    <a:pt x="3451" y="2339"/>
                    <a:pt x="3540" y="2733"/>
                    <a:pt x="3471" y="3126"/>
                  </a:cubicBezTo>
                  <a:cubicBezTo>
                    <a:pt x="3309" y="3164"/>
                    <a:pt x="3142" y="3184"/>
                    <a:pt x="2975" y="3184"/>
                  </a:cubicBezTo>
                  <a:cubicBezTo>
                    <a:pt x="2798" y="3184"/>
                    <a:pt x="2620" y="3162"/>
                    <a:pt x="2448" y="3116"/>
                  </a:cubicBezTo>
                  <a:cubicBezTo>
                    <a:pt x="2134" y="3028"/>
                    <a:pt x="1770" y="2802"/>
                    <a:pt x="1681" y="2467"/>
                  </a:cubicBezTo>
                  <a:cubicBezTo>
                    <a:pt x="1602" y="2133"/>
                    <a:pt x="1858" y="1739"/>
                    <a:pt x="2212" y="1641"/>
                  </a:cubicBezTo>
                  <a:cubicBezTo>
                    <a:pt x="2281" y="1621"/>
                    <a:pt x="2360" y="1612"/>
                    <a:pt x="2429" y="1612"/>
                  </a:cubicBezTo>
                  <a:close/>
                  <a:moveTo>
                    <a:pt x="5417" y="1"/>
                  </a:moveTo>
                  <a:cubicBezTo>
                    <a:pt x="5324" y="1"/>
                    <a:pt x="5229" y="73"/>
                    <a:pt x="5251" y="195"/>
                  </a:cubicBezTo>
                  <a:cubicBezTo>
                    <a:pt x="5399" y="1002"/>
                    <a:pt x="5173" y="1838"/>
                    <a:pt x="4632" y="2448"/>
                  </a:cubicBezTo>
                  <a:cubicBezTo>
                    <a:pt x="4396" y="2693"/>
                    <a:pt x="4120" y="2890"/>
                    <a:pt x="3815" y="3008"/>
                  </a:cubicBezTo>
                  <a:cubicBezTo>
                    <a:pt x="3845" y="2585"/>
                    <a:pt x="3727" y="2162"/>
                    <a:pt x="3481" y="1818"/>
                  </a:cubicBezTo>
                  <a:cubicBezTo>
                    <a:pt x="3227" y="1485"/>
                    <a:pt x="2832" y="1293"/>
                    <a:pt x="2421" y="1293"/>
                  </a:cubicBezTo>
                  <a:cubicBezTo>
                    <a:pt x="2322" y="1293"/>
                    <a:pt x="2223" y="1304"/>
                    <a:pt x="2124" y="1326"/>
                  </a:cubicBezTo>
                  <a:cubicBezTo>
                    <a:pt x="1602" y="1474"/>
                    <a:pt x="1248" y="2044"/>
                    <a:pt x="1366" y="2546"/>
                  </a:cubicBezTo>
                  <a:cubicBezTo>
                    <a:pt x="1465" y="2959"/>
                    <a:pt x="1839" y="3284"/>
                    <a:pt x="2370" y="3431"/>
                  </a:cubicBezTo>
                  <a:cubicBezTo>
                    <a:pt x="2559" y="3483"/>
                    <a:pt x="2759" y="3508"/>
                    <a:pt x="2958" y="3508"/>
                  </a:cubicBezTo>
                  <a:cubicBezTo>
                    <a:pt x="3101" y="3508"/>
                    <a:pt x="3243" y="3495"/>
                    <a:pt x="3383" y="3470"/>
                  </a:cubicBezTo>
                  <a:lnTo>
                    <a:pt x="3383" y="3470"/>
                  </a:lnTo>
                  <a:cubicBezTo>
                    <a:pt x="3284" y="3765"/>
                    <a:pt x="3127" y="4041"/>
                    <a:pt x="2940" y="4296"/>
                  </a:cubicBezTo>
                  <a:cubicBezTo>
                    <a:pt x="2745" y="4547"/>
                    <a:pt x="2246" y="5120"/>
                    <a:pt x="1629" y="5120"/>
                  </a:cubicBezTo>
                  <a:cubicBezTo>
                    <a:pt x="1591" y="5120"/>
                    <a:pt x="1553" y="5117"/>
                    <a:pt x="1514" y="5113"/>
                  </a:cubicBezTo>
                  <a:cubicBezTo>
                    <a:pt x="944" y="5054"/>
                    <a:pt x="540" y="4493"/>
                    <a:pt x="353" y="4159"/>
                  </a:cubicBezTo>
                  <a:cubicBezTo>
                    <a:pt x="320" y="4104"/>
                    <a:pt x="271" y="4081"/>
                    <a:pt x="222" y="4081"/>
                  </a:cubicBezTo>
                  <a:cubicBezTo>
                    <a:pt x="111" y="4081"/>
                    <a:pt x="0" y="4197"/>
                    <a:pt x="68" y="4326"/>
                  </a:cubicBezTo>
                  <a:cubicBezTo>
                    <a:pt x="442" y="4985"/>
                    <a:pt x="944" y="5388"/>
                    <a:pt x="1475" y="5447"/>
                  </a:cubicBezTo>
                  <a:cubicBezTo>
                    <a:pt x="1524" y="5447"/>
                    <a:pt x="1573" y="5457"/>
                    <a:pt x="1622" y="5457"/>
                  </a:cubicBezTo>
                  <a:cubicBezTo>
                    <a:pt x="2173" y="5457"/>
                    <a:pt x="2733" y="5103"/>
                    <a:pt x="3196" y="4483"/>
                  </a:cubicBezTo>
                  <a:cubicBezTo>
                    <a:pt x="3451" y="4159"/>
                    <a:pt x="3638" y="3785"/>
                    <a:pt x="3756" y="3382"/>
                  </a:cubicBezTo>
                  <a:cubicBezTo>
                    <a:pt x="4179" y="3244"/>
                    <a:pt x="4563" y="2998"/>
                    <a:pt x="4868" y="2674"/>
                  </a:cubicBezTo>
                  <a:cubicBezTo>
                    <a:pt x="5477" y="1975"/>
                    <a:pt x="5743" y="1041"/>
                    <a:pt x="5576" y="136"/>
                  </a:cubicBezTo>
                  <a:cubicBezTo>
                    <a:pt x="5559" y="43"/>
                    <a:pt x="5488" y="1"/>
                    <a:pt x="5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5" name="Google Shape;1035;p31"/>
          <p:cNvGrpSpPr/>
          <p:nvPr/>
        </p:nvGrpSpPr>
        <p:grpSpPr>
          <a:xfrm rot="-2168336">
            <a:off x="340929" y="483154"/>
            <a:ext cx="825790" cy="701108"/>
            <a:chOff x="3502275" y="3218775"/>
            <a:chExt cx="1175775" cy="998250"/>
          </a:xfrm>
        </p:grpSpPr>
        <p:sp>
          <p:nvSpPr>
            <p:cNvPr id="1036" name="Google Shape;1036;p31"/>
            <p:cNvSpPr/>
            <p:nvPr/>
          </p:nvSpPr>
          <p:spPr>
            <a:xfrm>
              <a:off x="3503750" y="3218775"/>
              <a:ext cx="1174300" cy="997175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1"/>
            <p:cNvSpPr/>
            <p:nvPr/>
          </p:nvSpPr>
          <p:spPr>
            <a:xfrm>
              <a:off x="3502275" y="3292450"/>
              <a:ext cx="1155375" cy="92457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1"/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3937225" y="3272500"/>
              <a:ext cx="241475" cy="223800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3672925" y="3396275"/>
              <a:ext cx="267525" cy="219150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3693700" y="3683175"/>
              <a:ext cx="296650" cy="24367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4051550" y="3806075"/>
              <a:ext cx="278725" cy="279350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1"/>
            <p:cNvSpPr/>
            <p:nvPr/>
          </p:nvSpPr>
          <p:spPr>
            <a:xfrm>
              <a:off x="4311675" y="3673800"/>
              <a:ext cx="296825" cy="25870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4234725" y="3403275"/>
              <a:ext cx="267050" cy="221800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1"/>
            <p:cNvSpPr/>
            <p:nvPr/>
          </p:nvSpPr>
          <p:spPr>
            <a:xfrm>
              <a:off x="4027700" y="3566800"/>
              <a:ext cx="189350" cy="161850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1"/>
            <p:cNvSpPr/>
            <p:nvPr/>
          </p:nvSpPr>
          <p:spPr>
            <a:xfrm>
              <a:off x="3796600" y="3346750"/>
              <a:ext cx="638775" cy="639525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" name="Google Shape;1048;p31"/>
          <p:cNvSpPr/>
          <p:nvPr/>
        </p:nvSpPr>
        <p:spPr>
          <a:xfrm rot="3391622">
            <a:off x="8780552" y="4920052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9" name="Google Shape;1049;p31"/>
          <p:cNvGrpSpPr/>
          <p:nvPr/>
        </p:nvGrpSpPr>
        <p:grpSpPr>
          <a:xfrm>
            <a:off x="7339468" y="308176"/>
            <a:ext cx="1431589" cy="840949"/>
            <a:chOff x="3285175" y="1554625"/>
            <a:chExt cx="1458275" cy="856625"/>
          </a:xfrm>
        </p:grpSpPr>
        <p:sp>
          <p:nvSpPr>
            <p:cNvPr id="1050" name="Google Shape;1050;p31"/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dirty="0">
                <a:solidFill>
                  <a:schemeClr val="tx1"/>
                </a:solidFill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小组分工</a:t>
            </a:r>
            <a:endParaRPr sz="4400" dirty="0">
              <a:solidFill>
                <a:schemeClr val="tx1"/>
              </a:solidFill>
              <a:latin typeface="ID初心少女体简" panose="02010509060101010101" pitchFamily="49" charset="-122"/>
              <a:ea typeface="ID初心少女体简" panose="02010509060101010101" pitchFamily="49" charset="-122"/>
            </a:endParaRPr>
          </a:p>
        </p:txBody>
      </p:sp>
      <p:grpSp>
        <p:nvGrpSpPr>
          <p:cNvPr id="847" name="Google Shape;847;p30"/>
          <p:cNvGrpSpPr/>
          <p:nvPr/>
        </p:nvGrpSpPr>
        <p:grpSpPr>
          <a:xfrm>
            <a:off x="5457159" y="1259769"/>
            <a:ext cx="2964844" cy="2815459"/>
            <a:chOff x="5171900" y="1164025"/>
            <a:chExt cx="2964844" cy="2815459"/>
          </a:xfrm>
        </p:grpSpPr>
        <p:sp>
          <p:nvSpPr>
            <p:cNvPr id="848" name="Google Shape;848;p30"/>
            <p:cNvSpPr/>
            <p:nvPr/>
          </p:nvSpPr>
          <p:spPr>
            <a:xfrm>
              <a:off x="5171900" y="1164025"/>
              <a:ext cx="2964844" cy="2815459"/>
            </a:xfrm>
            <a:custGeom>
              <a:avLst/>
              <a:gdLst/>
              <a:ahLst/>
              <a:cxnLst/>
              <a:rect l="l" t="t" r="r" b="b"/>
              <a:pathLst>
                <a:path w="59541" h="56541" extrusionOk="0">
                  <a:moveTo>
                    <a:pt x="33931" y="0"/>
                  </a:moveTo>
                  <a:cubicBezTo>
                    <a:pt x="32829" y="10"/>
                    <a:pt x="31738" y="305"/>
                    <a:pt x="30784" y="866"/>
                  </a:cubicBezTo>
                  <a:cubicBezTo>
                    <a:pt x="30211" y="560"/>
                    <a:pt x="29574" y="403"/>
                    <a:pt x="28934" y="403"/>
                  </a:cubicBezTo>
                  <a:cubicBezTo>
                    <a:pt x="28915" y="403"/>
                    <a:pt x="28895" y="403"/>
                    <a:pt x="28876" y="404"/>
                  </a:cubicBezTo>
                  <a:cubicBezTo>
                    <a:pt x="28355" y="404"/>
                    <a:pt x="27843" y="492"/>
                    <a:pt x="27351" y="669"/>
                  </a:cubicBezTo>
                  <a:cubicBezTo>
                    <a:pt x="27056" y="777"/>
                    <a:pt x="26781" y="915"/>
                    <a:pt x="26506" y="1072"/>
                  </a:cubicBezTo>
                  <a:cubicBezTo>
                    <a:pt x="26457" y="1043"/>
                    <a:pt x="26407" y="1023"/>
                    <a:pt x="26348" y="1003"/>
                  </a:cubicBezTo>
                  <a:cubicBezTo>
                    <a:pt x="25807" y="758"/>
                    <a:pt x="25227" y="630"/>
                    <a:pt x="24637" y="630"/>
                  </a:cubicBezTo>
                  <a:cubicBezTo>
                    <a:pt x="23368" y="630"/>
                    <a:pt x="22149" y="1171"/>
                    <a:pt x="21303" y="2125"/>
                  </a:cubicBezTo>
                  <a:cubicBezTo>
                    <a:pt x="21087" y="2370"/>
                    <a:pt x="20890" y="2646"/>
                    <a:pt x="20733" y="2941"/>
                  </a:cubicBezTo>
                  <a:cubicBezTo>
                    <a:pt x="19385" y="3669"/>
                    <a:pt x="18421" y="4937"/>
                    <a:pt x="18077" y="6422"/>
                  </a:cubicBezTo>
                  <a:cubicBezTo>
                    <a:pt x="16168" y="4676"/>
                    <a:pt x="13772" y="3823"/>
                    <a:pt x="11390" y="3823"/>
                  </a:cubicBezTo>
                  <a:cubicBezTo>
                    <a:pt x="8446" y="3823"/>
                    <a:pt x="5523" y="5124"/>
                    <a:pt x="3561" y="7652"/>
                  </a:cubicBezTo>
                  <a:cubicBezTo>
                    <a:pt x="1" y="12215"/>
                    <a:pt x="1102" y="18844"/>
                    <a:pt x="5941" y="22030"/>
                  </a:cubicBezTo>
                  <a:cubicBezTo>
                    <a:pt x="2538" y="24115"/>
                    <a:pt x="719" y="28039"/>
                    <a:pt x="1329" y="31993"/>
                  </a:cubicBezTo>
                  <a:cubicBezTo>
                    <a:pt x="1938" y="35936"/>
                    <a:pt x="4859" y="39133"/>
                    <a:pt x="8734" y="40097"/>
                  </a:cubicBezTo>
                  <a:cubicBezTo>
                    <a:pt x="9019" y="41857"/>
                    <a:pt x="9619" y="43539"/>
                    <a:pt x="10504" y="45083"/>
                  </a:cubicBezTo>
                  <a:cubicBezTo>
                    <a:pt x="11036" y="46007"/>
                    <a:pt x="11635" y="46883"/>
                    <a:pt x="12314" y="47709"/>
                  </a:cubicBezTo>
                  <a:lnTo>
                    <a:pt x="10790" y="48309"/>
                  </a:lnTo>
                  <a:cubicBezTo>
                    <a:pt x="10593" y="48387"/>
                    <a:pt x="10416" y="48505"/>
                    <a:pt x="10268" y="48653"/>
                  </a:cubicBezTo>
                  <a:cubicBezTo>
                    <a:pt x="9373" y="49538"/>
                    <a:pt x="9855" y="51062"/>
                    <a:pt x="11095" y="51279"/>
                  </a:cubicBezTo>
                  <a:cubicBezTo>
                    <a:pt x="11183" y="51288"/>
                    <a:pt x="11272" y="51298"/>
                    <a:pt x="11360" y="51298"/>
                  </a:cubicBezTo>
                  <a:lnTo>
                    <a:pt x="11517" y="51298"/>
                  </a:lnTo>
                  <a:cubicBezTo>
                    <a:pt x="11694" y="51288"/>
                    <a:pt x="12491" y="51269"/>
                    <a:pt x="15963" y="51259"/>
                  </a:cubicBezTo>
                  <a:cubicBezTo>
                    <a:pt x="17792" y="52685"/>
                    <a:pt x="19808" y="53846"/>
                    <a:pt x="21962" y="54721"/>
                  </a:cubicBezTo>
                  <a:cubicBezTo>
                    <a:pt x="24952" y="55930"/>
                    <a:pt x="27942" y="56540"/>
                    <a:pt x="30843" y="56540"/>
                  </a:cubicBezTo>
                  <a:cubicBezTo>
                    <a:pt x="32190" y="56540"/>
                    <a:pt x="33547" y="56403"/>
                    <a:pt x="34875" y="56127"/>
                  </a:cubicBezTo>
                  <a:cubicBezTo>
                    <a:pt x="35800" y="55930"/>
                    <a:pt x="36704" y="55675"/>
                    <a:pt x="37580" y="55350"/>
                  </a:cubicBezTo>
                  <a:cubicBezTo>
                    <a:pt x="38387" y="55776"/>
                    <a:pt x="39226" y="55970"/>
                    <a:pt x="40041" y="55970"/>
                  </a:cubicBezTo>
                  <a:cubicBezTo>
                    <a:pt x="42992" y="55970"/>
                    <a:pt x="45631" y="53430"/>
                    <a:pt x="45300" y="50148"/>
                  </a:cubicBezTo>
                  <a:cubicBezTo>
                    <a:pt x="46844" y="48436"/>
                    <a:pt x="48064" y="46450"/>
                    <a:pt x="48890" y="44296"/>
                  </a:cubicBezTo>
                  <a:lnTo>
                    <a:pt x="57987" y="44296"/>
                  </a:lnTo>
                  <a:cubicBezTo>
                    <a:pt x="58843" y="44296"/>
                    <a:pt x="59541" y="43598"/>
                    <a:pt x="59541" y="42752"/>
                  </a:cubicBezTo>
                  <a:lnTo>
                    <a:pt x="59541" y="7071"/>
                  </a:lnTo>
                  <a:cubicBezTo>
                    <a:pt x="59541" y="6222"/>
                    <a:pt x="58852" y="5527"/>
                    <a:pt x="58005" y="5527"/>
                  </a:cubicBezTo>
                  <a:cubicBezTo>
                    <a:pt x="57999" y="5527"/>
                    <a:pt x="57993" y="5527"/>
                    <a:pt x="57987" y="5527"/>
                  </a:cubicBezTo>
                  <a:lnTo>
                    <a:pt x="32987" y="5527"/>
                  </a:lnTo>
                  <a:cubicBezTo>
                    <a:pt x="33036" y="5173"/>
                    <a:pt x="33036" y="4810"/>
                    <a:pt x="32997" y="4455"/>
                  </a:cubicBezTo>
                  <a:cubicBezTo>
                    <a:pt x="32957" y="4170"/>
                    <a:pt x="32898" y="3875"/>
                    <a:pt x="32829" y="3600"/>
                  </a:cubicBezTo>
                  <a:cubicBezTo>
                    <a:pt x="33184" y="3442"/>
                    <a:pt x="33577" y="3364"/>
                    <a:pt x="33970" y="3364"/>
                  </a:cubicBezTo>
                  <a:cubicBezTo>
                    <a:pt x="34275" y="3364"/>
                    <a:pt x="34580" y="3423"/>
                    <a:pt x="34875" y="3541"/>
                  </a:cubicBezTo>
                  <a:cubicBezTo>
                    <a:pt x="35093" y="3637"/>
                    <a:pt x="35319" y="3682"/>
                    <a:pt x="35542" y="3682"/>
                  </a:cubicBezTo>
                  <a:cubicBezTo>
                    <a:pt x="36186" y="3682"/>
                    <a:pt x="36800" y="3304"/>
                    <a:pt x="37078" y="2675"/>
                  </a:cubicBezTo>
                  <a:cubicBezTo>
                    <a:pt x="37452" y="1830"/>
                    <a:pt x="37058" y="836"/>
                    <a:pt x="36213" y="472"/>
                  </a:cubicBezTo>
                  <a:cubicBezTo>
                    <a:pt x="35495" y="158"/>
                    <a:pt x="34718" y="0"/>
                    <a:pt x="339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0"/>
            <p:cNvSpPr/>
            <p:nvPr/>
          </p:nvSpPr>
          <p:spPr>
            <a:xfrm>
              <a:off x="5647932" y="2475506"/>
              <a:ext cx="1955001" cy="1429166"/>
            </a:xfrm>
            <a:custGeom>
              <a:avLst/>
              <a:gdLst/>
              <a:ahLst/>
              <a:cxnLst/>
              <a:rect l="l" t="t" r="r" b="b"/>
              <a:pathLst>
                <a:path w="39261" h="28701" extrusionOk="0">
                  <a:moveTo>
                    <a:pt x="28250" y="1"/>
                  </a:moveTo>
                  <a:cubicBezTo>
                    <a:pt x="28029" y="1"/>
                    <a:pt x="27808" y="10"/>
                    <a:pt x="27587" y="29"/>
                  </a:cubicBezTo>
                  <a:cubicBezTo>
                    <a:pt x="23867" y="349"/>
                    <a:pt x="20659" y="3414"/>
                    <a:pt x="16976" y="3414"/>
                  </a:cubicBezTo>
                  <a:cubicBezTo>
                    <a:pt x="16803" y="3414"/>
                    <a:pt x="16629" y="3407"/>
                    <a:pt x="16454" y="3393"/>
                  </a:cubicBezTo>
                  <a:cubicBezTo>
                    <a:pt x="14231" y="3216"/>
                    <a:pt x="12264" y="1849"/>
                    <a:pt x="10061" y="1475"/>
                  </a:cubicBezTo>
                  <a:cubicBezTo>
                    <a:pt x="9647" y="1405"/>
                    <a:pt x="9230" y="1371"/>
                    <a:pt x="8816" y="1371"/>
                  </a:cubicBezTo>
                  <a:cubicBezTo>
                    <a:pt x="7363" y="1371"/>
                    <a:pt x="5936" y="1795"/>
                    <a:pt x="4711" y="2606"/>
                  </a:cubicBezTo>
                  <a:cubicBezTo>
                    <a:pt x="2577" y="4032"/>
                    <a:pt x="1269" y="6805"/>
                    <a:pt x="708" y="9264"/>
                  </a:cubicBezTo>
                  <a:cubicBezTo>
                    <a:pt x="0" y="12401"/>
                    <a:pt x="669" y="15391"/>
                    <a:pt x="2154" y="18037"/>
                  </a:cubicBezTo>
                  <a:cubicBezTo>
                    <a:pt x="4455" y="22098"/>
                    <a:pt x="8694" y="25324"/>
                    <a:pt x="12845" y="26996"/>
                  </a:cubicBezTo>
                  <a:cubicBezTo>
                    <a:pt x="15497" y="28065"/>
                    <a:pt x="18317" y="28700"/>
                    <a:pt x="21158" y="28700"/>
                  </a:cubicBezTo>
                  <a:cubicBezTo>
                    <a:pt x="22393" y="28700"/>
                    <a:pt x="23632" y="28580"/>
                    <a:pt x="24863" y="28324"/>
                  </a:cubicBezTo>
                  <a:cubicBezTo>
                    <a:pt x="33203" y="26563"/>
                    <a:pt x="39261" y="19158"/>
                    <a:pt x="38858" y="10533"/>
                  </a:cubicBezTo>
                  <a:cubicBezTo>
                    <a:pt x="38779" y="8940"/>
                    <a:pt x="38484" y="7327"/>
                    <a:pt x="37776" y="5891"/>
                  </a:cubicBezTo>
                  <a:cubicBezTo>
                    <a:pt x="36704" y="3727"/>
                    <a:pt x="34747" y="2085"/>
                    <a:pt x="32563" y="1062"/>
                  </a:cubicBezTo>
                  <a:cubicBezTo>
                    <a:pt x="31210" y="420"/>
                    <a:pt x="29738" y="1"/>
                    <a:pt x="28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6135665" y="1358920"/>
              <a:ext cx="371272" cy="371272"/>
            </a:xfrm>
            <a:custGeom>
              <a:avLst/>
              <a:gdLst/>
              <a:ahLst/>
              <a:cxnLst/>
              <a:rect l="l" t="t" r="r" b="b"/>
              <a:pathLst>
                <a:path w="7456" h="7456" extrusionOk="0">
                  <a:moveTo>
                    <a:pt x="3728" y="1"/>
                  </a:moveTo>
                  <a:cubicBezTo>
                    <a:pt x="1663" y="1"/>
                    <a:pt x="1" y="1663"/>
                    <a:pt x="1" y="3728"/>
                  </a:cubicBezTo>
                  <a:cubicBezTo>
                    <a:pt x="1" y="5783"/>
                    <a:pt x="1663" y="7455"/>
                    <a:pt x="3728" y="7455"/>
                  </a:cubicBezTo>
                  <a:cubicBezTo>
                    <a:pt x="5784" y="7455"/>
                    <a:pt x="7456" y="5783"/>
                    <a:pt x="7456" y="3728"/>
                  </a:cubicBezTo>
                  <a:cubicBezTo>
                    <a:pt x="7456" y="1663"/>
                    <a:pt x="5784" y="1"/>
                    <a:pt x="3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0"/>
            <p:cNvSpPr/>
            <p:nvPr/>
          </p:nvSpPr>
          <p:spPr>
            <a:xfrm>
              <a:off x="6338925" y="1518560"/>
              <a:ext cx="1713595" cy="1776287"/>
            </a:xfrm>
            <a:custGeom>
              <a:avLst/>
              <a:gdLst/>
              <a:ahLst/>
              <a:cxnLst/>
              <a:rect l="l" t="t" r="r" b="b"/>
              <a:pathLst>
                <a:path w="34413" h="35672" extrusionOk="0">
                  <a:moveTo>
                    <a:pt x="0" y="1"/>
                  </a:moveTo>
                  <a:lnTo>
                    <a:pt x="0" y="35671"/>
                  </a:lnTo>
                  <a:lnTo>
                    <a:pt x="34412" y="35671"/>
                  </a:lnTo>
                  <a:lnTo>
                    <a:pt x="344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0"/>
            <p:cNvSpPr/>
            <p:nvPr/>
          </p:nvSpPr>
          <p:spPr>
            <a:xfrm>
              <a:off x="6406993" y="1588620"/>
              <a:ext cx="1577904" cy="1636164"/>
            </a:xfrm>
            <a:custGeom>
              <a:avLst/>
              <a:gdLst/>
              <a:ahLst/>
              <a:cxnLst/>
              <a:rect l="l" t="t" r="r" b="b"/>
              <a:pathLst>
                <a:path w="31688" h="32858" fill="none" extrusionOk="0">
                  <a:moveTo>
                    <a:pt x="0" y="0"/>
                  </a:moveTo>
                  <a:lnTo>
                    <a:pt x="31688" y="0"/>
                  </a:lnTo>
                  <a:lnTo>
                    <a:pt x="31688" y="32858"/>
                  </a:lnTo>
                  <a:lnTo>
                    <a:pt x="0" y="32858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0"/>
            <p:cNvSpPr/>
            <p:nvPr/>
          </p:nvSpPr>
          <p:spPr>
            <a:xfrm>
              <a:off x="6496125" y="1719828"/>
              <a:ext cx="1392816" cy="1340083"/>
            </a:xfrm>
            <a:custGeom>
              <a:avLst/>
              <a:gdLst/>
              <a:ahLst/>
              <a:cxnLst/>
              <a:rect l="l" t="t" r="r" b="b"/>
              <a:pathLst>
                <a:path w="27971" h="26912" extrusionOk="0">
                  <a:moveTo>
                    <a:pt x="14516" y="1"/>
                  </a:moveTo>
                  <a:cubicBezTo>
                    <a:pt x="9078" y="1"/>
                    <a:pt x="4170" y="3276"/>
                    <a:pt x="2085" y="8301"/>
                  </a:cubicBezTo>
                  <a:cubicBezTo>
                    <a:pt x="0" y="13337"/>
                    <a:pt x="1151" y="19119"/>
                    <a:pt x="5006" y="22965"/>
                  </a:cubicBezTo>
                  <a:cubicBezTo>
                    <a:pt x="7578" y="25543"/>
                    <a:pt x="11016" y="26912"/>
                    <a:pt x="14515" y="26912"/>
                  </a:cubicBezTo>
                  <a:cubicBezTo>
                    <a:pt x="16248" y="26912"/>
                    <a:pt x="17996" y="26576"/>
                    <a:pt x="19660" y="25886"/>
                  </a:cubicBezTo>
                  <a:cubicBezTo>
                    <a:pt x="24695" y="23801"/>
                    <a:pt x="27970" y="18903"/>
                    <a:pt x="27970" y="13455"/>
                  </a:cubicBezTo>
                  <a:cubicBezTo>
                    <a:pt x="27970" y="13238"/>
                    <a:pt x="27970" y="13012"/>
                    <a:pt x="27961" y="12796"/>
                  </a:cubicBezTo>
                  <a:lnTo>
                    <a:pt x="15293" y="12796"/>
                  </a:lnTo>
                  <a:lnTo>
                    <a:pt x="15293" y="30"/>
                  </a:lnTo>
                  <a:cubicBezTo>
                    <a:pt x="15038" y="11"/>
                    <a:pt x="14782" y="1"/>
                    <a:pt x="145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5314909" y="1433362"/>
              <a:ext cx="833070" cy="833568"/>
            </a:xfrm>
            <a:custGeom>
              <a:avLst/>
              <a:gdLst/>
              <a:ahLst/>
              <a:cxnLst/>
              <a:rect l="l" t="t" r="r" b="b"/>
              <a:pathLst>
                <a:path w="16730" h="16740" extrusionOk="0">
                  <a:moveTo>
                    <a:pt x="8360" y="0"/>
                  </a:moveTo>
                  <a:cubicBezTo>
                    <a:pt x="3738" y="0"/>
                    <a:pt x="1" y="3747"/>
                    <a:pt x="1" y="8370"/>
                  </a:cubicBezTo>
                  <a:cubicBezTo>
                    <a:pt x="1" y="12992"/>
                    <a:pt x="3738" y="16739"/>
                    <a:pt x="8360" y="16739"/>
                  </a:cubicBezTo>
                  <a:cubicBezTo>
                    <a:pt x="12983" y="16739"/>
                    <a:pt x="16730" y="12992"/>
                    <a:pt x="16730" y="8370"/>
                  </a:cubicBezTo>
                  <a:cubicBezTo>
                    <a:pt x="16730" y="3747"/>
                    <a:pt x="12983" y="0"/>
                    <a:pt x="83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0"/>
            <p:cNvSpPr/>
            <p:nvPr/>
          </p:nvSpPr>
          <p:spPr>
            <a:xfrm>
              <a:off x="5536293" y="1642946"/>
              <a:ext cx="405530" cy="405530"/>
            </a:xfrm>
            <a:custGeom>
              <a:avLst/>
              <a:gdLst/>
              <a:ahLst/>
              <a:cxnLst/>
              <a:rect l="l" t="t" r="r" b="b"/>
              <a:pathLst>
                <a:path w="8144" h="8144" fill="none" extrusionOk="0">
                  <a:moveTo>
                    <a:pt x="8143" y="4072"/>
                  </a:moveTo>
                  <a:cubicBezTo>
                    <a:pt x="8143" y="6315"/>
                    <a:pt x="6324" y="8144"/>
                    <a:pt x="4072" y="8144"/>
                  </a:cubicBezTo>
                  <a:cubicBezTo>
                    <a:pt x="1829" y="8144"/>
                    <a:pt x="0" y="6315"/>
                    <a:pt x="0" y="4072"/>
                  </a:cubicBezTo>
                  <a:cubicBezTo>
                    <a:pt x="0" y="1820"/>
                    <a:pt x="1829" y="1"/>
                    <a:pt x="4072" y="1"/>
                  </a:cubicBezTo>
                  <a:cubicBezTo>
                    <a:pt x="6324" y="1"/>
                    <a:pt x="8143" y="1820"/>
                    <a:pt x="8143" y="407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0"/>
            <p:cNvSpPr/>
            <p:nvPr/>
          </p:nvSpPr>
          <p:spPr>
            <a:xfrm>
              <a:off x="5691004" y="1809458"/>
              <a:ext cx="84303" cy="72352"/>
            </a:xfrm>
            <a:custGeom>
              <a:avLst/>
              <a:gdLst/>
              <a:ahLst/>
              <a:cxnLst/>
              <a:rect l="l" t="t" r="r" b="b"/>
              <a:pathLst>
                <a:path w="1693" h="1453" extrusionOk="0">
                  <a:moveTo>
                    <a:pt x="965" y="1"/>
                  </a:moveTo>
                  <a:cubicBezTo>
                    <a:pt x="316" y="1"/>
                    <a:pt x="1" y="787"/>
                    <a:pt x="453" y="1240"/>
                  </a:cubicBezTo>
                  <a:cubicBezTo>
                    <a:pt x="600" y="1387"/>
                    <a:pt x="782" y="1453"/>
                    <a:pt x="961" y="1453"/>
                  </a:cubicBezTo>
                  <a:cubicBezTo>
                    <a:pt x="1333" y="1453"/>
                    <a:pt x="1692" y="1167"/>
                    <a:pt x="1692" y="728"/>
                  </a:cubicBezTo>
                  <a:cubicBezTo>
                    <a:pt x="1692" y="325"/>
                    <a:pt x="1368" y="1"/>
                    <a:pt x="9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0"/>
            <p:cNvSpPr/>
            <p:nvPr/>
          </p:nvSpPr>
          <p:spPr>
            <a:xfrm>
              <a:off x="5562236" y="1462243"/>
              <a:ext cx="264959" cy="163128"/>
            </a:xfrm>
            <a:custGeom>
              <a:avLst/>
              <a:gdLst/>
              <a:ahLst/>
              <a:cxnLst/>
              <a:rect l="l" t="t" r="r" b="b"/>
              <a:pathLst>
                <a:path w="5321" h="3276" fill="none" extrusionOk="0">
                  <a:moveTo>
                    <a:pt x="5213" y="1289"/>
                  </a:moveTo>
                  <a:cubicBezTo>
                    <a:pt x="5321" y="2086"/>
                    <a:pt x="4269" y="2892"/>
                    <a:pt x="2862" y="3079"/>
                  </a:cubicBezTo>
                  <a:cubicBezTo>
                    <a:pt x="1456" y="3276"/>
                    <a:pt x="226" y="2784"/>
                    <a:pt x="118" y="1987"/>
                  </a:cubicBezTo>
                  <a:cubicBezTo>
                    <a:pt x="0" y="1191"/>
                    <a:pt x="1062" y="384"/>
                    <a:pt x="2469" y="197"/>
                  </a:cubicBezTo>
                  <a:cubicBezTo>
                    <a:pt x="3875" y="1"/>
                    <a:pt x="5105" y="492"/>
                    <a:pt x="5213" y="1289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0"/>
            <p:cNvSpPr/>
            <p:nvPr/>
          </p:nvSpPr>
          <p:spPr>
            <a:xfrm>
              <a:off x="5653310" y="2074861"/>
              <a:ext cx="265009" cy="163128"/>
            </a:xfrm>
            <a:custGeom>
              <a:avLst/>
              <a:gdLst/>
              <a:ahLst/>
              <a:cxnLst/>
              <a:rect l="l" t="t" r="r" b="b"/>
              <a:pathLst>
                <a:path w="5322" h="3276" fill="none" extrusionOk="0">
                  <a:moveTo>
                    <a:pt x="5213" y="1289"/>
                  </a:moveTo>
                  <a:cubicBezTo>
                    <a:pt x="5321" y="2086"/>
                    <a:pt x="4269" y="2892"/>
                    <a:pt x="2862" y="3079"/>
                  </a:cubicBezTo>
                  <a:cubicBezTo>
                    <a:pt x="1456" y="3276"/>
                    <a:pt x="217" y="2784"/>
                    <a:pt x="109" y="1988"/>
                  </a:cubicBezTo>
                  <a:cubicBezTo>
                    <a:pt x="1" y="1191"/>
                    <a:pt x="1053" y="384"/>
                    <a:pt x="2469" y="198"/>
                  </a:cubicBezTo>
                  <a:cubicBezTo>
                    <a:pt x="3875" y="1"/>
                    <a:pt x="5105" y="493"/>
                    <a:pt x="5213" y="1289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>
              <a:off x="5859457" y="1518560"/>
              <a:ext cx="227314" cy="246884"/>
            </a:xfrm>
            <a:custGeom>
              <a:avLst/>
              <a:gdLst/>
              <a:ahLst/>
              <a:cxnLst/>
              <a:rect l="l" t="t" r="r" b="b"/>
              <a:pathLst>
                <a:path w="4565" h="4958" fill="none" extrusionOk="0">
                  <a:moveTo>
                    <a:pt x="3394" y="1535"/>
                  </a:moveTo>
                  <a:cubicBezTo>
                    <a:pt x="4309" y="2617"/>
                    <a:pt x="4564" y="3915"/>
                    <a:pt x="3955" y="4436"/>
                  </a:cubicBezTo>
                  <a:cubicBezTo>
                    <a:pt x="3345" y="4957"/>
                    <a:pt x="2096" y="4505"/>
                    <a:pt x="1171" y="3423"/>
                  </a:cubicBezTo>
                  <a:cubicBezTo>
                    <a:pt x="257" y="2351"/>
                    <a:pt x="1" y="1043"/>
                    <a:pt x="611" y="522"/>
                  </a:cubicBezTo>
                  <a:cubicBezTo>
                    <a:pt x="1220" y="1"/>
                    <a:pt x="2470" y="453"/>
                    <a:pt x="3394" y="1535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>
              <a:off x="5393285" y="1929910"/>
              <a:ext cx="227264" cy="247382"/>
            </a:xfrm>
            <a:custGeom>
              <a:avLst/>
              <a:gdLst/>
              <a:ahLst/>
              <a:cxnLst/>
              <a:rect l="l" t="t" r="r" b="b"/>
              <a:pathLst>
                <a:path w="4564" h="4968" fill="none" extrusionOk="0">
                  <a:moveTo>
                    <a:pt x="3954" y="4446"/>
                  </a:moveTo>
                  <a:cubicBezTo>
                    <a:pt x="3334" y="4967"/>
                    <a:pt x="2095" y="4505"/>
                    <a:pt x="1171" y="3423"/>
                  </a:cubicBezTo>
                  <a:cubicBezTo>
                    <a:pt x="256" y="2342"/>
                    <a:pt x="0" y="1043"/>
                    <a:pt x="610" y="522"/>
                  </a:cubicBezTo>
                  <a:cubicBezTo>
                    <a:pt x="1230" y="1"/>
                    <a:pt x="2469" y="453"/>
                    <a:pt x="3393" y="1535"/>
                  </a:cubicBezTo>
                  <a:cubicBezTo>
                    <a:pt x="4308" y="2617"/>
                    <a:pt x="4564" y="3925"/>
                    <a:pt x="3954" y="4446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0"/>
            <p:cNvSpPr/>
            <p:nvPr/>
          </p:nvSpPr>
          <p:spPr>
            <a:xfrm>
              <a:off x="5935393" y="1828579"/>
              <a:ext cx="187130" cy="267399"/>
            </a:xfrm>
            <a:custGeom>
              <a:avLst/>
              <a:gdLst/>
              <a:ahLst/>
              <a:cxnLst/>
              <a:rect l="l" t="t" r="r" b="b"/>
              <a:pathLst>
                <a:path w="3758" h="5370" fill="none" extrusionOk="0">
                  <a:moveTo>
                    <a:pt x="2843" y="295"/>
                  </a:moveTo>
                  <a:cubicBezTo>
                    <a:pt x="3590" y="600"/>
                    <a:pt x="3757" y="1908"/>
                    <a:pt x="3226" y="3226"/>
                  </a:cubicBezTo>
                  <a:cubicBezTo>
                    <a:pt x="2695" y="4544"/>
                    <a:pt x="1662" y="5370"/>
                    <a:pt x="915" y="5075"/>
                  </a:cubicBezTo>
                  <a:cubicBezTo>
                    <a:pt x="168" y="4770"/>
                    <a:pt x="0" y="3462"/>
                    <a:pt x="531" y="2144"/>
                  </a:cubicBezTo>
                  <a:cubicBezTo>
                    <a:pt x="1063" y="826"/>
                    <a:pt x="2095" y="0"/>
                    <a:pt x="2843" y="295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0"/>
            <p:cNvSpPr/>
            <p:nvPr/>
          </p:nvSpPr>
          <p:spPr>
            <a:xfrm>
              <a:off x="5358030" y="1603758"/>
              <a:ext cx="187578" cy="267449"/>
            </a:xfrm>
            <a:custGeom>
              <a:avLst/>
              <a:gdLst/>
              <a:ahLst/>
              <a:cxnLst/>
              <a:rect l="l" t="t" r="r" b="b"/>
              <a:pathLst>
                <a:path w="3767" h="5371" fill="none" extrusionOk="0">
                  <a:moveTo>
                    <a:pt x="2842" y="306"/>
                  </a:moveTo>
                  <a:cubicBezTo>
                    <a:pt x="3590" y="601"/>
                    <a:pt x="3767" y="1909"/>
                    <a:pt x="3236" y="3237"/>
                  </a:cubicBezTo>
                  <a:cubicBezTo>
                    <a:pt x="2705" y="4554"/>
                    <a:pt x="1662" y="5371"/>
                    <a:pt x="925" y="5076"/>
                  </a:cubicBezTo>
                  <a:cubicBezTo>
                    <a:pt x="177" y="4771"/>
                    <a:pt x="0" y="3463"/>
                    <a:pt x="531" y="2145"/>
                  </a:cubicBezTo>
                  <a:cubicBezTo>
                    <a:pt x="1062" y="827"/>
                    <a:pt x="2095" y="1"/>
                    <a:pt x="2842" y="306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5261529" y="2266868"/>
              <a:ext cx="914884" cy="833519"/>
            </a:xfrm>
            <a:custGeom>
              <a:avLst/>
              <a:gdLst/>
              <a:ahLst/>
              <a:cxnLst/>
              <a:rect l="l" t="t" r="r" b="b"/>
              <a:pathLst>
                <a:path w="18373" h="16739" extrusionOk="0">
                  <a:moveTo>
                    <a:pt x="9186" y="0"/>
                  </a:moveTo>
                  <a:cubicBezTo>
                    <a:pt x="7045" y="0"/>
                    <a:pt x="4903" y="816"/>
                    <a:pt x="3266" y="2449"/>
                  </a:cubicBezTo>
                  <a:cubicBezTo>
                    <a:pt x="1" y="5724"/>
                    <a:pt x="1" y="11015"/>
                    <a:pt x="3266" y="14290"/>
                  </a:cubicBezTo>
                  <a:cubicBezTo>
                    <a:pt x="4903" y="15923"/>
                    <a:pt x="7045" y="16739"/>
                    <a:pt x="9186" y="16739"/>
                  </a:cubicBezTo>
                  <a:cubicBezTo>
                    <a:pt x="11328" y="16739"/>
                    <a:pt x="13469" y="15923"/>
                    <a:pt x="15107" y="14290"/>
                  </a:cubicBezTo>
                  <a:cubicBezTo>
                    <a:pt x="18372" y="11015"/>
                    <a:pt x="18372" y="5724"/>
                    <a:pt x="15107" y="2449"/>
                  </a:cubicBezTo>
                  <a:cubicBezTo>
                    <a:pt x="13469" y="816"/>
                    <a:pt x="11328" y="0"/>
                    <a:pt x="9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5538235" y="2502893"/>
              <a:ext cx="361960" cy="361960"/>
            </a:xfrm>
            <a:custGeom>
              <a:avLst/>
              <a:gdLst/>
              <a:ahLst/>
              <a:cxnLst/>
              <a:rect l="l" t="t" r="r" b="b"/>
              <a:pathLst>
                <a:path w="7269" h="7269" extrusionOk="0">
                  <a:moveTo>
                    <a:pt x="3718" y="119"/>
                  </a:moveTo>
                  <a:cubicBezTo>
                    <a:pt x="4593" y="128"/>
                    <a:pt x="5439" y="482"/>
                    <a:pt x="6078" y="1102"/>
                  </a:cubicBezTo>
                  <a:cubicBezTo>
                    <a:pt x="6108" y="1122"/>
                    <a:pt x="6127" y="1151"/>
                    <a:pt x="6157" y="1181"/>
                  </a:cubicBezTo>
                  <a:cubicBezTo>
                    <a:pt x="6777" y="1820"/>
                    <a:pt x="7121" y="2666"/>
                    <a:pt x="7140" y="3541"/>
                  </a:cubicBezTo>
                  <a:lnTo>
                    <a:pt x="7140" y="3630"/>
                  </a:lnTo>
                  <a:lnTo>
                    <a:pt x="7140" y="3659"/>
                  </a:lnTo>
                  <a:cubicBezTo>
                    <a:pt x="7131" y="4554"/>
                    <a:pt x="6786" y="5410"/>
                    <a:pt x="6177" y="6049"/>
                  </a:cubicBezTo>
                  <a:cubicBezTo>
                    <a:pt x="6147" y="6078"/>
                    <a:pt x="6118" y="6108"/>
                    <a:pt x="6098" y="6137"/>
                  </a:cubicBezTo>
                  <a:cubicBezTo>
                    <a:pt x="5459" y="6767"/>
                    <a:pt x="4603" y="7121"/>
                    <a:pt x="3708" y="7141"/>
                  </a:cubicBezTo>
                  <a:lnTo>
                    <a:pt x="3590" y="7141"/>
                  </a:lnTo>
                  <a:cubicBezTo>
                    <a:pt x="2695" y="7131"/>
                    <a:pt x="1830" y="6777"/>
                    <a:pt x="1190" y="6157"/>
                  </a:cubicBezTo>
                  <a:lnTo>
                    <a:pt x="1102" y="6069"/>
                  </a:lnTo>
                  <a:cubicBezTo>
                    <a:pt x="482" y="5429"/>
                    <a:pt x="128" y="4564"/>
                    <a:pt x="118" y="3669"/>
                  </a:cubicBezTo>
                  <a:lnTo>
                    <a:pt x="118" y="3630"/>
                  </a:lnTo>
                  <a:lnTo>
                    <a:pt x="118" y="3551"/>
                  </a:lnTo>
                  <a:cubicBezTo>
                    <a:pt x="138" y="2656"/>
                    <a:pt x="502" y="1800"/>
                    <a:pt x="1131" y="1171"/>
                  </a:cubicBezTo>
                  <a:cubicBezTo>
                    <a:pt x="1151" y="1141"/>
                    <a:pt x="1181" y="1112"/>
                    <a:pt x="1210" y="1082"/>
                  </a:cubicBezTo>
                  <a:cubicBezTo>
                    <a:pt x="1859" y="473"/>
                    <a:pt x="2705" y="128"/>
                    <a:pt x="3590" y="119"/>
                  </a:cubicBezTo>
                  <a:close/>
                  <a:moveTo>
                    <a:pt x="3590" y="0"/>
                  </a:moveTo>
                  <a:cubicBezTo>
                    <a:pt x="2675" y="10"/>
                    <a:pt x="1790" y="374"/>
                    <a:pt x="1131" y="1013"/>
                  </a:cubicBezTo>
                  <a:cubicBezTo>
                    <a:pt x="1102" y="1033"/>
                    <a:pt x="1072" y="1063"/>
                    <a:pt x="1043" y="1092"/>
                  </a:cubicBezTo>
                  <a:cubicBezTo>
                    <a:pt x="394" y="1751"/>
                    <a:pt x="20" y="2626"/>
                    <a:pt x="0" y="3551"/>
                  </a:cubicBezTo>
                  <a:lnTo>
                    <a:pt x="0" y="3630"/>
                  </a:lnTo>
                  <a:lnTo>
                    <a:pt x="0" y="3669"/>
                  </a:lnTo>
                  <a:cubicBezTo>
                    <a:pt x="10" y="4603"/>
                    <a:pt x="374" y="5488"/>
                    <a:pt x="1023" y="6157"/>
                  </a:cubicBezTo>
                  <a:lnTo>
                    <a:pt x="1112" y="6246"/>
                  </a:lnTo>
                  <a:cubicBezTo>
                    <a:pt x="1771" y="6885"/>
                    <a:pt x="2666" y="7259"/>
                    <a:pt x="3590" y="7268"/>
                  </a:cubicBezTo>
                  <a:lnTo>
                    <a:pt x="3718" y="7268"/>
                  </a:lnTo>
                  <a:cubicBezTo>
                    <a:pt x="4642" y="7249"/>
                    <a:pt x="5518" y="6875"/>
                    <a:pt x="6177" y="6226"/>
                  </a:cubicBezTo>
                  <a:cubicBezTo>
                    <a:pt x="6206" y="6196"/>
                    <a:pt x="6236" y="6167"/>
                    <a:pt x="6265" y="6137"/>
                  </a:cubicBezTo>
                  <a:cubicBezTo>
                    <a:pt x="6904" y="5478"/>
                    <a:pt x="7258" y="4593"/>
                    <a:pt x="7268" y="3669"/>
                  </a:cubicBezTo>
                  <a:lnTo>
                    <a:pt x="7268" y="3630"/>
                  </a:lnTo>
                  <a:cubicBezTo>
                    <a:pt x="7268" y="3600"/>
                    <a:pt x="7268" y="3580"/>
                    <a:pt x="7268" y="3551"/>
                  </a:cubicBezTo>
                  <a:cubicBezTo>
                    <a:pt x="7249" y="2636"/>
                    <a:pt x="6885" y="1761"/>
                    <a:pt x="6245" y="1102"/>
                  </a:cubicBezTo>
                  <a:cubicBezTo>
                    <a:pt x="6216" y="1072"/>
                    <a:pt x="6186" y="1053"/>
                    <a:pt x="6157" y="1023"/>
                  </a:cubicBezTo>
                  <a:cubicBezTo>
                    <a:pt x="5498" y="384"/>
                    <a:pt x="4623" y="20"/>
                    <a:pt x="3708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5304651" y="2301126"/>
              <a:ext cx="796820" cy="765250"/>
            </a:xfrm>
            <a:custGeom>
              <a:avLst/>
              <a:gdLst/>
              <a:ahLst/>
              <a:cxnLst/>
              <a:rect l="l" t="t" r="r" b="b"/>
              <a:pathLst>
                <a:path w="16002" h="15368" extrusionOk="0">
                  <a:moveTo>
                    <a:pt x="8399" y="109"/>
                  </a:moveTo>
                  <a:cubicBezTo>
                    <a:pt x="10366" y="128"/>
                    <a:pt x="12235" y="915"/>
                    <a:pt x="13631" y="2292"/>
                  </a:cubicBezTo>
                  <a:cubicBezTo>
                    <a:pt x="13661" y="2322"/>
                    <a:pt x="13680" y="2341"/>
                    <a:pt x="13710" y="2371"/>
                  </a:cubicBezTo>
                  <a:cubicBezTo>
                    <a:pt x="15087" y="3767"/>
                    <a:pt x="15864" y="5636"/>
                    <a:pt x="15893" y="7593"/>
                  </a:cubicBezTo>
                  <a:lnTo>
                    <a:pt x="15893" y="7721"/>
                  </a:lnTo>
                  <a:cubicBezTo>
                    <a:pt x="15883" y="9678"/>
                    <a:pt x="15106" y="11566"/>
                    <a:pt x="13730" y="12973"/>
                  </a:cubicBezTo>
                  <a:lnTo>
                    <a:pt x="13671" y="13032"/>
                  </a:lnTo>
                  <a:lnTo>
                    <a:pt x="13641" y="13051"/>
                  </a:lnTo>
                  <a:cubicBezTo>
                    <a:pt x="12166" y="14526"/>
                    <a:pt x="10231" y="15264"/>
                    <a:pt x="8296" y="15264"/>
                  </a:cubicBezTo>
                  <a:cubicBezTo>
                    <a:pt x="6361" y="15264"/>
                    <a:pt x="4426" y="14526"/>
                    <a:pt x="2951" y="13051"/>
                  </a:cubicBezTo>
                  <a:cubicBezTo>
                    <a:pt x="0" y="10101"/>
                    <a:pt x="0" y="5311"/>
                    <a:pt x="2951" y="2351"/>
                  </a:cubicBezTo>
                  <a:lnTo>
                    <a:pt x="2960" y="2341"/>
                  </a:lnTo>
                  <a:lnTo>
                    <a:pt x="2970" y="2331"/>
                  </a:lnTo>
                  <a:cubicBezTo>
                    <a:pt x="2990" y="2312"/>
                    <a:pt x="3010" y="2292"/>
                    <a:pt x="3039" y="2272"/>
                  </a:cubicBezTo>
                  <a:cubicBezTo>
                    <a:pt x="4436" y="896"/>
                    <a:pt x="6314" y="119"/>
                    <a:pt x="8281" y="109"/>
                  </a:cubicBezTo>
                  <a:close/>
                  <a:moveTo>
                    <a:pt x="8320" y="1"/>
                  </a:moveTo>
                  <a:cubicBezTo>
                    <a:pt x="5213" y="1"/>
                    <a:pt x="2410" y="1869"/>
                    <a:pt x="1220" y="4741"/>
                  </a:cubicBezTo>
                  <a:cubicBezTo>
                    <a:pt x="30" y="7613"/>
                    <a:pt x="689" y="10917"/>
                    <a:pt x="2882" y="13110"/>
                  </a:cubicBezTo>
                  <a:cubicBezTo>
                    <a:pt x="4349" y="14584"/>
                    <a:pt x="6315" y="15367"/>
                    <a:pt x="8318" y="15367"/>
                  </a:cubicBezTo>
                  <a:cubicBezTo>
                    <a:pt x="9308" y="15367"/>
                    <a:pt x="10308" y="15176"/>
                    <a:pt x="11261" y="14782"/>
                  </a:cubicBezTo>
                  <a:cubicBezTo>
                    <a:pt x="14133" y="13592"/>
                    <a:pt x="16001" y="10789"/>
                    <a:pt x="16001" y="7682"/>
                  </a:cubicBezTo>
                  <a:cubicBezTo>
                    <a:pt x="16001" y="3443"/>
                    <a:pt x="12559" y="10"/>
                    <a:pt x="832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0"/>
            <p:cNvSpPr/>
            <p:nvPr/>
          </p:nvSpPr>
          <p:spPr>
            <a:xfrm>
              <a:off x="5666555" y="2631212"/>
              <a:ext cx="104818" cy="104818"/>
            </a:xfrm>
            <a:custGeom>
              <a:avLst/>
              <a:gdLst/>
              <a:ahLst/>
              <a:cxnLst/>
              <a:rect l="l" t="t" r="r" b="b"/>
              <a:pathLst>
                <a:path w="2105" h="2105" extrusionOk="0">
                  <a:moveTo>
                    <a:pt x="1013" y="0"/>
                  </a:moveTo>
                  <a:cubicBezTo>
                    <a:pt x="777" y="10"/>
                    <a:pt x="551" y="99"/>
                    <a:pt x="374" y="246"/>
                  </a:cubicBezTo>
                  <a:cubicBezTo>
                    <a:pt x="344" y="276"/>
                    <a:pt x="315" y="305"/>
                    <a:pt x="285" y="335"/>
                  </a:cubicBezTo>
                  <a:cubicBezTo>
                    <a:pt x="118" y="502"/>
                    <a:pt x="20" y="728"/>
                    <a:pt x="10" y="974"/>
                  </a:cubicBezTo>
                  <a:cubicBezTo>
                    <a:pt x="0" y="1003"/>
                    <a:pt x="0" y="1023"/>
                    <a:pt x="10" y="1053"/>
                  </a:cubicBezTo>
                  <a:cubicBezTo>
                    <a:pt x="10" y="1062"/>
                    <a:pt x="10" y="1082"/>
                    <a:pt x="10" y="1092"/>
                  </a:cubicBezTo>
                  <a:cubicBezTo>
                    <a:pt x="10" y="1338"/>
                    <a:pt x="108" y="1574"/>
                    <a:pt x="275" y="1751"/>
                  </a:cubicBezTo>
                  <a:cubicBezTo>
                    <a:pt x="295" y="1780"/>
                    <a:pt x="325" y="1810"/>
                    <a:pt x="354" y="1839"/>
                  </a:cubicBezTo>
                  <a:cubicBezTo>
                    <a:pt x="541" y="2006"/>
                    <a:pt x="777" y="2095"/>
                    <a:pt x="1023" y="2105"/>
                  </a:cubicBezTo>
                  <a:lnTo>
                    <a:pt x="1141" y="2105"/>
                  </a:lnTo>
                  <a:cubicBezTo>
                    <a:pt x="1377" y="2085"/>
                    <a:pt x="1603" y="1987"/>
                    <a:pt x="1780" y="1820"/>
                  </a:cubicBezTo>
                  <a:cubicBezTo>
                    <a:pt x="1810" y="1790"/>
                    <a:pt x="1839" y="1761"/>
                    <a:pt x="1859" y="1731"/>
                  </a:cubicBezTo>
                  <a:cubicBezTo>
                    <a:pt x="2016" y="1554"/>
                    <a:pt x="2105" y="1328"/>
                    <a:pt x="2105" y="1092"/>
                  </a:cubicBezTo>
                  <a:cubicBezTo>
                    <a:pt x="2105" y="1082"/>
                    <a:pt x="2105" y="1062"/>
                    <a:pt x="2105" y="1053"/>
                  </a:cubicBezTo>
                  <a:cubicBezTo>
                    <a:pt x="2105" y="1023"/>
                    <a:pt x="2105" y="1003"/>
                    <a:pt x="2105" y="974"/>
                  </a:cubicBezTo>
                  <a:cubicBezTo>
                    <a:pt x="2085" y="738"/>
                    <a:pt x="1997" y="521"/>
                    <a:pt x="1839" y="354"/>
                  </a:cubicBezTo>
                  <a:cubicBezTo>
                    <a:pt x="1819" y="325"/>
                    <a:pt x="1790" y="295"/>
                    <a:pt x="1760" y="266"/>
                  </a:cubicBezTo>
                  <a:cubicBezTo>
                    <a:pt x="1583" y="118"/>
                    <a:pt x="1367" y="20"/>
                    <a:pt x="11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0"/>
            <p:cNvSpPr/>
            <p:nvPr/>
          </p:nvSpPr>
          <p:spPr>
            <a:xfrm>
              <a:off x="5716996" y="2306006"/>
              <a:ext cx="5926" cy="202815"/>
            </a:xfrm>
            <a:custGeom>
              <a:avLst/>
              <a:gdLst/>
              <a:ahLst/>
              <a:cxnLst/>
              <a:rect l="l" t="t" r="r" b="b"/>
              <a:pathLst>
                <a:path w="119" h="4073" extrusionOk="0">
                  <a:moveTo>
                    <a:pt x="0" y="1"/>
                  </a:moveTo>
                  <a:lnTo>
                    <a:pt x="0" y="4073"/>
                  </a:lnTo>
                  <a:lnTo>
                    <a:pt x="118" y="4073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5716996" y="2631212"/>
              <a:ext cx="5926" cy="104818"/>
            </a:xfrm>
            <a:custGeom>
              <a:avLst/>
              <a:gdLst/>
              <a:ahLst/>
              <a:cxnLst/>
              <a:rect l="l" t="t" r="r" b="b"/>
              <a:pathLst>
                <a:path w="119" h="2105" extrusionOk="0">
                  <a:moveTo>
                    <a:pt x="0" y="0"/>
                  </a:moveTo>
                  <a:lnTo>
                    <a:pt x="0" y="2105"/>
                  </a:lnTo>
                  <a:lnTo>
                    <a:pt x="118" y="210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5716996" y="2858423"/>
              <a:ext cx="5926" cy="200823"/>
            </a:xfrm>
            <a:custGeom>
              <a:avLst/>
              <a:gdLst/>
              <a:ahLst/>
              <a:cxnLst/>
              <a:rect l="l" t="t" r="r" b="b"/>
              <a:pathLst>
                <a:path w="119" h="4033" extrusionOk="0">
                  <a:moveTo>
                    <a:pt x="118" y="1"/>
                  </a:moveTo>
                  <a:cubicBezTo>
                    <a:pt x="98" y="10"/>
                    <a:pt x="69" y="10"/>
                    <a:pt x="39" y="10"/>
                  </a:cubicBezTo>
                  <a:lnTo>
                    <a:pt x="0" y="10"/>
                  </a:lnTo>
                  <a:lnTo>
                    <a:pt x="0" y="4033"/>
                  </a:lnTo>
                  <a:lnTo>
                    <a:pt x="118" y="4033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5451544" y="2805044"/>
              <a:ext cx="145999" cy="145999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853" y="1"/>
                  </a:moveTo>
                  <a:lnTo>
                    <a:pt x="1" y="2843"/>
                  </a:lnTo>
                  <a:lnTo>
                    <a:pt x="89" y="2931"/>
                  </a:lnTo>
                  <a:lnTo>
                    <a:pt x="2931" y="89"/>
                  </a:lnTo>
                  <a:lnTo>
                    <a:pt x="285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5679750" y="2644408"/>
              <a:ext cx="78427" cy="78427"/>
            </a:xfrm>
            <a:custGeom>
              <a:avLst/>
              <a:gdLst/>
              <a:ahLst/>
              <a:cxnLst/>
              <a:rect l="l" t="t" r="r" b="b"/>
              <a:pathLst>
                <a:path w="1575" h="1575" extrusionOk="0">
                  <a:moveTo>
                    <a:pt x="1495" y="1"/>
                  </a:moveTo>
                  <a:lnTo>
                    <a:pt x="866" y="630"/>
                  </a:lnTo>
                  <a:lnTo>
                    <a:pt x="807" y="689"/>
                  </a:lnTo>
                  <a:lnTo>
                    <a:pt x="787" y="709"/>
                  </a:lnTo>
                  <a:lnTo>
                    <a:pt x="748" y="738"/>
                  </a:lnTo>
                  <a:lnTo>
                    <a:pt x="669" y="827"/>
                  </a:lnTo>
                  <a:lnTo>
                    <a:pt x="1" y="1486"/>
                  </a:lnTo>
                  <a:cubicBezTo>
                    <a:pt x="30" y="1515"/>
                    <a:pt x="60" y="1545"/>
                    <a:pt x="89" y="1574"/>
                  </a:cubicBezTo>
                  <a:lnTo>
                    <a:pt x="866" y="797"/>
                  </a:lnTo>
                  <a:lnTo>
                    <a:pt x="896" y="768"/>
                  </a:lnTo>
                  <a:lnTo>
                    <a:pt x="1574" y="89"/>
                  </a:lnTo>
                  <a:cubicBezTo>
                    <a:pt x="1545" y="60"/>
                    <a:pt x="1525" y="30"/>
                    <a:pt x="1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5840386" y="2414259"/>
              <a:ext cx="147941" cy="147941"/>
            </a:xfrm>
            <a:custGeom>
              <a:avLst/>
              <a:gdLst/>
              <a:ahLst/>
              <a:cxnLst/>
              <a:rect l="l" t="t" r="r" b="b"/>
              <a:pathLst>
                <a:path w="2971" h="2971" extrusionOk="0">
                  <a:moveTo>
                    <a:pt x="2892" y="0"/>
                  </a:moveTo>
                  <a:lnTo>
                    <a:pt x="89" y="2803"/>
                  </a:lnTo>
                  <a:lnTo>
                    <a:pt x="0" y="2882"/>
                  </a:lnTo>
                  <a:cubicBezTo>
                    <a:pt x="30" y="2911"/>
                    <a:pt x="59" y="2941"/>
                    <a:pt x="89" y="2970"/>
                  </a:cubicBezTo>
                  <a:lnTo>
                    <a:pt x="177" y="2882"/>
                  </a:lnTo>
                  <a:lnTo>
                    <a:pt x="2951" y="109"/>
                  </a:lnTo>
                  <a:lnTo>
                    <a:pt x="2971" y="89"/>
                  </a:lnTo>
                  <a:lnTo>
                    <a:pt x="289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5343341" y="2679662"/>
              <a:ext cx="201321" cy="5926"/>
            </a:xfrm>
            <a:custGeom>
              <a:avLst/>
              <a:gdLst/>
              <a:ahLst/>
              <a:cxnLst/>
              <a:rect l="l" t="t" r="r" b="b"/>
              <a:pathLst>
                <a:path w="4043" h="119" extrusionOk="0">
                  <a:moveTo>
                    <a:pt x="0" y="1"/>
                  </a:moveTo>
                  <a:lnTo>
                    <a:pt x="0" y="119"/>
                  </a:lnTo>
                  <a:lnTo>
                    <a:pt x="4042" y="119"/>
                  </a:lnTo>
                  <a:lnTo>
                    <a:pt x="4042" y="8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5666555" y="2679662"/>
              <a:ext cx="104818" cy="5926"/>
            </a:xfrm>
            <a:custGeom>
              <a:avLst/>
              <a:gdLst/>
              <a:ahLst/>
              <a:cxnLst/>
              <a:rect l="l" t="t" r="r" b="b"/>
              <a:pathLst>
                <a:path w="2105" h="119" extrusionOk="0">
                  <a:moveTo>
                    <a:pt x="10" y="1"/>
                  </a:moveTo>
                  <a:cubicBezTo>
                    <a:pt x="0" y="30"/>
                    <a:pt x="0" y="50"/>
                    <a:pt x="10" y="80"/>
                  </a:cubicBezTo>
                  <a:cubicBezTo>
                    <a:pt x="0" y="89"/>
                    <a:pt x="0" y="109"/>
                    <a:pt x="10" y="119"/>
                  </a:cubicBezTo>
                  <a:lnTo>
                    <a:pt x="2105" y="119"/>
                  </a:lnTo>
                  <a:cubicBezTo>
                    <a:pt x="2105" y="109"/>
                    <a:pt x="2105" y="89"/>
                    <a:pt x="2105" y="80"/>
                  </a:cubicBezTo>
                  <a:lnTo>
                    <a:pt x="21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5894263" y="2679662"/>
              <a:ext cx="202317" cy="5926"/>
            </a:xfrm>
            <a:custGeom>
              <a:avLst/>
              <a:gdLst/>
              <a:ahLst/>
              <a:cxnLst/>
              <a:rect l="l" t="t" r="r" b="b"/>
              <a:pathLst>
                <a:path w="4063" h="119" extrusionOk="0">
                  <a:moveTo>
                    <a:pt x="0" y="1"/>
                  </a:moveTo>
                  <a:lnTo>
                    <a:pt x="0" y="89"/>
                  </a:lnTo>
                  <a:lnTo>
                    <a:pt x="0" y="119"/>
                  </a:lnTo>
                  <a:lnTo>
                    <a:pt x="4062" y="119"/>
                  </a:lnTo>
                  <a:lnTo>
                    <a:pt x="406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5451544" y="2414259"/>
              <a:ext cx="146995" cy="146945"/>
            </a:xfrm>
            <a:custGeom>
              <a:avLst/>
              <a:gdLst/>
              <a:ahLst/>
              <a:cxnLst/>
              <a:rect l="l" t="t" r="r" b="b"/>
              <a:pathLst>
                <a:path w="2952" h="2951" extrusionOk="0">
                  <a:moveTo>
                    <a:pt x="89" y="0"/>
                  </a:moveTo>
                  <a:lnTo>
                    <a:pt x="30" y="59"/>
                  </a:lnTo>
                  <a:lnTo>
                    <a:pt x="10" y="79"/>
                  </a:lnTo>
                  <a:lnTo>
                    <a:pt x="1" y="89"/>
                  </a:lnTo>
                  <a:lnTo>
                    <a:pt x="2863" y="2951"/>
                  </a:lnTo>
                  <a:cubicBezTo>
                    <a:pt x="2892" y="2921"/>
                    <a:pt x="2922" y="2892"/>
                    <a:pt x="2951" y="2862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5680746" y="2643462"/>
              <a:ext cx="78377" cy="78377"/>
            </a:xfrm>
            <a:custGeom>
              <a:avLst/>
              <a:gdLst/>
              <a:ahLst/>
              <a:cxnLst/>
              <a:rect l="l" t="t" r="r" b="b"/>
              <a:pathLst>
                <a:path w="1574" h="1574" extrusionOk="0">
                  <a:moveTo>
                    <a:pt x="89" y="0"/>
                  </a:moveTo>
                  <a:cubicBezTo>
                    <a:pt x="59" y="30"/>
                    <a:pt x="30" y="59"/>
                    <a:pt x="0" y="89"/>
                  </a:cubicBezTo>
                  <a:lnTo>
                    <a:pt x="640" y="728"/>
                  </a:lnTo>
                  <a:lnTo>
                    <a:pt x="708" y="787"/>
                  </a:lnTo>
                  <a:lnTo>
                    <a:pt x="728" y="816"/>
                  </a:lnTo>
                  <a:lnTo>
                    <a:pt x="767" y="846"/>
                  </a:lnTo>
                  <a:lnTo>
                    <a:pt x="787" y="875"/>
                  </a:lnTo>
                  <a:lnTo>
                    <a:pt x="846" y="934"/>
                  </a:lnTo>
                  <a:lnTo>
                    <a:pt x="1495" y="1574"/>
                  </a:lnTo>
                  <a:cubicBezTo>
                    <a:pt x="1515" y="1544"/>
                    <a:pt x="1544" y="1515"/>
                    <a:pt x="1574" y="1485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5841830" y="2804048"/>
              <a:ext cx="146497" cy="146995"/>
            </a:xfrm>
            <a:custGeom>
              <a:avLst/>
              <a:gdLst/>
              <a:ahLst/>
              <a:cxnLst/>
              <a:rect l="l" t="t" r="r" b="b"/>
              <a:pathLst>
                <a:path w="2942" h="2952" extrusionOk="0">
                  <a:moveTo>
                    <a:pt x="80" y="1"/>
                  </a:moveTo>
                  <a:cubicBezTo>
                    <a:pt x="50" y="30"/>
                    <a:pt x="21" y="60"/>
                    <a:pt x="1" y="89"/>
                  </a:cubicBezTo>
                  <a:lnTo>
                    <a:pt x="2863" y="2951"/>
                  </a:lnTo>
                  <a:lnTo>
                    <a:pt x="2883" y="2932"/>
                  </a:lnTo>
                  <a:lnTo>
                    <a:pt x="2942" y="2873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34284" y="1889278"/>
              <a:ext cx="556409" cy="955964"/>
            </a:xfrm>
            <a:custGeom>
              <a:avLst/>
              <a:gdLst/>
              <a:ahLst/>
              <a:cxnLst/>
              <a:rect l="l" t="t" r="r" b="b"/>
              <a:pathLst>
                <a:path w="11174" h="19198" extrusionOk="0">
                  <a:moveTo>
                    <a:pt x="493" y="1"/>
                  </a:moveTo>
                  <a:cubicBezTo>
                    <a:pt x="217" y="1"/>
                    <a:pt x="1" y="227"/>
                    <a:pt x="1" y="502"/>
                  </a:cubicBezTo>
                  <a:lnTo>
                    <a:pt x="1" y="18696"/>
                  </a:lnTo>
                  <a:cubicBezTo>
                    <a:pt x="1" y="18972"/>
                    <a:pt x="217" y="19198"/>
                    <a:pt x="493" y="19198"/>
                  </a:cubicBezTo>
                  <a:lnTo>
                    <a:pt x="9531" y="19198"/>
                  </a:lnTo>
                  <a:lnTo>
                    <a:pt x="10898" y="17890"/>
                  </a:lnTo>
                  <a:cubicBezTo>
                    <a:pt x="11173" y="17890"/>
                    <a:pt x="10770" y="16356"/>
                    <a:pt x="10770" y="16080"/>
                  </a:cubicBezTo>
                  <a:lnTo>
                    <a:pt x="10967" y="4387"/>
                  </a:lnTo>
                  <a:cubicBezTo>
                    <a:pt x="10967" y="4111"/>
                    <a:pt x="11045" y="1938"/>
                    <a:pt x="10770" y="1938"/>
                  </a:cubicBezTo>
                  <a:lnTo>
                    <a:pt x="95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508822" y="1889278"/>
              <a:ext cx="126927" cy="955516"/>
            </a:xfrm>
            <a:custGeom>
              <a:avLst/>
              <a:gdLst/>
              <a:ahLst/>
              <a:cxnLst/>
              <a:rect l="l" t="t" r="r" b="b"/>
              <a:pathLst>
                <a:path w="2549" h="19189" extrusionOk="0">
                  <a:moveTo>
                    <a:pt x="1" y="1"/>
                  </a:moveTo>
                  <a:lnTo>
                    <a:pt x="1" y="19188"/>
                  </a:lnTo>
                  <a:lnTo>
                    <a:pt x="2056" y="19188"/>
                  </a:lnTo>
                  <a:cubicBezTo>
                    <a:pt x="2332" y="19188"/>
                    <a:pt x="2548" y="18972"/>
                    <a:pt x="2548" y="18696"/>
                  </a:cubicBezTo>
                  <a:lnTo>
                    <a:pt x="2548" y="502"/>
                  </a:lnTo>
                  <a:cubicBezTo>
                    <a:pt x="2548" y="227"/>
                    <a:pt x="2322" y="1"/>
                    <a:pt x="20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395242" y="2196309"/>
              <a:ext cx="466729" cy="191561"/>
            </a:xfrm>
            <a:custGeom>
              <a:avLst/>
              <a:gdLst/>
              <a:ahLst/>
              <a:cxnLst/>
              <a:rect l="l" t="t" r="r" b="b"/>
              <a:pathLst>
                <a:path w="9373" h="3847" extrusionOk="0">
                  <a:moveTo>
                    <a:pt x="0" y="1"/>
                  </a:moveTo>
                  <a:lnTo>
                    <a:pt x="0" y="3846"/>
                  </a:lnTo>
                  <a:lnTo>
                    <a:pt x="9373" y="3846"/>
                  </a:lnTo>
                  <a:lnTo>
                    <a:pt x="8930" y="1820"/>
                  </a:lnTo>
                  <a:lnTo>
                    <a:pt x="93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820285" y="2196309"/>
              <a:ext cx="41678" cy="191561"/>
            </a:xfrm>
            <a:custGeom>
              <a:avLst/>
              <a:gdLst/>
              <a:ahLst/>
              <a:cxnLst/>
              <a:rect l="l" t="t" r="r" b="b"/>
              <a:pathLst>
                <a:path w="837" h="3847" extrusionOk="0">
                  <a:moveTo>
                    <a:pt x="837" y="1"/>
                  </a:moveTo>
                  <a:cubicBezTo>
                    <a:pt x="837" y="1"/>
                    <a:pt x="188" y="316"/>
                    <a:pt x="60" y="1653"/>
                  </a:cubicBezTo>
                  <a:cubicBezTo>
                    <a:pt x="1" y="2460"/>
                    <a:pt x="276" y="3256"/>
                    <a:pt x="837" y="3846"/>
                  </a:cubicBezTo>
                  <a:lnTo>
                    <a:pt x="8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366810" y="2189986"/>
              <a:ext cx="148439" cy="202765"/>
            </a:xfrm>
            <a:custGeom>
              <a:avLst/>
              <a:gdLst/>
              <a:ahLst/>
              <a:cxnLst/>
              <a:rect l="l" t="t" r="r" b="b"/>
              <a:pathLst>
                <a:path w="2981" h="4072" extrusionOk="0">
                  <a:moveTo>
                    <a:pt x="2105" y="0"/>
                  </a:moveTo>
                  <a:cubicBezTo>
                    <a:pt x="1525" y="0"/>
                    <a:pt x="965" y="246"/>
                    <a:pt x="571" y="669"/>
                  </a:cubicBezTo>
                  <a:cubicBezTo>
                    <a:pt x="188" y="1072"/>
                    <a:pt x="1" y="1623"/>
                    <a:pt x="40" y="2183"/>
                  </a:cubicBezTo>
                  <a:lnTo>
                    <a:pt x="40" y="2242"/>
                  </a:lnTo>
                  <a:cubicBezTo>
                    <a:pt x="158" y="3285"/>
                    <a:pt x="1043" y="4072"/>
                    <a:pt x="2096" y="4072"/>
                  </a:cubicBezTo>
                  <a:lnTo>
                    <a:pt x="2892" y="4072"/>
                  </a:lnTo>
                  <a:cubicBezTo>
                    <a:pt x="2978" y="4072"/>
                    <a:pt x="2981" y="3943"/>
                    <a:pt x="2901" y="3943"/>
                  </a:cubicBezTo>
                  <a:cubicBezTo>
                    <a:pt x="2898" y="3943"/>
                    <a:pt x="2895" y="3943"/>
                    <a:pt x="2892" y="3944"/>
                  </a:cubicBezTo>
                  <a:lnTo>
                    <a:pt x="2096" y="3944"/>
                  </a:lnTo>
                  <a:cubicBezTo>
                    <a:pt x="1102" y="3944"/>
                    <a:pt x="276" y="3206"/>
                    <a:pt x="168" y="2223"/>
                  </a:cubicBezTo>
                  <a:lnTo>
                    <a:pt x="168" y="2174"/>
                  </a:lnTo>
                  <a:cubicBezTo>
                    <a:pt x="129" y="1652"/>
                    <a:pt x="306" y="1141"/>
                    <a:pt x="670" y="757"/>
                  </a:cubicBezTo>
                  <a:cubicBezTo>
                    <a:pt x="1033" y="354"/>
                    <a:pt x="1555" y="128"/>
                    <a:pt x="2105" y="128"/>
                  </a:cubicBezTo>
                  <a:lnTo>
                    <a:pt x="2833" y="128"/>
                  </a:lnTo>
                  <a:cubicBezTo>
                    <a:pt x="2873" y="128"/>
                    <a:pt x="2902" y="98"/>
                    <a:pt x="2902" y="69"/>
                  </a:cubicBezTo>
                  <a:cubicBezTo>
                    <a:pt x="2902" y="30"/>
                    <a:pt x="2873" y="0"/>
                    <a:pt x="2833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6746838" y="2196807"/>
              <a:ext cx="41678" cy="191063"/>
            </a:xfrm>
            <a:custGeom>
              <a:avLst/>
              <a:gdLst/>
              <a:ahLst/>
              <a:cxnLst/>
              <a:rect l="l" t="t" r="r" b="b"/>
              <a:pathLst>
                <a:path w="837" h="3837" extrusionOk="0">
                  <a:moveTo>
                    <a:pt x="679" y="1"/>
                  </a:moveTo>
                  <a:cubicBezTo>
                    <a:pt x="601" y="119"/>
                    <a:pt x="532" y="256"/>
                    <a:pt x="473" y="394"/>
                  </a:cubicBezTo>
                  <a:cubicBezTo>
                    <a:pt x="1" y="1496"/>
                    <a:pt x="1" y="2735"/>
                    <a:pt x="463" y="3836"/>
                  </a:cubicBezTo>
                  <a:lnTo>
                    <a:pt x="601" y="3836"/>
                  </a:lnTo>
                  <a:cubicBezTo>
                    <a:pt x="128" y="2755"/>
                    <a:pt x="128" y="1525"/>
                    <a:pt x="591" y="443"/>
                  </a:cubicBezTo>
                  <a:cubicBezTo>
                    <a:pt x="660" y="286"/>
                    <a:pt x="738" y="138"/>
                    <a:pt x="837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0"/>
            <p:cNvSpPr/>
            <p:nvPr/>
          </p:nvSpPr>
          <p:spPr>
            <a:xfrm>
              <a:off x="6205228" y="2034727"/>
              <a:ext cx="118562" cy="101632"/>
            </a:xfrm>
            <a:custGeom>
              <a:avLst/>
              <a:gdLst/>
              <a:ahLst/>
              <a:cxnLst/>
              <a:rect l="l" t="t" r="r" b="b"/>
              <a:pathLst>
                <a:path w="2381" h="2041" extrusionOk="0">
                  <a:moveTo>
                    <a:pt x="1361" y="131"/>
                  </a:moveTo>
                  <a:cubicBezTo>
                    <a:pt x="1817" y="131"/>
                    <a:pt x="2253" y="485"/>
                    <a:pt x="2253" y="1023"/>
                  </a:cubicBezTo>
                  <a:cubicBezTo>
                    <a:pt x="2253" y="1515"/>
                    <a:pt x="1859" y="1908"/>
                    <a:pt x="1367" y="1908"/>
                  </a:cubicBezTo>
                  <a:cubicBezTo>
                    <a:pt x="571" y="1908"/>
                    <a:pt x="177" y="954"/>
                    <a:pt x="738" y="394"/>
                  </a:cubicBezTo>
                  <a:cubicBezTo>
                    <a:pt x="920" y="212"/>
                    <a:pt x="1143" y="131"/>
                    <a:pt x="1361" y="131"/>
                  </a:cubicBezTo>
                  <a:close/>
                  <a:moveTo>
                    <a:pt x="1367" y="0"/>
                  </a:moveTo>
                  <a:cubicBezTo>
                    <a:pt x="463" y="0"/>
                    <a:pt x="0" y="1102"/>
                    <a:pt x="649" y="1741"/>
                  </a:cubicBezTo>
                  <a:cubicBezTo>
                    <a:pt x="856" y="1948"/>
                    <a:pt x="1110" y="2041"/>
                    <a:pt x="1359" y="2041"/>
                  </a:cubicBezTo>
                  <a:cubicBezTo>
                    <a:pt x="1881" y="2041"/>
                    <a:pt x="2380" y="1635"/>
                    <a:pt x="2380" y="1023"/>
                  </a:cubicBezTo>
                  <a:cubicBezTo>
                    <a:pt x="2380" y="463"/>
                    <a:pt x="1928" y="0"/>
                    <a:pt x="136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0"/>
            <p:cNvSpPr/>
            <p:nvPr/>
          </p:nvSpPr>
          <p:spPr>
            <a:xfrm>
              <a:off x="6169475" y="2479888"/>
              <a:ext cx="181254" cy="154962"/>
            </a:xfrm>
            <a:custGeom>
              <a:avLst/>
              <a:gdLst/>
              <a:ahLst/>
              <a:cxnLst/>
              <a:rect l="l" t="t" r="r" b="b"/>
              <a:pathLst>
                <a:path w="3640" h="3112" extrusionOk="0">
                  <a:moveTo>
                    <a:pt x="2075" y="117"/>
                  </a:moveTo>
                  <a:cubicBezTo>
                    <a:pt x="2810" y="117"/>
                    <a:pt x="3511" y="689"/>
                    <a:pt x="3511" y="1554"/>
                  </a:cubicBezTo>
                  <a:cubicBezTo>
                    <a:pt x="3511" y="2341"/>
                    <a:pt x="2872" y="2980"/>
                    <a:pt x="2085" y="2980"/>
                  </a:cubicBezTo>
                  <a:cubicBezTo>
                    <a:pt x="807" y="2980"/>
                    <a:pt x="168" y="1436"/>
                    <a:pt x="1072" y="541"/>
                  </a:cubicBezTo>
                  <a:cubicBezTo>
                    <a:pt x="1365" y="248"/>
                    <a:pt x="1724" y="117"/>
                    <a:pt x="2075" y="117"/>
                  </a:cubicBezTo>
                  <a:close/>
                  <a:moveTo>
                    <a:pt x="2085" y="0"/>
                  </a:moveTo>
                  <a:cubicBezTo>
                    <a:pt x="699" y="0"/>
                    <a:pt x="0" y="1672"/>
                    <a:pt x="984" y="2656"/>
                  </a:cubicBezTo>
                  <a:cubicBezTo>
                    <a:pt x="1302" y="2970"/>
                    <a:pt x="1691" y="3111"/>
                    <a:pt x="2073" y="3111"/>
                  </a:cubicBezTo>
                  <a:cubicBezTo>
                    <a:pt x="2873" y="3111"/>
                    <a:pt x="3639" y="2493"/>
                    <a:pt x="3639" y="1554"/>
                  </a:cubicBezTo>
                  <a:cubicBezTo>
                    <a:pt x="3639" y="689"/>
                    <a:pt x="2941" y="0"/>
                    <a:pt x="208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0"/>
            <p:cNvSpPr/>
            <p:nvPr/>
          </p:nvSpPr>
          <p:spPr>
            <a:xfrm>
              <a:off x="6129300" y="2844800"/>
              <a:ext cx="142549" cy="785006"/>
            </a:xfrm>
            <a:custGeom>
              <a:avLst/>
              <a:gdLst/>
              <a:ahLst/>
              <a:cxnLst/>
              <a:rect l="l" t="t" r="r" b="b"/>
              <a:pathLst>
                <a:path w="2863" h="16779" extrusionOk="0">
                  <a:moveTo>
                    <a:pt x="1" y="0"/>
                  </a:moveTo>
                  <a:lnTo>
                    <a:pt x="1" y="16778"/>
                  </a:lnTo>
                  <a:lnTo>
                    <a:pt x="2863" y="16778"/>
                  </a:lnTo>
                  <a:lnTo>
                    <a:pt x="28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0"/>
            <p:cNvSpPr/>
            <p:nvPr/>
          </p:nvSpPr>
          <p:spPr>
            <a:xfrm>
              <a:off x="5730690" y="3481349"/>
              <a:ext cx="938835" cy="162630"/>
            </a:xfrm>
            <a:custGeom>
              <a:avLst/>
              <a:gdLst/>
              <a:ahLst/>
              <a:cxnLst/>
              <a:rect l="l" t="t" r="r" b="b"/>
              <a:pathLst>
                <a:path w="18854" h="3266" extrusionOk="0">
                  <a:moveTo>
                    <a:pt x="8212" y="0"/>
                  </a:moveTo>
                  <a:lnTo>
                    <a:pt x="4" y="3264"/>
                  </a:lnTo>
                  <a:lnTo>
                    <a:pt x="4" y="3264"/>
                  </a:lnTo>
                  <a:cubicBezTo>
                    <a:pt x="286" y="3196"/>
                    <a:pt x="18854" y="3177"/>
                    <a:pt x="18854" y="3177"/>
                  </a:cubicBezTo>
                  <a:lnTo>
                    <a:pt x="10592" y="0"/>
                  </a:lnTo>
                  <a:close/>
                  <a:moveTo>
                    <a:pt x="4" y="3264"/>
                  </a:moveTo>
                  <a:lnTo>
                    <a:pt x="4" y="3264"/>
                  </a:lnTo>
                  <a:cubicBezTo>
                    <a:pt x="2" y="3265"/>
                    <a:pt x="1" y="3265"/>
                    <a:pt x="0" y="3265"/>
                  </a:cubicBezTo>
                  <a:lnTo>
                    <a:pt x="4" y="326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0"/>
            <p:cNvSpPr/>
            <p:nvPr/>
          </p:nvSpPr>
          <p:spPr>
            <a:xfrm>
              <a:off x="6954978" y="3504354"/>
              <a:ext cx="407970" cy="371272"/>
            </a:xfrm>
            <a:custGeom>
              <a:avLst/>
              <a:gdLst/>
              <a:ahLst/>
              <a:cxnLst/>
              <a:rect l="l" t="t" r="r" b="b"/>
              <a:pathLst>
                <a:path w="8193" h="7456" extrusionOk="0">
                  <a:moveTo>
                    <a:pt x="4093" y="1"/>
                  </a:moveTo>
                  <a:cubicBezTo>
                    <a:pt x="3138" y="1"/>
                    <a:pt x="2184" y="364"/>
                    <a:pt x="1456" y="1092"/>
                  </a:cubicBezTo>
                  <a:cubicBezTo>
                    <a:pt x="0" y="2548"/>
                    <a:pt x="0" y="4908"/>
                    <a:pt x="1456" y="6364"/>
                  </a:cubicBezTo>
                  <a:cubicBezTo>
                    <a:pt x="2184" y="7091"/>
                    <a:pt x="3138" y="7455"/>
                    <a:pt x="4093" y="7455"/>
                  </a:cubicBezTo>
                  <a:cubicBezTo>
                    <a:pt x="5048" y="7455"/>
                    <a:pt x="6005" y="7091"/>
                    <a:pt x="6737" y="6364"/>
                  </a:cubicBezTo>
                  <a:cubicBezTo>
                    <a:pt x="8193" y="4908"/>
                    <a:pt x="8193" y="2548"/>
                    <a:pt x="6737" y="1092"/>
                  </a:cubicBezTo>
                  <a:cubicBezTo>
                    <a:pt x="6005" y="364"/>
                    <a:pt x="5048" y="1"/>
                    <a:pt x="40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0"/>
            <p:cNvSpPr/>
            <p:nvPr/>
          </p:nvSpPr>
          <p:spPr>
            <a:xfrm>
              <a:off x="6553388" y="3363337"/>
              <a:ext cx="730244" cy="262021"/>
            </a:xfrm>
            <a:custGeom>
              <a:avLst/>
              <a:gdLst/>
              <a:ahLst/>
              <a:cxnLst/>
              <a:rect l="l" t="t" r="r" b="b"/>
              <a:pathLst>
                <a:path w="14665" h="5262" fill="none" extrusionOk="0">
                  <a:moveTo>
                    <a:pt x="1250" y="167"/>
                  </a:moveTo>
                  <a:cubicBezTo>
                    <a:pt x="1" y="1603"/>
                    <a:pt x="916" y="3846"/>
                    <a:pt x="2814" y="4003"/>
                  </a:cubicBezTo>
                  <a:cubicBezTo>
                    <a:pt x="4200" y="4111"/>
                    <a:pt x="5459" y="2862"/>
                    <a:pt x="5597" y="1475"/>
                  </a:cubicBezTo>
                  <a:cubicBezTo>
                    <a:pt x="5636" y="1131"/>
                    <a:pt x="5607" y="767"/>
                    <a:pt x="5420" y="472"/>
                  </a:cubicBezTo>
                  <a:cubicBezTo>
                    <a:pt x="5233" y="187"/>
                    <a:pt x="4849" y="0"/>
                    <a:pt x="4525" y="118"/>
                  </a:cubicBezTo>
                  <a:cubicBezTo>
                    <a:pt x="4230" y="236"/>
                    <a:pt x="4072" y="561"/>
                    <a:pt x="3994" y="875"/>
                  </a:cubicBezTo>
                  <a:cubicBezTo>
                    <a:pt x="3551" y="2537"/>
                    <a:pt x="4692" y="4455"/>
                    <a:pt x="6364" y="4858"/>
                  </a:cubicBezTo>
                  <a:cubicBezTo>
                    <a:pt x="8046" y="5262"/>
                    <a:pt x="9934" y="4072"/>
                    <a:pt x="10288" y="2380"/>
                  </a:cubicBezTo>
                  <a:cubicBezTo>
                    <a:pt x="10396" y="1987"/>
                    <a:pt x="10367" y="1564"/>
                    <a:pt x="10209" y="1180"/>
                  </a:cubicBezTo>
                  <a:cubicBezTo>
                    <a:pt x="10032" y="816"/>
                    <a:pt x="9659" y="521"/>
                    <a:pt x="9246" y="551"/>
                  </a:cubicBezTo>
                  <a:cubicBezTo>
                    <a:pt x="8793" y="571"/>
                    <a:pt x="8429" y="984"/>
                    <a:pt x="8341" y="1436"/>
                  </a:cubicBezTo>
                  <a:cubicBezTo>
                    <a:pt x="8252" y="1879"/>
                    <a:pt x="8400" y="2341"/>
                    <a:pt x="8636" y="2734"/>
                  </a:cubicBezTo>
                  <a:cubicBezTo>
                    <a:pt x="9305" y="3885"/>
                    <a:pt x="10613" y="4514"/>
                    <a:pt x="11940" y="4327"/>
                  </a:cubicBezTo>
                  <a:cubicBezTo>
                    <a:pt x="13258" y="4141"/>
                    <a:pt x="14340" y="3167"/>
                    <a:pt x="14665" y="1879"/>
                  </a:cubicBezTo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0"/>
            <p:cNvSpPr/>
            <p:nvPr/>
          </p:nvSpPr>
          <p:spPr>
            <a:xfrm>
              <a:off x="6241926" y="1222284"/>
              <a:ext cx="693047" cy="264511"/>
            </a:xfrm>
            <a:custGeom>
              <a:avLst/>
              <a:gdLst/>
              <a:ahLst/>
              <a:cxnLst/>
              <a:rect l="l" t="t" r="r" b="b"/>
              <a:pathLst>
                <a:path w="13918" h="5312" fill="none" extrusionOk="0">
                  <a:moveTo>
                    <a:pt x="444" y="5311"/>
                  </a:moveTo>
                  <a:cubicBezTo>
                    <a:pt x="1" y="4259"/>
                    <a:pt x="178" y="2961"/>
                    <a:pt x="935" y="2115"/>
                  </a:cubicBezTo>
                  <a:cubicBezTo>
                    <a:pt x="1683" y="1259"/>
                    <a:pt x="3001" y="935"/>
                    <a:pt x="4033" y="1397"/>
                  </a:cubicBezTo>
                  <a:cubicBezTo>
                    <a:pt x="5076" y="1869"/>
                    <a:pt x="5715" y="3118"/>
                    <a:pt x="5410" y="4220"/>
                  </a:cubicBezTo>
                  <a:cubicBezTo>
                    <a:pt x="5381" y="4338"/>
                    <a:pt x="5331" y="4456"/>
                    <a:pt x="5253" y="4564"/>
                  </a:cubicBezTo>
                  <a:cubicBezTo>
                    <a:pt x="4909" y="4997"/>
                    <a:pt x="4112" y="4672"/>
                    <a:pt x="3964" y="4131"/>
                  </a:cubicBezTo>
                  <a:cubicBezTo>
                    <a:pt x="3817" y="3590"/>
                    <a:pt x="4102" y="3030"/>
                    <a:pt x="4446" y="2577"/>
                  </a:cubicBezTo>
                  <a:cubicBezTo>
                    <a:pt x="4928" y="1948"/>
                    <a:pt x="5548" y="1397"/>
                    <a:pt x="6295" y="1122"/>
                  </a:cubicBezTo>
                  <a:cubicBezTo>
                    <a:pt x="7043" y="846"/>
                    <a:pt x="7928" y="896"/>
                    <a:pt x="8587" y="1348"/>
                  </a:cubicBezTo>
                  <a:cubicBezTo>
                    <a:pt x="9275" y="1840"/>
                    <a:pt x="9600" y="2705"/>
                    <a:pt x="9708" y="3541"/>
                  </a:cubicBezTo>
                  <a:cubicBezTo>
                    <a:pt x="9777" y="4102"/>
                    <a:pt x="9669" y="4810"/>
                    <a:pt x="9128" y="4977"/>
                  </a:cubicBezTo>
                  <a:cubicBezTo>
                    <a:pt x="8705" y="5105"/>
                    <a:pt x="8243" y="4761"/>
                    <a:pt x="8115" y="4338"/>
                  </a:cubicBezTo>
                  <a:cubicBezTo>
                    <a:pt x="7977" y="3905"/>
                    <a:pt x="8105" y="3443"/>
                    <a:pt x="8292" y="3040"/>
                  </a:cubicBezTo>
                  <a:cubicBezTo>
                    <a:pt x="9216" y="1023"/>
                    <a:pt x="11881" y="1"/>
                    <a:pt x="13917" y="886"/>
                  </a:cubicBezTo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30"/>
          <p:cNvGrpSpPr/>
          <p:nvPr/>
        </p:nvGrpSpPr>
        <p:grpSpPr>
          <a:xfrm>
            <a:off x="257577" y="4164479"/>
            <a:ext cx="1299031" cy="763082"/>
            <a:chOff x="3285175" y="1554625"/>
            <a:chExt cx="1458275" cy="856625"/>
          </a:xfrm>
        </p:grpSpPr>
        <p:sp>
          <p:nvSpPr>
            <p:cNvPr id="894" name="Google Shape;894;p30"/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0"/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0"/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0"/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0"/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0"/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0"/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0"/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0"/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0"/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0"/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0"/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0"/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9" name="Google Shape;909;p30"/>
          <p:cNvGrpSpPr/>
          <p:nvPr/>
        </p:nvGrpSpPr>
        <p:grpSpPr>
          <a:xfrm>
            <a:off x="7893446" y="188324"/>
            <a:ext cx="926750" cy="870532"/>
            <a:chOff x="220838" y="-10150"/>
            <a:chExt cx="1417700" cy="1331700"/>
          </a:xfrm>
        </p:grpSpPr>
        <p:sp>
          <p:nvSpPr>
            <p:cNvPr id="910" name="Google Shape;910;p30"/>
            <p:cNvSpPr/>
            <p:nvPr/>
          </p:nvSpPr>
          <p:spPr>
            <a:xfrm>
              <a:off x="220838" y="-10150"/>
              <a:ext cx="1241175" cy="540250"/>
            </a:xfrm>
            <a:custGeom>
              <a:avLst/>
              <a:gdLst/>
              <a:ahLst/>
              <a:cxnLst/>
              <a:rect l="l" t="t" r="r" b="b"/>
              <a:pathLst>
                <a:path w="49647" h="21610" extrusionOk="0">
                  <a:moveTo>
                    <a:pt x="46637" y="0"/>
                  </a:moveTo>
                  <a:cubicBezTo>
                    <a:pt x="46539" y="0"/>
                    <a:pt x="46440" y="21"/>
                    <a:pt x="46342" y="62"/>
                  </a:cubicBezTo>
                  <a:lnTo>
                    <a:pt x="44296" y="750"/>
                  </a:lnTo>
                  <a:cubicBezTo>
                    <a:pt x="44228" y="760"/>
                    <a:pt x="44159" y="780"/>
                    <a:pt x="44090" y="799"/>
                  </a:cubicBezTo>
                  <a:lnTo>
                    <a:pt x="40569" y="1989"/>
                  </a:lnTo>
                  <a:cubicBezTo>
                    <a:pt x="40490" y="2019"/>
                    <a:pt x="40422" y="2048"/>
                    <a:pt x="40353" y="2088"/>
                  </a:cubicBezTo>
                  <a:lnTo>
                    <a:pt x="36773" y="3307"/>
                  </a:lnTo>
                  <a:cubicBezTo>
                    <a:pt x="36694" y="3317"/>
                    <a:pt x="36615" y="3337"/>
                    <a:pt x="36537" y="3357"/>
                  </a:cubicBezTo>
                  <a:lnTo>
                    <a:pt x="33006" y="4556"/>
                  </a:lnTo>
                  <a:cubicBezTo>
                    <a:pt x="32927" y="4586"/>
                    <a:pt x="32859" y="4615"/>
                    <a:pt x="32790" y="4665"/>
                  </a:cubicBezTo>
                  <a:lnTo>
                    <a:pt x="28797" y="6012"/>
                  </a:lnTo>
                  <a:cubicBezTo>
                    <a:pt x="28708" y="6022"/>
                    <a:pt x="28620" y="6041"/>
                    <a:pt x="28541" y="6071"/>
                  </a:cubicBezTo>
                  <a:lnTo>
                    <a:pt x="25010" y="7261"/>
                  </a:lnTo>
                  <a:cubicBezTo>
                    <a:pt x="24932" y="7290"/>
                    <a:pt x="24853" y="7330"/>
                    <a:pt x="24774" y="7379"/>
                  </a:cubicBezTo>
                  <a:lnTo>
                    <a:pt x="20850" y="8707"/>
                  </a:lnTo>
                  <a:cubicBezTo>
                    <a:pt x="20762" y="8716"/>
                    <a:pt x="20673" y="8736"/>
                    <a:pt x="20585" y="8766"/>
                  </a:cubicBezTo>
                  <a:lnTo>
                    <a:pt x="17054" y="9965"/>
                  </a:lnTo>
                  <a:cubicBezTo>
                    <a:pt x="16966" y="9995"/>
                    <a:pt x="16887" y="10034"/>
                    <a:pt x="16808" y="10083"/>
                  </a:cubicBezTo>
                  <a:lnTo>
                    <a:pt x="12914" y="11411"/>
                  </a:lnTo>
                  <a:cubicBezTo>
                    <a:pt x="12815" y="11411"/>
                    <a:pt x="12727" y="11431"/>
                    <a:pt x="12628" y="11460"/>
                  </a:cubicBezTo>
                  <a:lnTo>
                    <a:pt x="9098" y="12660"/>
                  </a:lnTo>
                  <a:cubicBezTo>
                    <a:pt x="9009" y="12690"/>
                    <a:pt x="8921" y="12739"/>
                    <a:pt x="8832" y="12788"/>
                  </a:cubicBezTo>
                  <a:lnTo>
                    <a:pt x="905" y="15483"/>
                  </a:lnTo>
                  <a:cubicBezTo>
                    <a:pt x="305" y="15689"/>
                    <a:pt x="1" y="16348"/>
                    <a:pt x="227" y="16938"/>
                  </a:cubicBezTo>
                  <a:lnTo>
                    <a:pt x="1781" y="20912"/>
                  </a:lnTo>
                  <a:cubicBezTo>
                    <a:pt x="1948" y="21334"/>
                    <a:pt x="2351" y="21610"/>
                    <a:pt x="2813" y="21610"/>
                  </a:cubicBezTo>
                  <a:cubicBezTo>
                    <a:pt x="2931" y="21610"/>
                    <a:pt x="3049" y="21590"/>
                    <a:pt x="3167" y="21551"/>
                  </a:cubicBezTo>
                  <a:lnTo>
                    <a:pt x="5744" y="20675"/>
                  </a:lnTo>
                  <a:cubicBezTo>
                    <a:pt x="5783" y="20685"/>
                    <a:pt x="5823" y="20685"/>
                    <a:pt x="5872" y="20685"/>
                  </a:cubicBezTo>
                  <a:cubicBezTo>
                    <a:pt x="5980" y="20685"/>
                    <a:pt x="6098" y="20666"/>
                    <a:pt x="6206" y="20636"/>
                  </a:cubicBezTo>
                  <a:lnTo>
                    <a:pt x="9786" y="19485"/>
                  </a:lnTo>
                  <a:cubicBezTo>
                    <a:pt x="9983" y="19417"/>
                    <a:pt x="10150" y="19299"/>
                    <a:pt x="10288" y="19141"/>
                  </a:cubicBezTo>
                  <a:lnTo>
                    <a:pt x="13169" y="18168"/>
                  </a:lnTo>
                  <a:cubicBezTo>
                    <a:pt x="13228" y="18158"/>
                    <a:pt x="13287" y="18148"/>
                    <a:pt x="13336" y="18128"/>
                  </a:cubicBezTo>
                  <a:lnTo>
                    <a:pt x="16916" y="16978"/>
                  </a:lnTo>
                  <a:cubicBezTo>
                    <a:pt x="17044" y="16938"/>
                    <a:pt x="17162" y="16869"/>
                    <a:pt x="17270" y="16791"/>
                  </a:cubicBezTo>
                  <a:lnTo>
                    <a:pt x="20988" y="15532"/>
                  </a:lnTo>
                  <a:cubicBezTo>
                    <a:pt x="21106" y="15532"/>
                    <a:pt x="21224" y="15512"/>
                    <a:pt x="21342" y="15473"/>
                  </a:cubicBezTo>
                  <a:lnTo>
                    <a:pt x="22473" y="15089"/>
                  </a:lnTo>
                  <a:cubicBezTo>
                    <a:pt x="23260" y="14824"/>
                    <a:pt x="24066" y="14548"/>
                    <a:pt x="24883" y="14273"/>
                  </a:cubicBezTo>
                  <a:cubicBezTo>
                    <a:pt x="24991" y="14234"/>
                    <a:pt x="25099" y="14175"/>
                    <a:pt x="25197" y="14106"/>
                  </a:cubicBezTo>
                  <a:lnTo>
                    <a:pt x="28964" y="12827"/>
                  </a:lnTo>
                  <a:cubicBezTo>
                    <a:pt x="29082" y="12827"/>
                    <a:pt x="29200" y="12808"/>
                    <a:pt x="29308" y="12778"/>
                  </a:cubicBezTo>
                  <a:cubicBezTo>
                    <a:pt x="30488" y="12375"/>
                    <a:pt x="31659" y="11982"/>
                    <a:pt x="32839" y="11578"/>
                  </a:cubicBezTo>
                  <a:cubicBezTo>
                    <a:pt x="32937" y="11539"/>
                    <a:pt x="33036" y="11490"/>
                    <a:pt x="33124" y="11431"/>
                  </a:cubicBezTo>
                  <a:lnTo>
                    <a:pt x="36999" y="10123"/>
                  </a:lnTo>
                  <a:cubicBezTo>
                    <a:pt x="37097" y="10113"/>
                    <a:pt x="37206" y="10093"/>
                    <a:pt x="37304" y="10064"/>
                  </a:cubicBezTo>
                  <a:lnTo>
                    <a:pt x="38759" y="9572"/>
                  </a:lnTo>
                  <a:cubicBezTo>
                    <a:pt x="39458" y="9336"/>
                    <a:pt x="40156" y="9100"/>
                    <a:pt x="40835" y="8864"/>
                  </a:cubicBezTo>
                  <a:cubicBezTo>
                    <a:pt x="40923" y="8834"/>
                    <a:pt x="41012" y="8795"/>
                    <a:pt x="41090" y="8746"/>
                  </a:cubicBezTo>
                  <a:lnTo>
                    <a:pt x="44591" y="7566"/>
                  </a:lnTo>
                  <a:cubicBezTo>
                    <a:pt x="44680" y="7556"/>
                    <a:pt x="44769" y="7536"/>
                    <a:pt x="44857" y="7507"/>
                  </a:cubicBezTo>
                  <a:cubicBezTo>
                    <a:pt x="45722" y="7212"/>
                    <a:pt x="46529" y="6936"/>
                    <a:pt x="47276" y="6681"/>
                  </a:cubicBezTo>
                  <a:lnTo>
                    <a:pt x="48388" y="6307"/>
                  </a:lnTo>
                  <a:cubicBezTo>
                    <a:pt x="48457" y="6277"/>
                    <a:pt x="48525" y="6248"/>
                    <a:pt x="48594" y="6209"/>
                  </a:cubicBezTo>
                  <a:lnTo>
                    <a:pt x="48732" y="6159"/>
                  </a:lnTo>
                  <a:cubicBezTo>
                    <a:pt x="49342" y="5953"/>
                    <a:pt x="49647" y="5274"/>
                    <a:pt x="49401" y="4684"/>
                  </a:cubicBezTo>
                  <a:lnTo>
                    <a:pt x="47719" y="681"/>
                  </a:lnTo>
                  <a:cubicBezTo>
                    <a:pt x="47545" y="276"/>
                    <a:pt x="47162" y="3"/>
                    <a:pt x="46720" y="3"/>
                  </a:cubicBezTo>
                  <a:cubicBezTo>
                    <a:pt x="46712" y="3"/>
                    <a:pt x="46704" y="3"/>
                    <a:pt x="46696" y="3"/>
                  </a:cubicBezTo>
                  <a:cubicBezTo>
                    <a:pt x="46676" y="1"/>
                    <a:pt x="46657" y="0"/>
                    <a:pt x="46637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0"/>
            <p:cNvSpPr/>
            <p:nvPr/>
          </p:nvSpPr>
          <p:spPr>
            <a:xfrm>
              <a:off x="259938" y="212725"/>
              <a:ext cx="1378600" cy="1108825"/>
            </a:xfrm>
            <a:custGeom>
              <a:avLst/>
              <a:gdLst/>
              <a:ahLst/>
              <a:cxnLst/>
              <a:rect l="l" t="t" r="r" b="b"/>
              <a:pathLst>
                <a:path w="55144" h="44353" extrusionOk="0">
                  <a:moveTo>
                    <a:pt x="47660" y="0"/>
                  </a:moveTo>
                  <a:cubicBezTo>
                    <a:pt x="47578" y="0"/>
                    <a:pt x="47496" y="9"/>
                    <a:pt x="47414" y="28"/>
                  </a:cubicBezTo>
                  <a:lnTo>
                    <a:pt x="46735" y="185"/>
                  </a:lnTo>
                  <a:lnTo>
                    <a:pt x="46676" y="195"/>
                  </a:lnTo>
                  <a:lnTo>
                    <a:pt x="43037" y="1021"/>
                  </a:lnTo>
                  <a:lnTo>
                    <a:pt x="42949" y="1041"/>
                  </a:lnTo>
                  <a:lnTo>
                    <a:pt x="42909" y="1050"/>
                  </a:lnTo>
                  <a:lnTo>
                    <a:pt x="39713" y="1768"/>
                  </a:lnTo>
                  <a:cubicBezTo>
                    <a:pt x="39654" y="1759"/>
                    <a:pt x="39595" y="1759"/>
                    <a:pt x="39536" y="1759"/>
                  </a:cubicBezTo>
                  <a:cubicBezTo>
                    <a:pt x="39448" y="1759"/>
                    <a:pt x="39369" y="1768"/>
                    <a:pt x="39290" y="1788"/>
                  </a:cubicBezTo>
                  <a:lnTo>
                    <a:pt x="35651" y="2604"/>
                  </a:lnTo>
                  <a:cubicBezTo>
                    <a:pt x="35504" y="2634"/>
                    <a:pt x="35376" y="2703"/>
                    <a:pt x="35248" y="2781"/>
                  </a:cubicBezTo>
                  <a:lnTo>
                    <a:pt x="31521" y="3627"/>
                  </a:lnTo>
                  <a:cubicBezTo>
                    <a:pt x="31462" y="3617"/>
                    <a:pt x="31403" y="3607"/>
                    <a:pt x="31334" y="3607"/>
                  </a:cubicBezTo>
                  <a:cubicBezTo>
                    <a:pt x="31255" y="3607"/>
                    <a:pt x="31167" y="3617"/>
                    <a:pt x="31088" y="3637"/>
                  </a:cubicBezTo>
                  <a:lnTo>
                    <a:pt x="27449" y="4463"/>
                  </a:lnTo>
                  <a:cubicBezTo>
                    <a:pt x="27311" y="4493"/>
                    <a:pt x="27174" y="4552"/>
                    <a:pt x="27056" y="4640"/>
                  </a:cubicBezTo>
                  <a:lnTo>
                    <a:pt x="23328" y="5486"/>
                  </a:lnTo>
                  <a:cubicBezTo>
                    <a:pt x="23269" y="5466"/>
                    <a:pt x="23201" y="5466"/>
                    <a:pt x="23132" y="5466"/>
                  </a:cubicBezTo>
                  <a:cubicBezTo>
                    <a:pt x="23053" y="5466"/>
                    <a:pt x="22974" y="5476"/>
                    <a:pt x="22886" y="5496"/>
                  </a:cubicBezTo>
                  <a:lnTo>
                    <a:pt x="19257" y="6312"/>
                  </a:lnTo>
                  <a:cubicBezTo>
                    <a:pt x="19109" y="6342"/>
                    <a:pt x="18972" y="6410"/>
                    <a:pt x="18854" y="6499"/>
                  </a:cubicBezTo>
                  <a:lnTo>
                    <a:pt x="15097" y="7345"/>
                  </a:lnTo>
                  <a:cubicBezTo>
                    <a:pt x="15028" y="7335"/>
                    <a:pt x="14969" y="7325"/>
                    <a:pt x="14900" y="7325"/>
                  </a:cubicBezTo>
                  <a:cubicBezTo>
                    <a:pt x="14821" y="7325"/>
                    <a:pt x="14733" y="7335"/>
                    <a:pt x="14654" y="7355"/>
                  </a:cubicBezTo>
                  <a:lnTo>
                    <a:pt x="11015" y="8181"/>
                  </a:lnTo>
                  <a:cubicBezTo>
                    <a:pt x="10868" y="8210"/>
                    <a:pt x="10730" y="8269"/>
                    <a:pt x="10612" y="8358"/>
                  </a:cubicBezTo>
                  <a:lnTo>
                    <a:pt x="7317" y="9105"/>
                  </a:lnTo>
                  <a:cubicBezTo>
                    <a:pt x="7249" y="9091"/>
                    <a:pt x="7178" y="9084"/>
                    <a:pt x="7109" y="9084"/>
                  </a:cubicBezTo>
                  <a:cubicBezTo>
                    <a:pt x="7028" y="9084"/>
                    <a:pt x="6949" y="9094"/>
                    <a:pt x="6875" y="9115"/>
                  </a:cubicBezTo>
                  <a:lnTo>
                    <a:pt x="3236" y="9941"/>
                  </a:lnTo>
                  <a:cubicBezTo>
                    <a:pt x="3088" y="9971"/>
                    <a:pt x="2951" y="10030"/>
                    <a:pt x="2833" y="10118"/>
                  </a:cubicBezTo>
                  <a:lnTo>
                    <a:pt x="964" y="10541"/>
                  </a:lnTo>
                  <a:cubicBezTo>
                    <a:pt x="374" y="10679"/>
                    <a:pt x="0" y="11259"/>
                    <a:pt x="128" y="11859"/>
                  </a:cubicBezTo>
                  <a:lnTo>
                    <a:pt x="1013" y="15999"/>
                  </a:lnTo>
                  <a:cubicBezTo>
                    <a:pt x="1023" y="16019"/>
                    <a:pt x="1023" y="16029"/>
                    <a:pt x="1023" y="16048"/>
                  </a:cubicBezTo>
                  <a:lnTo>
                    <a:pt x="1023" y="16058"/>
                  </a:lnTo>
                  <a:lnTo>
                    <a:pt x="1033" y="16107"/>
                  </a:lnTo>
                  <a:lnTo>
                    <a:pt x="6855" y="43478"/>
                  </a:lnTo>
                  <a:cubicBezTo>
                    <a:pt x="6963" y="43989"/>
                    <a:pt x="7416" y="44353"/>
                    <a:pt x="7937" y="44353"/>
                  </a:cubicBezTo>
                  <a:cubicBezTo>
                    <a:pt x="8016" y="44353"/>
                    <a:pt x="8094" y="44343"/>
                    <a:pt x="8173" y="44323"/>
                  </a:cubicBezTo>
                  <a:lnTo>
                    <a:pt x="54170" y="34489"/>
                  </a:lnTo>
                  <a:cubicBezTo>
                    <a:pt x="54760" y="34371"/>
                    <a:pt x="55144" y="33790"/>
                    <a:pt x="55026" y="33200"/>
                  </a:cubicBezTo>
                  <a:lnTo>
                    <a:pt x="48751" y="893"/>
                  </a:lnTo>
                  <a:cubicBezTo>
                    <a:pt x="48649" y="366"/>
                    <a:pt x="48179" y="0"/>
                    <a:pt x="47660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248725" y="11400"/>
              <a:ext cx="1178225" cy="485125"/>
            </a:xfrm>
            <a:custGeom>
              <a:avLst/>
              <a:gdLst/>
              <a:ahLst/>
              <a:cxnLst/>
              <a:rect l="l" t="t" r="r" b="b"/>
              <a:pathLst>
                <a:path w="47129" h="19405" extrusionOk="0">
                  <a:moveTo>
                    <a:pt x="45447" y="1"/>
                  </a:moveTo>
                  <a:lnTo>
                    <a:pt x="1" y="15431"/>
                  </a:lnTo>
                  <a:lnTo>
                    <a:pt x="1555" y="19405"/>
                  </a:lnTo>
                  <a:lnTo>
                    <a:pt x="47129" y="4013"/>
                  </a:lnTo>
                  <a:lnTo>
                    <a:pt x="45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453775" y="296600"/>
              <a:ext cx="177800" cy="114375"/>
            </a:xfrm>
            <a:custGeom>
              <a:avLst/>
              <a:gdLst/>
              <a:ahLst/>
              <a:cxnLst/>
              <a:rect l="l" t="t" r="r" b="b"/>
              <a:pathLst>
                <a:path w="7112" h="4575" extrusionOk="0">
                  <a:moveTo>
                    <a:pt x="3532" y="1"/>
                  </a:moveTo>
                  <a:lnTo>
                    <a:pt x="1" y="1201"/>
                  </a:lnTo>
                  <a:lnTo>
                    <a:pt x="3532" y="4574"/>
                  </a:lnTo>
                  <a:lnTo>
                    <a:pt x="7111" y="3423"/>
                  </a:lnTo>
                  <a:lnTo>
                    <a:pt x="35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275525" y="359300"/>
              <a:ext cx="177800" cy="114350"/>
            </a:xfrm>
            <a:custGeom>
              <a:avLst/>
              <a:gdLst/>
              <a:ahLst/>
              <a:cxnLst/>
              <a:rect l="l" t="t" r="r" b="b"/>
              <a:pathLst>
                <a:path w="7112" h="4574" extrusionOk="0">
                  <a:moveTo>
                    <a:pt x="3531" y="1"/>
                  </a:moveTo>
                  <a:lnTo>
                    <a:pt x="1" y="1201"/>
                  </a:lnTo>
                  <a:lnTo>
                    <a:pt x="3531" y="4574"/>
                  </a:lnTo>
                  <a:lnTo>
                    <a:pt x="7111" y="3413"/>
                  </a:lnTo>
                  <a:lnTo>
                    <a:pt x="35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652700" y="229250"/>
              <a:ext cx="177775" cy="115325"/>
            </a:xfrm>
            <a:custGeom>
              <a:avLst/>
              <a:gdLst/>
              <a:ahLst/>
              <a:cxnLst/>
              <a:rect l="l" t="t" r="r" b="b"/>
              <a:pathLst>
                <a:path w="7111" h="4613" extrusionOk="0">
                  <a:moveTo>
                    <a:pt x="3531" y="0"/>
                  </a:moveTo>
                  <a:lnTo>
                    <a:pt x="0" y="1200"/>
                  </a:lnTo>
                  <a:lnTo>
                    <a:pt x="3570" y="4613"/>
                  </a:lnTo>
                  <a:lnTo>
                    <a:pt x="7111" y="3413"/>
                  </a:lnTo>
                  <a:lnTo>
                    <a:pt x="35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0"/>
            <p:cNvSpPr/>
            <p:nvPr/>
          </p:nvSpPr>
          <p:spPr>
            <a:xfrm>
              <a:off x="851600" y="161875"/>
              <a:ext cx="177800" cy="115350"/>
            </a:xfrm>
            <a:custGeom>
              <a:avLst/>
              <a:gdLst/>
              <a:ahLst/>
              <a:cxnLst/>
              <a:rect l="l" t="t" r="r" b="b"/>
              <a:pathLst>
                <a:path w="7112" h="4614" extrusionOk="0">
                  <a:moveTo>
                    <a:pt x="3531" y="1"/>
                  </a:moveTo>
                  <a:lnTo>
                    <a:pt x="1" y="1191"/>
                  </a:lnTo>
                  <a:lnTo>
                    <a:pt x="3580" y="4613"/>
                  </a:lnTo>
                  <a:cubicBezTo>
                    <a:pt x="4761" y="4210"/>
                    <a:pt x="5931" y="3816"/>
                    <a:pt x="7111" y="3413"/>
                  </a:cubicBezTo>
                  <a:lnTo>
                    <a:pt x="35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0"/>
            <p:cNvSpPr/>
            <p:nvPr/>
          </p:nvSpPr>
          <p:spPr>
            <a:xfrm>
              <a:off x="1051500" y="94025"/>
              <a:ext cx="177775" cy="115325"/>
            </a:xfrm>
            <a:custGeom>
              <a:avLst/>
              <a:gdLst/>
              <a:ahLst/>
              <a:cxnLst/>
              <a:rect l="l" t="t" r="r" b="b"/>
              <a:pathLst>
                <a:path w="7111" h="4613" extrusionOk="0">
                  <a:moveTo>
                    <a:pt x="3531" y="0"/>
                  </a:moveTo>
                  <a:lnTo>
                    <a:pt x="0" y="1200"/>
                  </a:lnTo>
                  <a:lnTo>
                    <a:pt x="3580" y="4613"/>
                  </a:lnTo>
                  <a:cubicBezTo>
                    <a:pt x="4790" y="4200"/>
                    <a:pt x="5970" y="3806"/>
                    <a:pt x="7111" y="3423"/>
                  </a:cubicBezTo>
                  <a:lnTo>
                    <a:pt x="35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286600" y="234650"/>
              <a:ext cx="1318125" cy="1053325"/>
            </a:xfrm>
            <a:custGeom>
              <a:avLst/>
              <a:gdLst/>
              <a:ahLst/>
              <a:cxnLst/>
              <a:rect l="l" t="t" r="r" b="b"/>
              <a:pathLst>
                <a:path w="52725" h="42133" extrusionOk="0">
                  <a:moveTo>
                    <a:pt x="46450" y="1"/>
                  </a:moveTo>
                  <a:lnTo>
                    <a:pt x="45703" y="168"/>
                  </a:lnTo>
                  <a:lnTo>
                    <a:pt x="43627" y="2292"/>
                  </a:lnTo>
                  <a:lnTo>
                    <a:pt x="41946" y="1014"/>
                  </a:lnTo>
                  <a:lnTo>
                    <a:pt x="0" y="10514"/>
                  </a:lnTo>
                  <a:lnTo>
                    <a:pt x="6737" y="42133"/>
                  </a:lnTo>
                  <a:lnTo>
                    <a:pt x="52725" y="32298"/>
                  </a:lnTo>
                  <a:lnTo>
                    <a:pt x="464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413450" y="645750"/>
              <a:ext cx="67650" cy="67150"/>
            </a:xfrm>
            <a:custGeom>
              <a:avLst/>
              <a:gdLst/>
              <a:ahLst/>
              <a:cxnLst/>
              <a:rect l="l" t="t" r="r" b="b"/>
              <a:pathLst>
                <a:path w="2706" h="2686" extrusionOk="0">
                  <a:moveTo>
                    <a:pt x="1313" y="234"/>
                  </a:moveTo>
                  <a:cubicBezTo>
                    <a:pt x="1819" y="234"/>
                    <a:pt x="2194" y="542"/>
                    <a:pt x="2302" y="1033"/>
                  </a:cubicBezTo>
                  <a:cubicBezTo>
                    <a:pt x="2420" y="1613"/>
                    <a:pt x="2096" y="2115"/>
                    <a:pt x="1447" y="2252"/>
                  </a:cubicBezTo>
                  <a:lnTo>
                    <a:pt x="729" y="2410"/>
                  </a:lnTo>
                  <a:lnTo>
                    <a:pt x="306" y="423"/>
                  </a:lnTo>
                  <a:lnTo>
                    <a:pt x="1024" y="266"/>
                  </a:lnTo>
                  <a:cubicBezTo>
                    <a:pt x="1124" y="245"/>
                    <a:pt x="1221" y="234"/>
                    <a:pt x="1313" y="234"/>
                  </a:cubicBezTo>
                  <a:close/>
                  <a:moveTo>
                    <a:pt x="1341" y="1"/>
                  </a:moveTo>
                  <a:cubicBezTo>
                    <a:pt x="1227" y="1"/>
                    <a:pt x="1108" y="13"/>
                    <a:pt x="984" y="40"/>
                  </a:cubicBezTo>
                  <a:lnTo>
                    <a:pt x="1" y="246"/>
                  </a:lnTo>
                  <a:lnTo>
                    <a:pt x="522" y="2685"/>
                  </a:lnTo>
                  <a:lnTo>
                    <a:pt x="1506" y="2469"/>
                  </a:lnTo>
                  <a:cubicBezTo>
                    <a:pt x="2292" y="2302"/>
                    <a:pt x="2706" y="1692"/>
                    <a:pt x="2548" y="974"/>
                  </a:cubicBezTo>
                  <a:cubicBezTo>
                    <a:pt x="2424" y="368"/>
                    <a:pt x="1957" y="1"/>
                    <a:pt x="134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489425" y="634425"/>
              <a:ext cx="19450" cy="62250"/>
            </a:xfrm>
            <a:custGeom>
              <a:avLst/>
              <a:gdLst/>
              <a:ahLst/>
              <a:cxnLst/>
              <a:rect l="l" t="t" r="r" b="b"/>
              <a:pathLst>
                <a:path w="778" h="2490" extrusionOk="0">
                  <a:moveTo>
                    <a:pt x="257" y="1"/>
                  </a:moveTo>
                  <a:lnTo>
                    <a:pt x="1" y="50"/>
                  </a:lnTo>
                  <a:lnTo>
                    <a:pt x="522" y="2489"/>
                  </a:lnTo>
                  <a:lnTo>
                    <a:pt x="778" y="2430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520175" y="623400"/>
              <a:ext cx="61475" cy="66625"/>
            </a:xfrm>
            <a:custGeom>
              <a:avLst/>
              <a:gdLst/>
              <a:ahLst/>
              <a:cxnLst/>
              <a:rect l="l" t="t" r="r" b="b"/>
              <a:pathLst>
                <a:path w="2459" h="2665" extrusionOk="0">
                  <a:moveTo>
                    <a:pt x="1202" y="227"/>
                  </a:moveTo>
                  <a:cubicBezTo>
                    <a:pt x="1543" y="227"/>
                    <a:pt x="1756" y="396"/>
                    <a:pt x="1820" y="707"/>
                  </a:cubicBezTo>
                  <a:lnTo>
                    <a:pt x="1820" y="717"/>
                  </a:lnTo>
                  <a:cubicBezTo>
                    <a:pt x="1908" y="1101"/>
                    <a:pt x="1702" y="1376"/>
                    <a:pt x="1210" y="1484"/>
                  </a:cubicBezTo>
                  <a:lnTo>
                    <a:pt x="561" y="1622"/>
                  </a:lnTo>
                  <a:lnTo>
                    <a:pt x="305" y="403"/>
                  </a:lnTo>
                  <a:lnTo>
                    <a:pt x="944" y="255"/>
                  </a:lnTo>
                  <a:cubicBezTo>
                    <a:pt x="1037" y="237"/>
                    <a:pt x="1123" y="227"/>
                    <a:pt x="1202" y="227"/>
                  </a:cubicBezTo>
                  <a:close/>
                  <a:moveTo>
                    <a:pt x="1235" y="0"/>
                  </a:moveTo>
                  <a:cubicBezTo>
                    <a:pt x="1132" y="0"/>
                    <a:pt x="1022" y="13"/>
                    <a:pt x="905" y="39"/>
                  </a:cubicBezTo>
                  <a:lnTo>
                    <a:pt x="0" y="226"/>
                  </a:lnTo>
                  <a:lnTo>
                    <a:pt x="522" y="2665"/>
                  </a:lnTo>
                  <a:lnTo>
                    <a:pt x="777" y="2615"/>
                  </a:lnTo>
                  <a:lnTo>
                    <a:pt x="610" y="1838"/>
                  </a:lnTo>
                  <a:lnTo>
                    <a:pt x="1269" y="1701"/>
                  </a:lnTo>
                  <a:cubicBezTo>
                    <a:pt x="1328" y="1681"/>
                    <a:pt x="1397" y="1671"/>
                    <a:pt x="1456" y="1652"/>
                  </a:cubicBezTo>
                  <a:lnTo>
                    <a:pt x="2184" y="2311"/>
                  </a:lnTo>
                  <a:lnTo>
                    <a:pt x="2459" y="2252"/>
                  </a:lnTo>
                  <a:lnTo>
                    <a:pt x="1692" y="1543"/>
                  </a:lnTo>
                  <a:cubicBezTo>
                    <a:pt x="2007" y="1376"/>
                    <a:pt x="2174" y="1012"/>
                    <a:pt x="2085" y="658"/>
                  </a:cubicBezTo>
                  <a:cubicBezTo>
                    <a:pt x="1989" y="235"/>
                    <a:pt x="1680" y="0"/>
                    <a:pt x="123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587300" y="605925"/>
              <a:ext cx="56075" cy="69850"/>
            </a:xfrm>
            <a:custGeom>
              <a:avLst/>
              <a:gdLst/>
              <a:ahLst/>
              <a:cxnLst/>
              <a:rect l="l" t="t" r="r" b="b"/>
              <a:pathLst>
                <a:path w="2243" h="2794" extrusionOk="0">
                  <a:moveTo>
                    <a:pt x="1672" y="0"/>
                  </a:moveTo>
                  <a:lnTo>
                    <a:pt x="0" y="354"/>
                  </a:lnTo>
                  <a:lnTo>
                    <a:pt x="521" y="2793"/>
                  </a:lnTo>
                  <a:lnTo>
                    <a:pt x="2242" y="2419"/>
                  </a:lnTo>
                  <a:lnTo>
                    <a:pt x="2193" y="2203"/>
                  </a:lnTo>
                  <a:lnTo>
                    <a:pt x="738" y="2508"/>
                  </a:lnTo>
                  <a:lnTo>
                    <a:pt x="541" y="1603"/>
                  </a:lnTo>
                  <a:lnTo>
                    <a:pt x="1800" y="1338"/>
                  </a:lnTo>
                  <a:lnTo>
                    <a:pt x="1751" y="1121"/>
                  </a:lnTo>
                  <a:lnTo>
                    <a:pt x="492" y="1387"/>
                  </a:lnTo>
                  <a:lnTo>
                    <a:pt x="305" y="521"/>
                  </a:lnTo>
                  <a:lnTo>
                    <a:pt x="1711" y="216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646800" y="594325"/>
              <a:ext cx="62725" cy="63825"/>
            </a:xfrm>
            <a:custGeom>
              <a:avLst/>
              <a:gdLst/>
              <a:ahLst/>
              <a:cxnLst/>
              <a:rect l="l" t="t" r="r" b="b"/>
              <a:pathLst>
                <a:path w="2509" h="2553" extrusionOk="0">
                  <a:moveTo>
                    <a:pt x="1469" y="1"/>
                  </a:moveTo>
                  <a:cubicBezTo>
                    <a:pt x="1366" y="1"/>
                    <a:pt x="1263" y="14"/>
                    <a:pt x="1161" y="41"/>
                  </a:cubicBezTo>
                  <a:cubicBezTo>
                    <a:pt x="423" y="199"/>
                    <a:pt x="0" y="838"/>
                    <a:pt x="148" y="1546"/>
                  </a:cubicBezTo>
                  <a:cubicBezTo>
                    <a:pt x="283" y="2161"/>
                    <a:pt x="779" y="2553"/>
                    <a:pt x="1383" y="2553"/>
                  </a:cubicBezTo>
                  <a:cubicBezTo>
                    <a:pt x="1483" y="2553"/>
                    <a:pt x="1587" y="2542"/>
                    <a:pt x="1692" y="2520"/>
                  </a:cubicBezTo>
                  <a:cubicBezTo>
                    <a:pt x="2026" y="2461"/>
                    <a:pt x="2331" y="2254"/>
                    <a:pt x="2508" y="1969"/>
                  </a:cubicBezTo>
                  <a:lnTo>
                    <a:pt x="2311" y="1841"/>
                  </a:lnTo>
                  <a:cubicBezTo>
                    <a:pt x="2164" y="2067"/>
                    <a:pt x="1928" y="2234"/>
                    <a:pt x="1652" y="2284"/>
                  </a:cubicBezTo>
                  <a:cubicBezTo>
                    <a:pt x="1581" y="2299"/>
                    <a:pt x="1510" y="2306"/>
                    <a:pt x="1439" y="2306"/>
                  </a:cubicBezTo>
                  <a:cubicBezTo>
                    <a:pt x="966" y="2306"/>
                    <a:pt x="536" y="1975"/>
                    <a:pt x="433" y="1487"/>
                  </a:cubicBezTo>
                  <a:cubicBezTo>
                    <a:pt x="315" y="936"/>
                    <a:pt x="669" y="385"/>
                    <a:pt x="1220" y="267"/>
                  </a:cubicBezTo>
                  <a:cubicBezTo>
                    <a:pt x="1301" y="247"/>
                    <a:pt x="1382" y="237"/>
                    <a:pt x="1463" y="237"/>
                  </a:cubicBezTo>
                  <a:cubicBezTo>
                    <a:pt x="1654" y="237"/>
                    <a:pt x="1840" y="294"/>
                    <a:pt x="2006" y="405"/>
                  </a:cubicBezTo>
                  <a:lnTo>
                    <a:pt x="2124" y="199"/>
                  </a:lnTo>
                  <a:cubicBezTo>
                    <a:pt x="1927" y="69"/>
                    <a:pt x="1700" y="1"/>
                    <a:pt x="146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705800" y="578875"/>
              <a:ext cx="50425" cy="66900"/>
            </a:xfrm>
            <a:custGeom>
              <a:avLst/>
              <a:gdLst/>
              <a:ahLst/>
              <a:cxnLst/>
              <a:rect l="l" t="t" r="r" b="b"/>
              <a:pathLst>
                <a:path w="2017" h="2676" extrusionOk="0">
                  <a:moveTo>
                    <a:pt x="1967" y="0"/>
                  </a:moveTo>
                  <a:lnTo>
                    <a:pt x="1" y="423"/>
                  </a:lnTo>
                  <a:lnTo>
                    <a:pt x="50" y="640"/>
                  </a:lnTo>
                  <a:lnTo>
                    <a:pt x="905" y="462"/>
                  </a:lnTo>
                  <a:lnTo>
                    <a:pt x="1368" y="2675"/>
                  </a:lnTo>
                  <a:lnTo>
                    <a:pt x="1623" y="2616"/>
                  </a:lnTo>
                  <a:lnTo>
                    <a:pt x="1151" y="403"/>
                  </a:lnTo>
                  <a:lnTo>
                    <a:pt x="2017" y="217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766050" y="568850"/>
              <a:ext cx="71550" cy="63575"/>
            </a:xfrm>
            <a:custGeom>
              <a:avLst/>
              <a:gdLst/>
              <a:ahLst/>
              <a:cxnLst/>
              <a:rect l="l" t="t" r="r" b="b"/>
              <a:pathLst>
                <a:path w="2862" h="2543" extrusionOk="0">
                  <a:moveTo>
                    <a:pt x="1420" y="215"/>
                  </a:moveTo>
                  <a:cubicBezTo>
                    <a:pt x="1882" y="215"/>
                    <a:pt x="2339" y="515"/>
                    <a:pt x="2449" y="1050"/>
                  </a:cubicBezTo>
                  <a:lnTo>
                    <a:pt x="2459" y="1050"/>
                  </a:lnTo>
                  <a:cubicBezTo>
                    <a:pt x="2596" y="1621"/>
                    <a:pt x="2223" y="2181"/>
                    <a:pt x="1652" y="2280"/>
                  </a:cubicBezTo>
                  <a:cubicBezTo>
                    <a:pt x="1573" y="2297"/>
                    <a:pt x="1496" y="2305"/>
                    <a:pt x="1421" y="2305"/>
                  </a:cubicBezTo>
                  <a:cubicBezTo>
                    <a:pt x="626" y="2305"/>
                    <a:pt x="84" y="1405"/>
                    <a:pt x="551" y="686"/>
                  </a:cubicBezTo>
                  <a:cubicBezTo>
                    <a:pt x="763" y="365"/>
                    <a:pt x="1093" y="215"/>
                    <a:pt x="1420" y="215"/>
                  </a:cubicBezTo>
                  <a:close/>
                  <a:moveTo>
                    <a:pt x="1494" y="0"/>
                  </a:moveTo>
                  <a:cubicBezTo>
                    <a:pt x="1389" y="0"/>
                    <a:pt x="1281" y="12"/>
                    <a:pt x="1170" y="37"/>
                  </a:cubicBezTo>
                  <a:cubicBezTo>
                    <a:pt x="433" y="195"/>
                    <a:pt x="0" y="834"/>
                    <a:pt x="157" y="1542"/>
                  </a:cubicBezTo>
                  <a:cubicBezTo>
                    <a:pt x="283" y="2153"/>
                    <a:pt x="778" y="2543"/>
                    <a:pt x="1378" y="2543"/>
                  </a:cubicBezTo>
                  <a:cubicBezTo>
                    <a:pt x="1483" y="2543"/>
                    <a:pt x="1591" y="2531"/>
                    <a:pt x="1701" y="2506"/>
                  </a:cubicBezTo>
                  <a:cubicBezTo>
                    <a:pt x="2429" y="2349"/>
                    <a:pt x="2862" y="1709"/>
                    <a:pt x="2705" y="1001"/>
                  </a:cubicBezTo>
                  <a:cubicBezTo>
                    <a:pt x="2579" y="390"/>
                    <a:pt x="2091" y="0"/>
                    <a:pt x="149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846200" y="553575"/>
              <a:ext cx="61475" cy="66625"/>
            </a:xfrm>
            <a:custGeom>
              <a:avLst/>
              <a:gdLst/>
              <a:ahLst/>
              <a:cxnLst/>
              <a:rect l="l" t="t" r="r" b="b"/>
              <a:pathLst>
                <a:path w="2459" h="2665" extrusionOk="0">
                  <a:moveTo>
                    <a:pt x="1201" y="227"/>
                  </a:moveTo>
                  <a:cubicBezTo>
                    <a:pt x="1543" y="227"/>
                    <a:pt x="1756" y="398"/>
                    <a:pt x="1820" y="717"/>
                  </a:cubicBezTo>
                  <a:cubicBezTo>
                    <a:pt x="1908" y="1101"/>
                    <a:pt x="1692" y="1376"/>
                    <a:pt x="1210" y="1484"/>
                  </a:cubicBezTo>
                  <a:lnTo>
                    <a:pt x="561" y="1622"/>
                  </a:lnTo>
                  <a:lnTo>
                    <a:pt x="305" y="403"/>
                  </a:lnTo>
                  <a:lnTo>
                    <a:pt x="944" y="255"/>
                  </a:lnTo>
                  <a:cubicBezTo>
                    <a:pt x="1037" y="237"/>
                    <a:pt x="1122" y="227"/>
                    <a:pt x="1201" y="227"/>
                  </a:cubicBezTo>
                  <a:close/>
                  <a:moveTo>
                    <a:pt x="1235" y="0"/>
                  </a:moveTo>
                  <a:cubicBezTo>
                    <a:pt x="1132" y="0"/>
                    <a:pt x="1022" y="13"/>
                    <a:pt x="905" y="39"/>
                  </a:cubicBezTo>
                  <a:lnTo>
                    <a:pt x="0" y="235"/>
                  </a:lnTo>
                  <a:lnTo>
                    <a:pt x="521" y="2664"/>
                  </a:lnTo>
                  <a:lnTo>
                    <a:pt x="777" y="2615"/>
                  </a:lnTo>
                  <a:lnTo>
                    <a:pt x="610" y="1838"/>
                  </a:lnTo>
                  <a:lnTo>
                    <a:pt x="1259" y="1701"/>
                  </a:lnTo>
                  <a:cubicBezTo>
                    <a:pt x="1328" y="1681"/>
                    <a:pt x="1397" y="1671"/>
                    <a:pt x="1456" y="1652"/>
                  </a:cubicBezTo>
                  <a:lnTo>
                    <a:pt x="2184" y="2310"/>
                  </a:lnTo>
                  <a:lnTo>
                    <a:pt x="2459" y="2251"/>
                  </a:lnTo>
                  <a:lnTo>
                    <a:pt x="1692" y="1543"/>
                  </a:lnTo>
                  <a:cubicBezTo>
                    <a:pt x="2006" y="1376"/>
                    <a:pt x="2174" y="1012"/>
                    <a:pt x="2085" y="658"/>
                  </a:cubicBezTo>
                  <a:cubicBezTo>
                    <a:pt x="1989" y="235"/>
                    <a:pt x="1680" y="0"/>
                    <a:pt x="123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525575" y="1019700"/>
              <a:ext cx="71075" cy="69375"/>
            </a:xfrm>
            <a:custGeom>
              <a:avLst/>
              <a:gdLst/>
              <a:ahLst/>
              <a:cxnLst/>
              <a:rect l="l" t="t" r="r" b="b"/>
              <a:pathLst>
                <a:path w="2843" h="2775" extrusionOk="0">
                  <a:moveTo>
                    <a:pt x="2351" y="1"/>
                  </a:moveTo>
                  <a:lnTo>
                    <a:pt x="2164" y="50"/>
                  </a:lnTo>
                  <a:lnTo>
                    <a:pt x="1545" y="1938"/>
                  </a:lnTo>
                  <a:lnTo>
                    <a:pt x="197" y="463"/>
                  </a:lnTo>
                  <a:lnTo>
                    <a:pt x="1" y="503"/>
                  </a:lnTo>
                  <a:lnTo>
                    <a:pt x="492" y="2774"/>
                  </a:lnTo>
                  <a:lnTo>
                    <a:pt x="719" y="2725"/>
                  </a:lnTo>
                  <a:lnTo>
                    <a:pt x="325" y="916"/>
                  </a:lnTo>
                  <a:lnTo>
                    <a:pt x="1545" y="2243"/>
                  </a:lnTo>
                  <a:lnTo>
                    <a:pt x="1663" y="2224"/>
                  </a:lnTo>
                  <a:lnTo>
                    <a:pt x="2223" y="503"/>
                  </a:lnTo>
                  <a:lnTo>
                    <a:pt x="2617" y="2312"/>
                  </a:lnTo>
                  <a:lnTo>
                    <a:pt x="2843" y="2263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604500" y="1008100"/>
              <a:ext cx="66650" cy="59375"/>
            </a:xfrm>
            <a:custGeom>
              <a:avLst/>
              <a:gdLst/>
              <a:ahLst/>
              <a:cxnLst/>
              <a:rect l="l" t="t" r="r" b="b"/>
              <a:pathLst>
                <a:path w="2666" h="2375" extrusionOk="0">
                  <a:moveTo>
                    <a:pt x="1324" y="202"/>
                  </a:moveTo>
                  <a:cubicBezTo>
                    <a:pt x="1757" y="202"/>
                    <a:pt x="2184" y="484"/>
                    <a:pt x="2282" y="986"/>
                  </a:cubicBezTo>
                  <a:cubicBezTo>
                    <a:pt x="2410" y="1507"/>
                    <a:pt x="2066" y="2039"/>
                    <a:pt x="1535" y="2127"/>
                  </a:cubicBezTo>
                  <a:cubicBezTo>
                    <a:pt x="1461" y="2143"/>
                    <a:pt x="1389" y="2151"/>
                    <a:pt x="1319" y="2151"/>
                  </a:cubicBezTo>
                  <a:cubicBezTo>
                    <a:pt x="584" y="2151"/>
                    <a:pt x="81" y="1306"/>
                    <a:pt x="512" y="642"/>
                  </a:cubicBezTo>
                  <a:cubicBezTo>
                    <a:pt x="711" y="341"/>
                    <a:pt x="1019" y="202"/>
                    <a:pt x="1324" y="202"/>
                  </a:cubicBezTo>
                  <a:close/>
                  <a:moveTo>
                    <a:pt x="1382" y="1"/>
                  </a:moveTo>
                  <a:cubicBezTo>
                    <a:pt x="1288" y="1"/>
                    <a:pt x="1191" y="11"/>
                    <a:pt x="1092" y="32"/>
                  </a:cubicBezTo>
                  <a:cubicBezTo>
                    <a:pt x="404" y="180"/>
                    <a:pt x="1" y="780"/>
                    <a:pt x="138" y="1448"/>
                  </a:cubicBezTo>
                  <a:cubicBezTo>
                    <a:pt x="265" y="2013"/>
                    <a:pt x="737" y="2375"/>
                    <a:pt x="1296" y="2375"/>
                  </a:cubicBezTo>
                  <a:cubicBezTo>
                    <a:pt x="1390" y="2375"/>
                    <a:pt x="1486" y="2365"/>
                    <a:pt x="1584" y="2343"/>
                  </a:cubicBezTo>
                  <a:cubicBezTo>
                    <a:pt x="2263" y="2196"/>
                    <a:pt x="2666" y="1596"/>
                    <a:pt x="2528" y="937"/>
                  </a:cubicBezTo>
                  <a:cubicBezTo>
                    <a:pt x="2402" y="364"/>
                    <a:pt x="1944" y="1"/>
                    <a:pt x="138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668425" y="989725"/>
              <a:ext cx="56075" cy="63200"/>
            </a:xfrm>
            <a:custGeom>
              <a:avLst/>
              <a:gdLst/>
              <a:ahLst/>
              <a:cxnLst/>
              <a:rect l="l" t="t" r="r" b="b"/>
              <a:pathLst>
                <a:path w="2243" h="2528" extrusionOk="0">
                  <a:moveTo>
                    <a:pt x="2243" y="0"/>
                  </a:moveTo>
                  <a:lnTo>
                    <a:pt x="2007" y="49"/>
                  </a:lnTo>
                  <a:lnTo>
                    <a:pt x="1555" y="2203"/>
                  </a:lnTo>
                  <a:lnTo>
                    <a:pt x="256" y="423"/>
                  </a:lnTo>
                  <a:lnTo>
                    <a:pt x="1" y="472"/>
                  </a:lnTo>
                  <a:lnTo>
                    <a:pt x="1496" y="2528"/>
                  </a:lnTo>
                  <a:lnTo>
                    <a:pt x="1732" y="2478"/>
                  </a:lnTo>
                  <a:lnTo>
                    <a:pt x="2243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736775" y="985775"/>
              <a:ext cx="18475" cy="58050"/>
            </a:xfrm>
            <a:custGeom>
              <a:avLst/>
              <a:gdLst/>
              <a:ahLst/>
              <a:cxnLst/>
              <a:rect l="l" t="t" r="r" b="b"/>
              <a:pathLst>
                <a:path w="739" h="2322" extrusionOk="0">
                  <a:moveTo>
                    <a:pt x="247" y="1"/>
                  </a:moveTo>
                  <a:lnTo>
                    <a:pt x="1" y="50"/>
                  </a:lnTo>
                  <a:lnTo>
                    <a:pt x="492" y="2322"/>
                  </a:lnTo>
                  <a:lnTo>
                    <a:pt x="738" y="2263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765300" y="972500"/>
              <a:ext cx="52400" cy="65175"/>
            </a:xfrm>
            <a:custGeom>
              <a:avLst/>
              <a:gdLst/>
              <a:ahLst/>
              <a:cxnLst/>
              <a:rect l="l" t="t" r="r" b="b"/>
              <a:pathLst>
                <a:path w="2096" h="2607" extrusionOk="0">
                  <a:moveTo>
                    <a:pt x="1554" y="1"/>
                  </a:moveTo>
                  <a:lnTo>
                    <a:pt x="1" y="335"/>
                  </a:lnTo>
                  <a:lnTo>
                    <a:pt x="492" y="2607"/>
                  </a:lnTo>
                  <a:lnTo>
                    <a:pt x="2095" y="2263"/>
                  </a:lnTo>
                  <a:lnTo>
                    <a:pt x="2056" y="2056"/>
                  </a:lnTo>
                  <a:lnTo>
                    <a:pt x="679" y="2341"/>
                  </a:lnTo>
                  <a:lnTo>
                    <a:pt x="502" y="1496"/>
                  </a:lnTo>
                  <a:lnTo>
                    <a:pt x="1672" y="1250"/>
                  </a:lnTo>
                  <a:lnTo>
                    <a:pt x="1633" y="1043"/>
                  </a:lnTo>
                  <a:lnTo>
                    <a:pt x="453" y="1299"/>
                  </a:lnTo>
                  <a:lnTo>
                    <a:pt x="286" y="492"/>
                  </a:lnTo>
                  <a:lnTo>
                    <a:pt x="1604" y="207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1121825" y="278425"/>
              <a:ext cx="122700" cy="140400"/>
            </a:xfrm>
            <a:custGeom>
              <a:avLst/>
              <a:gdLst/>
              <a:ahLst/>
              <a:cxnLst/>
              <a:rect l="l" t="t" r="r" b="b"/>
              <a:pathLst>
                <a:path w="4908" h="5616" extrusionOk="0">
                  <a:moveTo>
                    <a:pt x="4908" y="0"/>
                  </a:moveTo>
                  <a:lnTo>
                    <a:pt x="1269" y="826"/>
                  </a:lnTo>
                  <a:lnTo>
                    <a:pt x="0" y="5616"/>
                  </a:lnTo>
                  <a:lnTo>
                    <a:pt x="0" y="5616"/>
                  </a:lnTo>
                  <a:lnTo>
                    <a:pt x="3777" y="4829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1306450" y="23882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9" y="1"/>
                  </a:moveTo>
                  <a:lnTo>
                    <a:pt x="1270" y="817"/>
                  </a:lnTo>
                  <a:lnTo>
                    <a:pt x="1" y="5607"/>
                  </a:lnTo>
                  <a:lnTo>
                    <a:pt x="3650" y="4721"/>
                  </a:lnTo>
                  <a:lnTo>
                    <a:pt x="4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917000" y="32487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8" y="1"/>
                  </a:moveTo>
                  <a:lnTo>
                    <a:pt x="1269" y="817"/>
                  </a:lnTo>
                  <a:lnTo>
                    <a:pt x="1" y="5607"/>
                  </a:lnTo>
                  <a:cubicBezTo>
                    <a:pt x="1250" y="5322"/>
                    <a:pt x="2469" y="5046"/>
                    <a:pt x="3639" y="4781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712200" y="371100"/>
              <a:ext cx="122450" cy="140175"/>
            </a:xfrm>
            <a:custGeom>
              <a:avLst/>
              <a:gdLst/>
              <a:ahLst/>
              <a:cxnLst/>
              <a:rect l="l" t="t" r="r" b="b"/>
              <a:pathLst>
                <a:path w="4898" h="5607" extrusionOk="0">
                  <a:moveTo>
                    <a:pt x="4898" y="1"/>
                  </a:moveTo>
                  <a:lnTo>
                    <a:pt x="1259" y="827"/>
                  </a:lnTo>
                  <a:lnTo>
                    <a:pt x="0" y="5607"/>
                  </a:lnTo>
                  <a:cubicBezTo>
                    <a:pt x="1210" y="5331"/>
                    <a:pt x="2420" y="5066"/>
                    <a:pt x="3629" y="4790"/>
                  </a:cubicBezTo>
                  <a:lnTo>
                    <a:pt x="48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506150" y="41782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8" y="1"/>
                  </a:moveTo>
                  <a:lnTo>
                    <a:pt x="1269" y="817"/>
                  </a:lnTo>
                  <a:lnTo>
                    <a:pt x="1" y="5606"/>
                  </a:lnTo>
                  <a:cubicBezTo>
                    <a:pt x="1181" y="5341"/>
                    <a:pt x="2391" y="5065"/>
                    <a:pt x="3640" y="4780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311675" y="461825"/>
              <a:ext cx="122475" cy="139925"/>
            </a:xfrm>
            <a:custGeom>
              <a:avLst/>
              <a:gdLst/>
              <a:ahLst/>
              <a:cxnLst/>
              <a:rect l="l" t="t" r="r" b="b"/>
              <a:pathLst>
                <a:path w="4899" h="5597" extrusionOk="0">
                  <a:moveTo>
                    <a:pt x="4898" y="1"/>
                  </a:moveTo>
                  <a:lnTo>
                    <a:pt x="1269" y="817"/>
                  </a:lnTo>
                  <a:lnTo>
                    <a:pt x="0" y="5597"/>
                  </a:lnTo>
                  <a:cubicBezTo>
                    <a:pt x="1053" y="5361"/>
                    <a:pt x="2282" y="5085"/>
                    <a:pt x="3639" y="4781"/>
                  </a:cubicBezTo>
                  <a:lnTo>
                    <a:pt x="48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307725" y="342050"/>
              <a:ext cx="1160800" cy="262650"/>
            </a:xfrm>
            <a:custGeom>
              <a:avLst/>
              <a:gdLst/>
              <a:ahLst/>
              <a:cxnLst/>
              <a:rect l="l" t="t" r="r" b="b"/>
              <a:pathLst>
                <a:path w="46432" h="10506" extrusionOk="0">
                  <a:moveTo>
                    <a:pt x="46302" y="1"/>
                  </a:moveTo>
                  <a:cubicBezTo>
                    <a:pt x="46296" y="1"/>
                    <a:pt x="46290" y="1"/>
                    <a:pt x="46284" y="2"/>
                  </a:cubicBezTo>
                  <a:lnTo>
                    <a:pt x="129" y="10280"/>
                  </a:lnTo>
                  <a:cubicBezTo>
                    <a:pt x="1" y="10309"/>
                    <a:pt x="21" y="10506"/>
                    <a:pt x="158" y="10506"/>
                  </a:cubicBezTo>
                  <a:lnTo>
                    <a:pt x="178" y="10496"/>
                  </a:lnTo>
                  <a:lnTo>
                    <a:pt x="46333" y="219"/>
                  </a:lnTo>
                  <a:cubicBezTo>
                    <a:pt x="46392" y="209"/>
                    <a:pt x="46431" y="150"/>
                    <a:pt x="46411" y="91"/>
                  </a:cubicBezTo>
                  <a:cubicBezTo>
                    <a:pt x="46403" y="38"/>
                    <a:pt x="46354" y="1"/>
                    <a:pt x="46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414775" y="555250"/>
              <a:ext cx="1012100" cy="219375"/>
            </a:xfrm>
            <a:custGeom>
              <a:avLst/>
              <a:gdLst/>
              <a:ahLst/>
              <a:cxnLst/>
              <a:rect l="l" t="t" r="r" b="b"/>
              <a:pathLst>
                <a:path w="40484" h="8775" extrusionOk="0">
                  <a:moveTo>
                    <a:pt x="40320" y="1"/>
                  </a:moveTo>
                  <a:cubicBezTo>
                    <a:pt x="40317" y="1"/>
                    <a:pt x="40313" y="1"/>
                    <a:pt x="40310" y="1"/>
                  </a:cubicBezTo>
                  <a:lnTo>
                    <a:pt x="145" y="8548"/>
                  </a:lnTo>
                  <a:cubicBezTo>
                    <a:pt x="0" y="8567"/>
                    <a:pt x="16" y="8774"/>
                    <a:pt x="155" y="8774"/>
                  </a:cubicBezTo>
                  <a:cubicBezTo>
                    <a:pt x="158" y="8774"/>
                    <a:pt x="161" y="8774"/>
                    <a:pt x="164" y="8774"/>
                  </a:cubicBezTo>
                  <a:cubicBezTo>
                    <a:pt x="174" y="8774"/>
                    <a:pt x="184" y="8764"/>
                    <a:pt x="194" y="8764"/>
                  </a:cubicBezTo>
                  <a:lnTo>
                    <a:pt x="40359" y="217"/>
                  </a:lnTo>
                  <a:cubicBezTo>
                    <a:pt x="40484" y="179"/>
                    <a:pt x="40450" y="1"/>
                    <a:pt x="40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468775" y="787750"/>
              <a:ext cx="1011475" cy="219450"/>
            </a:xfrm>
            <a:custGeom>
              <a:avLst/>
              <a:gdLst/>
              <a:ahLst/>
              <a:cxnLst/>
              <a:rect l="l" t="t" r="r" b="b"/>
              <a:pathLst>
                <a:path w="40459" h="8778" extrusionOk="0">
                  <a:moveTo>
                    <a:pt x="40306" y="0"/>
                  </a:moveTo>
                  <a:cubicBezTo>
                    <a:pt x="40296" y="0"/>
                    <a:pt x="40286" y="2"/>
                    <a:pt x="40274" y="5"/>
                  </a:cubicBezTo>
                  <a:lnTo>
                    <a:pt x="99" y="8551"/>
                  </a:lnTo>
                  <a:cubicBezTo>
                    <a:pt x="40" y="8571"/>
                    <a:pt x="1" y="8630"/>
                    <a:pt x="20" y="8689"/>
                  </a:cubicBezTo>
                  <a:cubicBezTo>
                    <a:pt x="30" y="8738"/>
                    <a:pt x="70" y="8777"/>
                    <a:pt x="129" y="8777"/>
                  </a:cubicBezTo>
                  <a:lnTo>
                    <a:pt x="148" y="8768"/>
                  </a:lnTo>
                  <a:lnTo>
                    <a:pt x="40314" y="221"/>
                  </a:lnTo>
                  <a:cubicBezTo>
                    <a:pt x="40459" y="203"/>
                    <a:pt x="40428" y="0"/>
                    <a:pt x="403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0"/>
            <p:cNvSpPr/>
            <p:nvPr/>
          </p:nvSpPr>
          <p:spPr>
            <a:xfrm>
              <a:off x="644825" y="719875"/>
              <a:ext cx="54600" cy="234225"/>
            </a:xfrm>
            <a:custGeom>
              <a:avLst/>
              <a:gdLst/>
              <a:ahLst/>
              <a:cxnLst/>
              <a:rect l="l" t="t" r="r" b="b"/>
              <a:pathLst>
                <a:path w="2184" h="9369" extrusionOk="0">
                  <a:moveTo>
                    <a:pt x="130" y="0"/>
                  </a:moveTo>
                  <a:cubicBezTo>
                    <a:pt x="120" y="0"/>
                    <a:pt x="109" y="2"/>
                    <a:pt x="99" y="5"/>
                  </a:cubicBezTo>
                  <a:cubicBezTo>
                    <a:pt x="40" y="15"/>
                    <a:pt x="1" y="74"/>
                    <a:pt x="10" y="133"/>
                  </a:cubicBezTo>
                  <a:lnTo>
                    <a:pt x="1948" y="9280"/>
                  </a:lnTo>
                  <a:cubicBezTo>
                    <a:pt x="1967" y="9329"/>
                    <a:pt x="2007" y="9368"/>
                    <a:pt x="2066" y="9368"/>
                  </a:cubicBezTo>
                  <a:lnTo>
                    <a:pt x="2085" y="9368"/>
                  </a:lnTo>
                  <a:cubicBezTo>
                    <a:pt x="2144" y="9358"/>
                    <a:pt x="2184" y="9299"/>
                    <a:pt x="2174" y="9240"/>
                  </a:cubicBezTo>
                  <a:lnTo>
                    <a:pt x="227" y="84"/>
                  </a:lnTo>
                  <a:cubicBezTo>
                    <a:pt x="219" y="36"/>
                    <a:pt x="177" y="0"/>
                    <a:pt x="1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0"/>
            <p:cNvSpPr/>
            <p:nvPr/>
          </p:nvSpPr>
          <p:spPr>
            <a:xfrm>
              <a:off x="1170500" y="611925"/>
              <a:ext cx="55350" cy="236450"/>
            </a:xfrm>
            <a:custGeom>
              <a:avLst/>
              <a:gdLst/>
              <a:ahLst/>
              <a:cxnLst/>
              <a:rect l="l" t="t" r="r" b="b"/>
              <a:pathLst>
                <a:path w="2214" h="9458" extrusionOk="0">
                  <a:moveTo>
                    <a:pt x="129" y="1"/>
                  </a:moveTo>
                  <a:cubicBezTo>
                    <a:pt x="119" y="1"/>
                    <a:pt x="109" y="3"/>
                    <a:pt x="99" y="6"/>
                  </a:cubicBezTo>
                  <a:cubicBezTo>
                    <a:pt x="40" y="16"/>
                    <a:pt x="0" y="75"/>
                    <a:pt x="10" y="134"/>
                  </a:cubicBezTo>
                  <a:lnTo>
                    <a:pt x="1977" y="9369"/>
                  </a:lnTo>
                  <a:cubicBezTo>
                    <a:pt x="1987" y="9418"/>
                    <a:pt x="2036" y="9447"/>
                    <a:pt x="2085" y="9457"/>
                  </a:cubicBezTo>
                  <a:lnTo>
                    <a:pt x="2115" y="9447"/>
                  </a:lnTo>
                  <a:cubicBezTo>
                    <a:pt x="2174" y="9437"/>
                    <a:pt x="2213" y="9378"/>
                    <a:pt x="2193" y="9319"/>
                  </a:cubicBezTo>
                  <a:lnTo>
                    <a:pt x="226" y="94"/>
                  </a:lnTo>
                  <a:cubicBezTo>
                    <a:pt x="218" y="38"/>
                    <a:pt x="177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514275" y="969425"/>
              <a:ext cx="989650" cy="215525"/>
            </a:xfrm>
            <a:custGeom>
              <a:avLst/>
              <a:gdLst/>
              <a:ahLst/>
              <a:cxnLst/>
              <a:rect l="l" t="t" r="r" b="b"/>
              <a:pathLst>
                <a:path w="39586" h="8621" extrusionOk="0">
                  <a:moveTo>
                    <a:pt x="39469" y="1"/>
                  </a:moveTo>
                  <a:cubicBezTo>
                    <a:pt x="39459" y="1"/>
                    <a:pt x="39448" y="2"/>
                    <a:pt x="39438" y="6"/>
                  </a:cubicBezTo>
                  <a:lnTo>
                    <a:pt x="99" y="8395"/>
                  </a:lnTo>
                  <a:cubicBezTo>
                    <a:pt x="40" y="8414"/>
                    <a:pt x="0" y="8473"/>
                    <a:pt x="10" y="8532"/>
                  </a:cubicBezTo>
                  <a:cubicBezTo>
                    <a:pt x="20" y="8582"/>
                    <a:pt x="69" y="8621"/>
                    <a:pt x="118" y="8621"/>
                  </a:cubicBezTo>
                  <a:lnTo>
                    <a:pt x="148" y="8611"/>
                  </a:lnTo>
                  <a:lnTo>
                    <a:pt x="39487" y="222"/>
                  </a:lnTo>
                  <a:cubicBezTo>
                    <a:pt x="39546" y="202"/>
                    <a:pt x="39585" y="143"/>
                    <a:pt x="39566" y="84"/>
                  </a:cubicBezTo>
                  <a:cubicBezTo>
                    <a:pt x="39558" y="36"/>
                    <a:pt x="39516" y="1"/>
                    <a:pt x="39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439275" y="809950"/>
              <a:ext cx="48950" cy="52425"/>
            </a:xfrm>
            <a:custGeom>
              <a:avLst/>
              <a:gdLst/>
              <a:ahLst/>
              <a:cxnLst/>
              <a:rect l="l" t="t" r="r" b="b"/>
              <a:pathLst>
                <a:path w="1958" h="2097" extrusionOk="0">
                  <a:moveTo>
                    <a:pt x="969" y="181"/>
                  </a:moveTo>
                  <a:cubicBezTo>
                    <a:pt x="1223" y="181"/>
                    <a:pt x="1382" y="311"/>
                    <a:pt x="1436" y="553"/>
                  </a:cubicBezTo>
                  <a:cubicBezTo>
                    <a:pt x="1505" y="858"/>
                    <a:pt x="1348" y="1084"/>
                    <a:pt x="964" y="1162"/>
                  </a:cubicBezTo>
                  <a:lnTo>
                    <a:pt x="463" y="1280"/>
                  </a:lnTo>
                  <a:lnTo>
                    <a:pt x="246" y="326"/>
                  </a:lnTo>
                  <a:lnTo>
                    <a:pt x="748" y="208"/>
                  </a:lnTo>
                  <a:cubicBezTo>
                    <a:pt x="828" y="190"/>
                    <a:pt x="902" y="181"/>
                    <a:pt x="969" y="181"/>
                  </a:cubicBezTo>
                  <a:close/>
                  <a:moveTo>
                    <a:pt x="976" y="0"/>
                  </a:moveTo>
                  <a:cubicBezTo>
                    <a:pt x="893" y="0"/>
                    <a:pt x="804" y="11"/>
                    <a:pt x="709" y="31"/>
                  </a:cubicBezTo>
                  <a:lnTo>
                    <a:pt x="1" y="199"/>
                  </a:lnTo>
                  <a:lnTo>
                    <a:pt x="433" y="2097"/>
                  </a:lnTo>
                  <a:lnTo>
                    <a:pt x="640" y="2048"/>
                  </a:lnTo>
                  <a:lnTo>
                    <a:pt x="502" y="1448"/>
                  </a:lnTo>
                  <a:lnTo>
                    <a:pt x="1014" y="1330"/>
                  </a:lnTo>
                  <a:cubicBezTo>
                    <a:pt x="1063" y="1320"/>
                    <a:pt x="1112" y="1310"/>
                    <a:pt x="1161" y="1290"/>
                  </a:cubicBezTo>
                  <a:lnTo>
                    <a:pt x="1732" y="1802"/>
                  </a:lnTo>
                  <a:lnTo>
                    <a:pt x="1958" y="1753"/>
                  </a:lnTo>
                  <a:lnTo>
                    <a:pt x="1338" y="1202"/>
                  </a:lnTo>
                  <a:cubicBezTo>
                    <a:pt x="1594" y="1074"/>
                    <a:pt x="1712" y="779"/>
                    <a:pt x="1643" y="513"/>
                  </a:cubicBezTo>
                  <a:cubicBezTo>
                    <a:pt x="1564" y="180"/>
                    <a:pt x="1324" y="0"/>
                    <a:pt x="97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489975" y="794975"/>
              <a:ext cx="62425" cy="51550"/>
            </a:xfrm>
            <a:custGeom>
              <a:avLst/>
              <a:gdLst/>
              <a:ahLst/>
              <a:cxnLst/>
              <a:rect l="l" t="t" r="r" b="b"/>
              <a:pathLst>
                <a:path w="2497" h="2062" extrusionOk="0">
                  <a:moveTo>
                    <a:pt x="1179" y="229"/>
                  </a:moveTo>
                  <a:cubicBezTo>
                    <a:pt x="1538" y="229"/>
                    <a:pt x="1894" y="460"/>
                    <a:pt x="1985" y="876"/>
                  </a:cubicBezTo>
                  <a:cubicBezTo>
                    <a:pt x="2093" y="1319"/>
                    <a:pt x="1808" y="1761"/>
                    <a:pt x="1366" y="1850"/>
                  </a:cubicBezTo>
                  <a:cubicBezTo>
                    <a:pt x="1300" y="1865"/>
                    <a:pt x="1236" y="1873"/>
                    <a:pt x="1173" y="1873"/>
                  </a:cubicBezTo>
                  <a:cubicBezTo>
                    <a:pt x="562" y="1873"/>
                    <a:pt x="133" y="1173"/>
                    <a:pt x="490" y="611"/>
                  </a:cubicBezTo>
                  <a:cubicBezTo>
                    <a:pt x="656" y="350"/>
                    <a:pt x="918" y="229"/>
                    <a:pt x="1179" y="229"/>
                  </a:cubicBezTo>
                  <a:close/>
                  <a:moveTo>
                    <a:pt x="1185" y="0"/>
                  </a:moveTo>
                  <a:cubicBezTo>
                    <a:pt x="557" y="0"/>
                    <a:pt x="1" y="596"/>
                    <a:pt x="185" y="1289"/>
                  </a:cubicBezTo>
                  <a:cubicBezTo>
                    <a:pt x="285" y="1752"/>
                    <a:pt x="696" y="2062"/>
                    <a:pt x="1146" y="2062"/>
                  </a:cubicBezTo>
                  <a:cubicBezTo>
                    <a:pt x="1231" y="2062"/>
                    <a:pt x="1318" y="2051"/>
                    <a:pt x="1405" y="2027"/>
                  </a:cubicBezTo>
                  <a:cubicBezTo>
                    <a:pt x="2300" y="1820"/>
                    <a:pt x="2497" y="630"/>
                    <a:pt x="1710" y="149"/>
                  </a:cubicBezTo>
                  <a:cubicBezTo>
                    <a:pt x="1539" y="46"/>
                    <a:pt x="1359" y="0"/>
                    <a:pt x="118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555325" y="787125"/>
              <a:ext cx="42575" cy="48450"/>
            </a:xfrm>
            <a:custGeom>
              <a:avLst/>
              <a:gdLst/>
              <a:ahLst/>
              <a:cxnLst/>
              <a:rect l="l" t="t" r="r" b="b"/>
              <a:pathLst>
                <a:path w="1703" h="1938" extrusionOk="0">
                  <a:moveTo>
                    <a:pt x="207" y="0"/>
                  </a:moveTo>
                  <a:lnTo>
                    <a:pt x="1" y="49"/>
                  </a:lnTo>
                  <a:lnTo>
                    <a:pt x="433" y="1938"/>
                  </a:lnTo>
                  <a:lnTo>
                    <a:pt x="1702" y="1653"/>
                  </a:lnTo>
                  <a:lnTo>
                    <a:pt x="1663" y="1475"/>
                  </a:lnTo>
                  <a:lnTo>
                    <a:pt x="601" y="172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600325" y="776800"/>
              <a:ext cx="42550" cy="48450"/>
            </a:xfrm>
            <a:custGeom>
              <a:avLst/>
              <a:gdLst/>
              <a:ahLst/>
              <a:cxnLst/>
              <a:rect l="l" t="t" r="r" b="b"/>
              <a:pathLst>
                <a:path w="1702" h="1938" extrusionOk="0">
                  <a:moveTo>
                    <a:pt x="207" y="0"/>
                  </a:moveTo>
                  <a:lnTo>
                    <a:pt x="0" y="49"/>
                  </a:lnTo>
                  <a:lnTo>
                    <a:pt x="433" y="1938"/>
                  </a:lnTo>
                  <a:lnTo>
                    <a:pt x="1702" y="1652"/>
                  </a:lnTo>
                  <a:lnTo>
                    <a:pt x="1662" y="1475"/>
                  </a:lnTo>
                  <a:lnTo>
                    <a:pt x="600" y="172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694000" y="749725"/>
              <a:ext cx="42550" cy="50325"/>
            </a:xfrm>
            <a:custGeom>
              <a:avLst/>
              <a:gdLst/>
              <a:ahLst/>
              <a:cxnLst/>
              <a:rect l="l" t="t" r="r" b="b"/>
              <a:pathLst>
                <a:path w="1702" h="2013" extrusionOk="0">
                  <a:moveTo>
                    <a:pt x="903" y="1"/>
                  </a:moveTo>
                  <a:cubicBezTo>
                    <a:pt x="818" y="1"/>
                    <a:pt x="733" y="11"/>
                    <a:pt x="650" y="31"/>
                  </a:cubicBezTo>
                  <a:cubicBezTo>
                    <a:pt x="168" y="139"/>
                    <a:pt x="0" y="434"/>
                    <a:pt x="69" y="710"/>
                  </a:cubicBezTo>
                  <a:cubicBezTo>
                    <a:pt x="227" y="1418"/>
                    <a:pt x="1318" y="828"/>
                    <a:pt x="1446" y="1349"/>
                  </a:cubicBezTo>
                  <a:cubicBezTo>
                    <a:pt x="1486" y="1536"/>
                    <a:pt x="1367" y="1722"/>
                    <a:pt x="1013" y="1801"/>
                  </a:cubicBezTo>
                  <a:cubicBezTo>
                    <a:pt x="935" y="1821"/>
                    <a:pt x="856" y="1831"/>
                    <a:pt x="779" y="1831"/>
                  </a:cubicBezTo>
                  <a:cubicBezTo>
                    <a:pt x="623" y="1831"/>
                    <a:pt x="473" y="1791"/>
                    <a:pt x="335" y="1713"/>
                  </a:cubicBezTo>
                  <a:lnTo>
                    <a:pt x="286" y="1890"/>
                  </a:lnTo>
                  <a:cubicBezTo>
                    <a:pt x="443" y="1968"/>
                    <a:pt x="618" y="2012"/>
                    <a:pt x="793" y="2012"/>
                  </a:cubicBezTo>
                  <a:cubicBezTo>
                    <a:pt x="880" y="2012"/>
                    <a:pt x="968" y="2001"/>
                    <a:pt x="1053" y="1978"/>
                  </a:cubicBezTo>
                  <a:cubicBezTo>
                    <a:pt x="1535" y="1860"/>
                    <a:pt x="1702" y="1575"/>
                    <a:pt x="1643" y="1290"/>
                  </a:cubicBezTo>
                  <a:cubicBezTo>
                    <a:pt x="1486" y="601"/>
                    <a:pt x="384" y="1182"/>
                    <a:pt x="266" y="660"/>
                  </a:cubicBezTo>
                  <a:cubicBezTo>
                    <a:pt x="227" y="473"/>
                    <a:pt x="345" y="287"/>
                    <a:pt x="689" y="208"/>
                  </a:cubicBezTo>
                  <a:cubicBezTo>
                    <a:pt x="764" y="192"/>
                    <a:pt x="838" y="184"/>
                    <a:pt x="913" y="184"/>
                  </a:cubicBezTo>
                  <a:cubicBezTo>
                    <a:pt x="1024" y="184"/>
                    <a:pt x="1133" y="202"/>
                    <a:pt x="1240" y="237"/>
                  </a:cubicBezTo>
                  <a:lnTo>
                    <a:pt x="1279" y="70"/>
                  </a:lnTo>
                  <a:cubicBezTo>
                    <a:pt x="1156" y="23"/>
                    <a:pt x="1029" y="1"/>
                    <a:pt x="90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740950" y="737425"/>
              <a:ext cx="49450" cy="50075"/>
            </a:xfrm>
            <a:custGeom>
              <a:avLst/>
              <a:gdLst/>
              <a:ahLst/>
              <a:cxnLst/>
              <a:rect l="l" t="t" r="r" b="b"/>
              <a:pathLst>
                <a:path w="1978" h="2003" extrusionOk="0">
                  <a:moveTo>
                    <a:pt x="1139" y="1"/>
                  </a:moveTo>
                  <a:cubicBezTo>
                    <a:pt x="1060" y="1"/>
                    <a:pt x="982" y="11"/>
                    <a:pt x="906" y="31"/>
                  </a:cubicBezTo>
                  <a:cubicBezTo>
                    <a:pt x="355" y="139"/>
                    <a:pt x="1" y="680"/>
                    <a:pt x="129" y="1231"/>
                  </a:cubicBezTo>
                  <a:cubicBezTo>
                    <a:pt x="228" y="1687"/>
                    <a:pt x="635" y="2003"/>
                    <a:pt x="1090" y="2003"/>
                  </a:cubicBezTo>
                  <a:cubicBezTo>
                    <a:pt x="1175" y="2003"/>
                    <a:pt x="1262" y="1992"/>
                    <a:pt x="1348" y="1969"/>
                  </a:cubicBezTo>
                  <a:cubicBezTo>
                    <a:pt x="1604" y="1919"/>
                    <a:pt x="1840" y="1762"/>
                    <a:pt x="1978" y="1536"/>
                  </a:cubicBezTo>
                  <a:lnTo>
                    <a:pt x="1820" y="1438"/>
                  </a:lnTo>
                  <a:cubicBezTo>
                    <a:pt x="1712" y="1615"/>
                    <a:pt x="1525" y="1752"/>
                    <a:pt x="1309" y="1792"/>
                  </a:cubicBezTo>
                  <a:cubicBezTo>
                    <a:pt x="1239" y="1810"/>
                    <a:pt x="1170" y="1819"/>
                    <a:pt x="1101" y="1819"/>
                  </a:cubicBezTo>
                  <a:cubicBezTo>
                    <a:pt x="733" y="1819"/>
                    <a:pt x="399" y="1565"/>
                    <a:pt x="316" y="1192"/>
                  </a:cubicBezTo>
                  <a:cubicBezTo>
                    <a:pt x="207" y="739"/>
                    <a:pt x="502" y="297"/>
                    <a:pt x="955" y="218"/>
                  </a:cubicBezTo>
                  <a:cubicBezTo>
                    <a:pt x="1019" y="200"/>
                    <a:pt x="1084" y="191"/>
                    <a:pt x="1148" y="191"/>
                  </a:cubicBezTo>
                  <a:cubicBezTo>
                    <a:pt x="1293" y="191"/>
                    <a:pt x="1436" y="235"/>
                    <a:pt x="1565" y="316"/>
                  </a:cubicBezTo>
                  <a:lnTo>
                    <a:pt x="1663" y="159"/>
                  </a:lnTo>
                  <a:cubicBezTo>
                    <a:pt x="1504" y="56"/>
                    <a:pt x="1322" y="1"/>
                    <a:pt x="113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796775" y="723675"/>
              <a:ext cx="44525" cy="54875"/>
            </a:xfrm>
            <a:custGeom>
              <a:avLst/>
              <a:gdLst/>
              <a:ahLst/>
              <a:cxnLst/>
              <a:rect l="l" t="t" r="r" b="b"/>
              <a:pathLst>
                <a:path w="1781" h="2195" extrusionOk="0">
                  <a:moveTo>
                    <a:pt x="1299" y="1"/>
                  </a:moveTo>
                  <a:lnTo>
                    <a:pt x="0" y="296"/>
                  </a:lnTo>
                  <a:lnTo>
                    <a:pt x="433" y="2194"/>
                  </a:lnTo>
                  <a:lnTo>
                    <a:pt x="1781" y="1889"/>
                  </a:lnTo>
                  <a:lnTo>
                    <a:pt x="1741" y="1712"/>
                  </a:lnTo>
                  <a:lnTo>
                    <a:pt x="590" y="1978"/>
                  </a:lnTo>
                  <a:lnTo>
                    <a:pt x="433" y="1270"/>
                  </a:lnTo>
                  <a:lnTo>
                    <a:pt x="1417" y="1043"/>
                  </a:lnTo>
                  <a:lnTo>
                    <a:pt x="1377" y="876"/>
                  </a:lnTo>
                  <a:lnTo>
                    <a:pt x="394" y="1102"/>
                  </a:lnTo>
                  <a:lnTo>
                    <a:pt x="236" y="424"/>
                  </a:lnTo>
                  <a:lnTo>
                    <a:pt x="1338" y="168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847175" y="710400"/>
              <a:ext cx="50675" cy="56575"/>
            </a:xfrm>
            <a:custGeom>
              <a:avLst/>
              <a:gdLst/>
              <a:ahLst/>
              <a:cxnLst/>
              <a:rect l="l" t="t" r="r" b="b"/>
              <a:pathLst>
                <a:path w="2027" h="2263" extrusionOk="0">
                  <a:moveTo>
                    <a:pt x="1594" y="1"/>
                  </a:moveTo>
                  <a:lnTo>
                    <a:pt x="1387" y="50"/>
                  </a:lnTo>
                  <a:lnTo>
                    <a:pt x="1741" y="1584"/>
                  </a:lnTo>
                  <a:lnTo>
                    <a:pt x="168" y="325"/>
                  </a:lnTo>
                  <a:lnTo>
                    <a:pt x="1" y="365"/>
                  </a:lnTo>
                  <a:lnTo>
                    <a:pt x="433" y="2263"/>
                  </a:lnTo>
                  <a:lnTo>
                    <a:pt x="640" y="2223"/>
                  </a:lnTo>
                  <a:lnTo>
                    <a:pt x="286" y="679"/>
                  </a:lnTo>
                  <a:lnTo>
                    <a:pt x="286" y="679"/>
                  </a:lnTo>
                  <a:lnTo>
                    <a:pt x="1859" y="1938"/>
                  </a:lnTo>
                  <a:lnTo>
                    <a:pt x="2027" y="1899"/>
                  </a:lnTo>
                  <a:lnTo>
                    <a:pt x="159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907425" y="698350"/>
              <a:ext cx="44525" cy="54875"/>
            </a:xfrm>
            <a:custGeom>
              <a:avLst/>
              <a:gdLst/>
              <a:ahLst/>
              <a:cxnLst/>
              <a:rect l="l" t="t" r="r" b="b"/>
              <a:pathLst>
                <a:path w="1781" h="2195" extrusionOk="0">
                  <a:moveTo>
                    <a:pt x="1298" y="1"/>
                  </a:moveTo>
                  <a:lnTo>
                    <a:pt x="0" y="296"/>
                  </a:lnTo>
                  <a:lnTo>
                    <a:pt x="433" y="2194"/>
                  </a:lnTo>
                  <a:lnTo>
                    <a:pt x="1780" y="1889"/>
                  </a:lnTo>
                  <a:lnTo>
                    <a:pt x="1741" y="1712"/>
                  </a:lnTo>
                  <a:lnTo>
                    <a:pt x="590" y="1978"/>
                  </a:lnTo>
                  <a:lnTo>
                    <a:pt x="423" y="1270"/>
                  </a:lnTo>
                  <a:lnTo>
                    <a:pt x="1406" y="1043"/>
                  </a:lnTo>
                  <a:lnTo>
                    <a:pt x="1367" y="876"/>
                  </a:lnTo>
                  <a:lnTo>
                    <a:pt x="384" y="1102"/>
                  </a:lnTo>
                  <a:lnTo>
                    <a:pt x="236" y="424"/>
                  </a:lnTo>
                  <a:lnTo>
                    <a:pt x="1338" y="168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1210825" y="630675"/>
              <a:ext cx="49425" cy="50050"/>
            </a:xfrm>
            <a:custGeom>
              <a:avLst/>
              <a:gdLst/>
              <a:ahLst/>
              <a:cxnLst/>
              <a:rect l="l" t="t" r="r" b="b"/>
              <a:pathLst>
                <a:path w="1977" h="2002" extrusionOk="0">
                  <a:moveTo>
                    <a:pt x="1153" y="0"/>
                  </a:moveTo>
                  <a:cubicBezTo>
                    <a:pt x="1070" y="0"/>
                    <a:pt x="986" y="11"/>
                    <a:pt x="905" y="33"/>
                  </a:cubicBezTo>
                  <a:cubicBezTo>
                    <a:pt x="354" y="131"/>
                    <a:pt x="0" y="672"/>
                    <a:pt x="128" y="1223"/>
                  </a:cubicBezTo>
                  <a:cubicBezTo>
                    <a:pt x="228" y="1690"/>
                    <a:pt x="639" y="2001"/>
                    <a:pt x="1092" y="2001"/>
                  </a:cubicBezTo>
                  <a:cubicBezTo>
                    <a:pt x="1173" y="2001"/>
                    <a:pt x="1255" y="1991"/>
                    <a:pt x="1338" y="1970"/>
                  </a:cubicBezTo>
                  <a:cubicBezTo>
                    <a:pt x="1603" y="1921"/>
                    <a:pt x="1839" y="1754"/>
                    <a:pt x="1977" y="1528"/>
                  </a:cubicBezTo>
                  <a:lnTo>
                    <a:pt x="1820" y="1429"/>
                  </a:lnTo>
                  <a:cubicBezTo>
                    <a:pt x="1702" y="1616"/>
                    <a:pt x="1525" y="1744"/>
                    <a:pt x="1308" y="1783"/>
                  </a:cubicBezTo>
                  <a:cubicBezTo>
                    <a:pt x="1237" y="1802"/>
                    <a:pt x="1166" y="1811"/>
                    <a:pt x="1096" y="1811"/>
                  </a:cubicBezTo>
                  <a:cubicBezTo>
                    <a:pt x="730" y="1811"/>
                    <a:pt x="397" y="1563"/>
                    <a:pt x="315" y="1184"/>
                  </a:cubicBezTo>
                  <a:cubicBezTo>
                    <a:pt x="207" y="741"/>
                    <a:pt x="502" y="298"/>
                    <a:pt x="944" y="210"/>
                  </a:cubicBezTo>
                  <a:cubicBezTo>
                    <a:pt x="1011" y="195"/>
                    <a:pt x="1077" y="187"/>
                    <a:pt x="1143" y="187"/>
                  </a:cubicBezTo>
                  <a:cubicBezTo>
                    <a:pt x="1291" y="187"/>
                    <a:pt x="1434" y="226"/>
                    <a:pt x="1564" y="308"/>
                  </a:cubicBezTo>
                  <a:lnTo>
                    <a:pt x="1662" y="151"/>
                  </a:lnTo>
                  <a:cubicBezTo>
                    <a:pt x="1508" y="50"/>
                    <a:pt x="1331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1266150" y="615500"/>
              <a:ext cx="48450" cy="53075"/>
            </a:xfrm>
            <a:custGeom>
              <a:avLst/>
              <a:gdLst/>
              <a:ahLst/>
              <a:cxnLst/>
              <a:rect l="l" t="t" r="r" b="b"/>
              <a:pathLst>
                <a:path w="1938" h="2123" extrusionOk="0">
                  <a:moveTo>
                    <a:pt x="1564" y="1"/>
                  </a:moveTo>
                  <a:lnTo>
                    <a:pt x="1367" y="40"/>
                  </a:lnTo>
                  <a:lnTo>
                    <a:pt x="1613" y="1122"/>
                  </a:lnTo>
                  <a:cubicBezTo>
                    <a:pt x="1721" y="1574"/>
                    <a:pt x="1564" y="1830"/>
                    <a:pt x="1180" y="1909"/>
                  </a:cubicBezTo>
                  <a:cubicBezTo>
                    <a:pt x="1114" y="1924"/>
                    <a:pt x="1052" y="1932"/>
                    <a:pt x="993" y="1932"/>
                  </a:cubicBezTo>
                  <a:cubicBezTo>
                    <a:pt x="721" y="1932"/>
                    <a:pt x="532" y="1760"/>
                    <a:pt x="443" y="1387"/>
                  </a:cubicBezTo>
                  <a:lnTo>
                    <a:pt x="197" y="306"/>
                  </a:lnTo>
                  <a:lnTo>
                    <a:pt x="0" y="355"/>
                  </a:lnTo>
                  <a:lnTo>
                    <a:pt x="246" y="1446"/>
                  </a:lnTo>
                  <a:cubicBezTo>
                    <a:pt x="352" y="1897"/>
                    <a:pt x="623" y="2122"/>
                    <a:pt x="989" y="2122"/>
                  </a:cubicBezTo>
                  <a:cubicBezTo>
                    <a:pt x="1062" y="2122"/>
                    <a:pt x="1139" y="2113"/>
                    <a:pt x="1220" y="2095"/>
                  </a:cubicBezTo>
                  <a:cubicBezTo>
                    <a:pt x="1711" y="1977"/>
                    <a:pt x="1937" y="1633"/>
                    <a:pt x="1810" y="1082"/>
                  </a:cubicBezTo>
                  <a:lnTo>
                    <a:pt x="156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1316800" y="603950"/>
              <a:ext cx="39350" cy="52400"/>
            </a:xfrm>
            <a:custGeom>
              <a:avLst/>
              <a:gdLst/>
              <a:ahLst/>
              <a:cxnLst/>
              <a:rect l="l" t="t" r="r" b="b"/>
              <a:pathLst>
                <a:path w="1574" h="2096" extrusionOk="0">
                  <a:moveTo>
                    <a:pt x="1534" y="0"/>
                  </a:moveTo>
                  <a:lnTo>
                    <a:pt x="0" y="354"/>
                  </a:lnTo>
                  <a:lnTo>
                    <a:pt x="39" y="522"/>
                  </a:lnTo>
                  <a:lnTo>
                    <a:pt x="708" y="374"/>
                  </a:lnTo>
                  <a:lnTo>
                    <a:pt x="1101" y="2095"/>
                  </a:lnTo>
                  <a:lnTo>
                    <a:pt x="1308" y="2046"/>
                  </a:lnTo>
                  <a:lnTo>
                    <a:pt x="905" y="325"/>
                  </a:lnTo>
                  <a:lnTo>
                    <a:pt x="1574" y="177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DFF054-D16A-19BE-84D8-1780468D0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6260" y="1750586"/>
            <a:ext cx="4505774" cy="20793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钟明杰</a:t>
            </a:r>
            <a:r>
              <a:rPr lang="zh-CN" altLang="en-US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：核心算法开发</a:t>
            </a:r>
            <a:r>
              <a:rPr lang="en-US" altLang="zh-CN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声纹分割聚类</a:t>
            </a:r>
            <a:r>
              <a:rPr lang="en-US" altLang="zh-CN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、语    音识别模块实现</a:t>
            </a:r>
            <a:r>
              <a:rPr lang="en-US" altLang="zh-CN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(Whisper</a:t>
            </a:r>
            <a:r>
              <a:rPr lang="zh-CN" altLang="en-US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模型集成</a:t>
            </a:r>
            <a:r>
              <a:rPr lang="en-US" altLang="zh-CN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李思源</a:t>
            </a:r>
            <a:r>
              <a:rPr lang="zh-CN" altLang="en-US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：前端界面开发</a:t>
            </a:r>
            <a:r>
              <a:rPr lang="en-US" altLang="zh-CN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(Flet</a:t>
            </a:r>
            <a:r>
              <a:rPr lang="zh-CN" altLang="en-US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框架</a:t>
            </a:r>
            <a:r>
              <a:rPr lang="en-US" altLang="zh-CN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与用户交互设计，汇报</a:t>
            </a:r>
            <a:r>
              <a:rPr lang="en-US" altLang="zh-CN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PPT</a:t>
            </a:r>
            <a:r>
              <a:rPr lang="zh-CN" altLang="en-US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制作</a:t>
            </a:r>
            <a:endParaRPr lang="en-US" altLang="zh-CN" sz="16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李晓彬</a:t>
            </a:r>
            <a:r>
              <a:rPr lang="zh-CN" altLang="en-US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：测试与优化、部署支持</a:t>
            </a:r>
            <a:endParaRPr lang="en-US" altLang="zh-CN" sz="16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黄曦</a:t>
            </a:r>
            <a:r>
              <a:rPr lang="zh-CN" altLang="en-US" sz="16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：文档撰写与项目的整体协调</a:t>
            </a:r>
            <a:endParaRPr lang="en-US" altLang="zh-CN" sz="16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52400" indent="0">
              <a:lnSpc>
                <a:spcPct val="125000"/>
              </a:lnSpc>
              <a:buNone/>
            </a:pPr>
            <a:endParaRPr lang="zh-CN" altLang="en-US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>
          <a:extLst>
            <a:ext uri="{FF2B5EF4-FFF2-40B4-BE49-F238E27FC236}">
              <a16:creationId xmlns:a16="http://schemas.microsoft.com/office/drawing/2014/main" id="{5D2F8FBF-E0E7-7FDB-18DA-EC4BC5B7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0" name="Google Shape;960;p31">
            <a:extLst>
              <a:ext uri="{FF2B5EF4-FFF2-40B4-BE49-F238E27FC236}">
                <a16:creationId xmlns:a16="http://schemas.microsoft.com/office/drawing/2014/main" id="{C4BCC308-3FF3-D637-976D-DDCD8A47E7F4}"/>
              </a:ext>
            </a:extLst>
          </p:cNvPr>
          <p:cNvGrpSpPr/>
          <p:nvPr/>
        </p:nvGrpSpPr>
        <p:grpSpPr>
          <a:xfrm flipH="1">
            <a:off x="5028775" y="3174275"/>
            <a:ext cx="3753450" cy="1969225"/>
            <a:chOff x="143902" y="3174400"/>
            <a:chExt cx="3753450" cy="1969225"/>
          </a:xfrm>
        </p:grpSpPr>
        <p:sp>
          <p:nvSpPr>
            <p:cNvPr id="961" name="Google Shape;961;p31">
              <a:extLst>
                <a:ext uri="{FF2B5EF4-FFF2-40B4-BE49-F238E27FC236}">
                  <a16:creationId xmlns:a16="http://schemas.microsoft.com/office/drawing/2014/main" id="{AF8BDB7F-19E1-3EDC-F193-3F633CE5EBA8}"/>
                </a:ext>
              </a:extLst>
            </p:cNvPr>
            <p:cNvSpPr/>
            <p:nvPr/>
          </p:nvSpPr>
          <p:spPr>
            <a:xfrm>
              <a:off x="416350" y="4817825"/>
              <a:ext cx="136200" cy="32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2" name="Google Shape;962;p31">
              <a:extLst>
                <a:ext uri="{FF2B5EF4-FFF2-40B4-BE49-F238E27FC236}">
                  <a16:creationId xmlns:a16="http://schemas.microsoft.com/office/drawing/2014/main" id="{B4E435AF-9B1F-6536-A152-589F5AB0CC1C}"/>
                </a:ext>
              </a:extLst>
            </p:cNvPr>
            <p:cNvGrpSpPr/>
            <p:nvPr/>
          </p:nvGrpSpPr>
          <p:grpSpPr>
            <a:xfrm>
              <a:off x="143902" y="3174400"/>
              <a:ext cx="3753450" cy="1909665"/>
              <a:chOff x="143902" y="3174400"/>
              <a:chExt cx="3753450" cy="1909665"/>
            </a:xfrm>
          </p:grpSpPr>
          <p:sp>
            <p:nvSpPr>
              <p:cNvPr id="963" name="Google Shape;963;p31">
                <a:extLst>
                  <a:ext uri="{FF2B5EF4-FFF2-40B4-BE49-F238E27FC236}">
                    <a16:creationId xmlns:a16="http://schemas.microsoft.com/office/drawing/2014/main" id="{3423ACAC-2E16-CDD4-EB15-657F16319E47}"/>
                  </a:ext>
                </a:extLst>
              </p:cNvPr>
              <p:cNvSpPr/>
              <p:nvPr/>
            </p:nvSpPr>
            <p:spPr>
              <a:xfrm>
                <a:off x="488377" y="3174400"/>
                <a:ext cx="3408975" cy="1596450"/>
              </a:xfrm>
              <a:custGeom>
                <a:avLst/>
                <a:gdLst/>
                <a:ahLst/>
                <a:cxnLst/>
                <a:rect l="l" t="t" r="r" b="b"/>
                <a:pathLst>
                  <a:path w="136359" h="63858" extrusionOk="0">
                    <a:moveTo>
                      <a:pt x="0" y="53244"/>
                    </a:moveTo>
                    <a:lnTo>
                      <a:pt x="35284" y="0"/>
                    </a:lnTo>
                    <a:lnTo>
                      <a:pt x="136359" y="234"/>
                    </a:lnTo>
                    <a:lnTo>
                      <a:pt x="3746" y="63858"/>
                    </a:lnTo>
                    <a:close/>
                  </a:path>
                </a:pathLst>
              </a:custGeom>
              <a:solidFill>
                <a:srgbClr val="9E855C">
                  <a:alpha val="14880"/>
                </a:srgbClr>
              </a:solidFill>
              <a:ln>
                <a:noFill/>
              </a:ln>
            </p:spPr>
          </p:sp>
          <p:grpSp>
            <p:nvGrpSpPr>
              <p:cNvPr id="964" name="Google Shape;964;p31">
                <a:extLst>
                  <a:ext uri="{FF2B5EF4-FFF2-40B4-BE49-F238E27FC236}">
                    <a16:creationId xmlns:a16="http://schemas.microsoft.com/office/drawing/2014/main" id="{17099BD0-E13E-D861-0B9B-5F9B4A4D549B}"/>
                  </a:ext>
                </a:extLst>
              </p:cNvPr>
              <p:cNvGrpSpPr/>
              <p:nvPr/>
            </p:nvGrpSpPr>
            <p:grpSpPr>
              <a:xfrm rot="-3088787">
                <a:off x="247795" y="4300754"/>
                <a:ext cx="725754" cy="615483"/>
                <a:chOff x="5417612" y="4008755"/>
                <a:chExt cx="725743" cy="615474"/>
              </a:xfrm>
            </p:grpSpPr>
            <p:sp>
              <p:nvSpPr>
                <p:cNvPr id="965" name="Google Shape;965;p31">
                  <a:extLst>
                    <a:ext uri="{FF2B5EF4-FFF2-40B4-BE49-F238E27FC236}">
                      <a16:creationId xmlns:a16="http://schemas.microsoft.com/office/drawing/2014/main" id="{2620517C-6852-2A4F-ADB6-EDDE7BC08643}"/>
                    </a:ext>
                  </a:extLst>
                </p:cNvPr>
                <p:cNvSpPr/>
                <p:nvPr/>
              </p:nvSpPr>
              <p:spPr>
                <a:xfrm>
                  <a:off x="5417612" y="4008755"/>
                  <a:ext cx="725743" cy="615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9" h="16248" extrusionOk="0">
                      <a:moveTo>
                        <a:pt x="9796" y="1"/>
                      </a:moveTo>
                      <a:lnTo>
                        <a:pt x="8616" y="2155"/>
                      </a:lnTo>
                      <a:lnTo>
                        <a:pt x="5125" y="80"/>
                      </a:lnTo>
                      <a:cubicBezTo>
                        <a:pt x="5125" y="80"/>
                        <a:pt x="1358" y="778"/>
                        <a:pt x="1643" y="5184"/>
                      </a:cubicBezTo>
                      <a:lnTo>
                        <a:pt x="1" y="9452"/>
                      </a:lnTo>
                      <a:lnTo>
                        <a:pt x="3935" y="11281"/>
                      </a:lnTo>
                      <a:lnTo>
                        <a:pt x="2961" y="13130"/>
                      </a:lnTo>
                      <a:lnTo>
                        <a:pt x="5685" y="11901"/>
                      </a:lnTo>
                      <a:lnTo>
                        <a:pt x="5439" y="15540"/>
                      </a:lnTo>
                      <a:lnTo>
                        <a:pt x="10554" y="14920"/>
                      </a:lnTo>
                      <a:lnTo>
                        <a:pt x="9767" y="10711"/>
                      </a:lnTo>
                      <a:lnTo>
                        <a:pt x="13179" y="16248"/>
                      </a:lnTo>
                      <a:lnTo>
                        <a:pt x="19159" y="5459"/>
                      </a:lnTo>
                      <a:lnTo>
                        <a:pt x="11999" y="5705"/>
                      </a:lnTo>
                      <a:lnTo>
                        <a:pt x="16887" y="3059"/>
                      </a:lnTo>
                      <a:lnTo>
                        <a:pt x="13130" y="965"/>
                      </a:lnTo>
                      <a:lnTo>
                        <a:pt x="10347" y="3669"/>
                      </a:lnTo>
                      <a:lnTo>
                        <a:pt x="979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966;p31">
                  <a:extLst>
                    <a:ext uri="{FF2B5EF4-FFF2-40B4-BE49-F238E27FC236}">
                      <a16:creationId xmlns:a16="http://schemas.microsoft.com/office/drawing/2014/main" id="{0508E535-6FDC-6BD6-EF14-A2F84FFB2F34}"/>
                    </a:ext>
                  </a:extLst>
                </p:cNvPr>
                <p:cNvSpPr/>
                <p:nvPr/>
              </p:nvSpPr>
              <p:spPr>
                <a:xfrm>
                  <a:off x="5673949" y="4155542"/>
                  <a:ext cx="193377" cy="232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5" h="6125" extrusionOk="0">
                      <a:moveTo>
                        <a:pt x="3442" y="1"/>
                      </a:moveTo>
                      <a:lnTo>
                        <a:pt x="0" y="6098"/>
                      </a:lnTo>
                      <a:cubicBezTo>
                        <a:pt x="0" y="6098"/>
                        <a:pt x="127" y="6125"/>
                        <a:pt x="342" y="6125"/>
                      </a:cubicBezTo>
                      <a:cubicBezTo>
                        <a:pt x="1038" y="6125"/>
                        <a:pt x="2655" y="5849"/>
                        <a:pt x="3865" y="3512"/>
                      </a:cubicBezTo>
                      <a:cubicBezTo>
                        <a:pt x="5104" y="1142"/>
                        <a:pt x="3442" y="1"/>
                        <a:pt x="344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967;p31">
                  <a:extLst>
                    <a:ext uri="{FF2B5EF4-FFF2-40B4-BE49-F238E27FC236}">
                      <a16:creationId xmlns:a16="http://schemas.microsoft.com/office/drawing/2014/main" id="{CCE8823B-2201-A9DE-CF6E-DDEC841AE5EB}"/>
                    </a:ext>
                  </a:extLst>
                </p:cNvPr>
                <p:cNvSpPr/>
                <p:nvPr/>
              </p:nvSpPr>
              <p:spPr>
                <a:xfrm>
                  <a:off x="5529776" y="4008755"/>
                  <a:ext cx="258569" cy="497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6" h="13131" fill="none" extrusionOk="0">
                      <a:moveTo>
                        <a:pt x="6825" y="1"/>
                      </a:moveTo>
                      <a:lnTo>
                        <a:pt x="0" y="13130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968;p31">
                  <a:extLst>
                    <a:ext uri="{FF2B5EF4-FFF2-40B4-BE49-F238E27FC236}">
                      <a16:creationId xmlns:a16="http://schemas.microsoft.com/office/drawing/2014/main" id="{56415DEE-454D-C403-B686-399B2964A6FC}"/>
                    </a:ext>
                  </a:extLst>
                </p:cNvPr>
                <p:cNvSpPr/>
                <p:nvPr/>
              </p:nvSpPr>
              <p:spPr>
                <a:xfrm>
                  <a:off x="5632963" y="4147359"/>
                  <a:ext cx="176256" cy="31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3" h="8242" fill="none" extrusionOk="0">
                      <a:moveTo>
                        <a:pt x="4652" y="0"/>
                      </a:moveTo>
                      <a:lnTo>
                        <a:pt x="0" y="8242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969" name="Google Shape;969;p31">
            <a:extLst>
              <a:ext uri="{FF2B5EF4-FFF2-40B4-BE49-F238E27FC236}">
                <a16:creationId xmlns:a16="http://schemas.microsoft.com/office/drawing/2014/main" id="{BEEA28E0-73B9-DEB5-71E1-CA1DF29A2C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21985" y="2678423"/>
            <a:ext cx="3086746" cy="9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dirty="0"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设计背景</a:t>
            </a:r>
            <a:endParaRPr sz="4800" dirty="0">
              <a:latin typeface="ID初心少女体简" panose="02010509060101010101" pitchFamily="49" charset="-122"/>
              <a:ea typeface="ID初心少女体简" panose="02010509060101010101" pitchFamily="49" charset="-122"/>
            </a:endParaRPr>
          </a:p>
        </p:txBody>
      </p:sp>
      <p:sp>
        <p:nvSpPr>
          <p:cNvPr id="970" name="Google Shape;970;p31">
            <a:extLst>
              <a:ext uri="{FF2B5EF4-FFF2-40B4-BE49-F238E27FC236}">
                <a16:creationId xmlns:a16="http://schemas.microsoft.com/office/drawing/2014/main" id="{8CE77E8F-C595-E5F1-B3E6-E6E758906F7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91063" y="1333488"/>
            <a:ext cx="27969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971" name="Google Shape;971;p31">
            <a:extLst>
              <a:ext uri="{FF2B5EF4-FFF2-40B4-BE49-F238E27FC236}">
                <a16:creationId xmlns:a16="http://schemas.microsoft.com/office/drawing/2014/main" id="{A90054DD-9675-82C6-A74E-773E753344E0}"/>
              </a:ext>
            </a:extLst>
          </p:cNvPr>
          <p:cNvGrpSpPr/>
          <p:nvPr/>
        </p:nvGrpSpPr>
        <p:grpSpPr>
          <a:xfrm>
            <a:off x="1153627" y="880589"/>
            <a:ext cx="2890816" cy="3382302"/>
            <a:chOff x="1216125" y="955275"/>
            <a:chExt cx="2763158" cy="3232940"/>
          </a:xfrm>
        </p:grpSpPr>
        <p:sp>
          <p:nvSpPr>
            <p:cNvPr id="972" name="Google Shape;972;p31">
              <a:extLst>
                <a:ext uri="{FF2B5EF4-FFF2-40B4-BE49-F238E27FC236}">
                  <a16:creationId xmlns:a16="http://schemas.microsoft.com/office/drawing/2014/main" id="{F512F70C-262B-6B6B-1D31-BA793FC89B5C}"/>
                </a:ext>
              </a:extLst>
            </p:cNvPr>
            <p:cNvSpPr/>
            <p:nvPr/>
          </p:nvSpPr>
          <p:spPr>
            <a:xfrm>
              <a:off x="1216125" y="955275"/>
              <a:ext cx="2730457" cy="3232940"/>
            </a:xfrm>
            <a:custGeom>
              <a:avLst/>
              <a:gdLst/>
              <a:ahLst/>
              <a:cxnLst/>
              <a:rect l="l" t="t" r="r" b="b"/>
              <a:pathLst>
                <a:path w="49264" h="58330" extrusionOk="0">
                  <a:moveTo>
                    <a:pt x="28737" y="0"/>
                  </a:moveTo>
                  <a:cubicBezTo>
                    <a:pt x="26218" y="0"/>
                    <a:pt x="23877" y="1474"/>
                    <a:pt x="22827" y="3845"/>
                  </a:cubicBezTo>
                  <a:lnTo>
                    <a:pt x="10180" y="3845"/>
                  </a:lnTo>
                  <a:cubicBezTo>
                    <a:pt x="9926" y="2957"/>
                    <a:pt x="9120" y="2341"/>
                    <a:pt x="8195" y="2341"/>
                  </a:cubicBezTo>
                  <a:cubicBezTo>
                    <a:pt x="8188" y="2341"/>
                    <a:pt x="8181" y="2341"/>
                    <a:pt x="8173" y="2341"/>
                  </a:cubicBezTo>
                  <a:cubicBezTo>
                    <a:pt x="7239" y="2341"/>
                    <a:pt x="6423" y="2970"/>
                    <a:pt x="6177" y="3865"/>
                  </a:cubicBezTo>
                  <a:cubicBezTo>
                    <a:pt x="5016" y="4022"/>
                    <a:pt x="4161" y="5006"/>
                    <a:pt x="4151" y="6176"/>
                  </a:cubicBezTo>
                  <a:lnTo>
                    <a:pt x="4151" y="11831"/>
                  </a:lnTo>
                  <a:cubicBezTo>
                    <a:pt x="2046" y="14536"/>
                    <a:pt x="955" y="18116"/>
                    <a:pt x="1102" y="21823"/>
                  </a:cubicBezTo>
                  <a:cubicBezTo>
                    <a:pt x="296" y="22885"/>
                    <a:pt x="1" y="24233"/>
                    <a:pt x="335" y="25413"/>
                  </a:cubicBezTo>
                  <a:cubicBezTo>
                    <a:pt x="483" y="25924"/>
                    <a:pt x="758" y="26406"/>
                    <a:pt x="1132" y="26800"/>
                  </a:cubicBezTo>
                  <a:cubicBezTo>
                    <a:pt x="1112" y="28059"/>
                    <a:pt x="1535" y="29249"/>
                    <a:pt x="2322" y="30104"/>
                  </a:cubicBezTo>
                  <a:cubicBezTo>
                    <a:pt x="2961" y="30802"/>
                    <a:pt x="3836" y="31255"/>
                    <a:pt x="4780" y="31383"/>
                  </a:cubicBezTo>
                  <a:cubicBezTo>
                    <a:pt x="5961" y="32927"/>
                    <a:pt x="7318" y="34343"/>
                    <a:pt x="8813" y="35592"/>
                  </a:cubicBezTo>
                  <a:lnTo>
                    <a:pt x="2863" y="37156"/>
                  </a:lnTo>
                  <a:cubicBezTo>
                    <a:pt x="2223" y="37333"/>
                    <a:pt x="1761" y="37893"/>
                    <a:pt x="1722" y="38562"/>
                  </a:cubicBezTo>
                  <a:lnTo>
                    <a:pt x="1633" y="40214"/>
                  </a:lnTo>
                  <a:lnTo>
                    <a:pt x="1633" y="40303"/>
                  </a:lnTo>
                  <a:lnTo>
                    <a:pt x="610" y="55861"/>
                  </a:lnTo>
                  <a:cubicBezTo>
                    <a:pt x="551" y="56727"/>
                    <a:pt x="1220" y="57474"/>
                    <a:pt x="2086" y="57514"/>
                  </a:cubicBezTo>
                  <a:lnTo>
                    <a:pt x="10603" y="57848"/>
                  </a:lnTo>
                  <a:cubicBezTo>
                    <a:pt x="10652" y="57858"/>
                    <a:pt x="10711" y="57858"/>
                    <a:pt x="10770" y="57858"/>
                  </a:cubicBezTo>
                  <a:lnTo>
                    <a:pt x="12137" y="57907"/>
                  </a:lnTo>
                  <a:lnTo>
                    <a:pt x="22926" y="58330"/>
                  </a:lnTo>
                  <a:lnTo>
                    <a:pt x="22985" y="58330"/>
                  </a:lnTo>
                  <a:cubicBezTo>
                    <a:pt x="23122" y="58330"/>
                    <a:pt x="23250" y="58320"/>
                    <a:pt x="23378" y="58281"/>
                  </a:cubicBezTo>
                  <a:lnTo>
                    <a:pt x="23889" y="58300"/>
                  </a:lnTo>
                  <a:lnTo>
                    <a:pt x="23939" y="58300"/>
                  </a:lnTo>
                  <a:cubicBezTo>
                    <a:pt x="24755" y="58300"/>
                    <a:pt x="25433" y="57661"/>
                    <a:pt x="25483" y="56845"/>
                  </a:cubicBezTo>
                  <a:lnTo>
                    <a:pt x="25581" y="55065"/>
                  </a:lnTo>
                  <a:cubicBezTo>
                    <a:pt x="25649" y="55074"/>
                    <a:pt x="25716" y="55078"/>
                    <a:pt x="25783" y="55078"/>
                  </a:cubicBezTo>
                  <a:cubicBezTo>
                    <a:pt x="26088" y="55078"/>
                    <a:pt x="26385" y="54988"/>
                    <a:pt x="26643" y="54819"/>
                  </a:cubicBezTo>
                  <a:lnTo>
                    <a:pt x="27076" y="54524"/>
                  </a:lnTo>
                  <a:cubicBezTo>
                    <a:pt x="27784" y="54052"/>
                    <a:pt x="27971" y="53088"/>
                    <a:pt x="27499" y="52380"/>
                  </a:cubicBezTo>
                  <a:lnTo>
                    <a:pt x="25876" y="49970"/>
                  </a:lnTo>
                  <a:lnTo>
                    <a:pt x="25896" y="49538"/>
                  </a:lnTo>
                  <a:lnTo>
                    <a:pt x="26132" y="49164"/>
                  </a:lnTo>
                  <a:lnTo>
                    <a:pt x="31285" y="56796"/>
                  </a:lnTo>
                  <a:cubicBezTo>
                    <a:pt x="31511" y="57130"/>
                    <a:pt x="31865" y="57366"/>
                    <a:pt x="32269" y="57445"/>
                  </a:cubicBezTo>
                  <a:cubicBezTo>
                    <a:pt x="32367" y="57464"/>
                    <a:pt x="32465" y="57474"/>
                    <a:pt x="32564" y="57474"/>
                  </a:cubicBezTo>
                  <a:cubicBezTo>
                    <a:pt x="32869" y="57474"/>
                    <a:pt x="33173" y="57376"/>
                    <a:pt x="33419" y="57209"/>
                  </a:cubicBezTo>
                  <a:lnTo>
                    <a:pt x="33852" y="56914"/>
                  </a:lnTo>
                  <a:cubicBezTo>
                    <a:pt x="34088" y="56766"/>
                    <a:pt x="34265" y="56550"/>
                    <a:pt x="34393" y="56304"/>
                  </a:cubicBezTo>
                  <a:cubicBezTo>
                    <a:pt x="35622" y="56756"/>
                    <a:pt x="36930" y="56992"/>
                    <a:pt x="38248" y="57022"/>
                  </a:cubicBezTo>
                  <a:lnTo>
                    <a:pt x="38484" y="57022"/>
                  </a:lnTo>
                  <a:cubicBezTo>
                    <a:pt x="41651" y="57022"/>
                    <a:pt x="43874" y="55743"/>
                    <a:pt x="43962" y="55694"/>
                  </a:cubicBezTo>
                  <a:cubicBezTo>
                    <a:pt x="44523" y="55370"/>
                    <a:pt x="44818" y="54730"/>
                    <a:pt x="44710" y="54091"/>
                  </a:cubicBezTo>
                  <a:lnTo>
                    <a:pt x="44631" y="53629"/>
                  </a:lnTo>
                  <a:cubicBezTo>
                    <a:pt x="44670" y="53304"/>
                    <a:pt x="44611" y="52970"/>
                    <a:pt x="44464" y="52685"/>
                  </a:cubicBezTo>
                  <a:lnTo>
                    <a:pt x="42123" y="39162"/>
                  </a:lnTo>
                  <a:cubicBezTo>
                    <a:pt x="43539" y="37608"/>
                    <a:pt x="44110" y="35474"/>
                    <a:pt x="43667" y="33418"/>
                  </a:cubicBezTo>
                  <a:cubicBezTo>
                    <a:pt x="48113" y="27586"/>
                    <a:pt x="49263" y="20171"/>
                    <a:pt x="46627" y="13867"/>
                  </a:cubicBezTo>
                  <a:cubicBezTo>
                    <a:pt x="46608" y="13828"/>
                    <a:pt x="46598" y="13798"/>
                    <a:pt x="46578" y="13759"/>
                  </a:cubicBezTo>
                  <a:cubicBezTo>
                    <a:pt x="44434" y="9618"/>
                    <a:pt x="39871" y="6638"/>
                    <a:pt x="35199" y="6255"/>
                  </a:cubicBezTo>
                  <a:cubicBezTo>
                    <a:pt x="35101" y="3245"/>
                    <a:pt x="32928" y="698"/>
                    <a:pt x="29967" y="118"/>
                  </a:cubicBezTo>
                  <a:cubicBezTo>
                    <a:pt x="29556" y="39"/>
                    <a:pt x="29144" y="0"/>
                    <a:pt x="287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1">
              <a:extLst>
                <a:ext uri="{FF2B5EF4-FFF2-40B4-BE49-F238E27FC236}">
                  <a16:creationId xmlns:a16="http://schemas.microsoft.com/office/drawing/2014/main" id="{75DED35B-50B9-F434-E0FA-42B3402F8D5E}"/>
                </a:ext>
              </a:extLst>
            </p:cNvPr>
            <p:cNvSpPr/>
            <p:nvPr/>
          </p:nvSpPr>
          <p:spPr>
            <a:xfrm>
              <a:off x="1290838" y="1388755"/>
              <a:ext cx="2688445" cy="1812453"/>
            </a:xfrm>
            <a:custGeom>
              <a:avLst/>
              <a:gdLst/>
              <a:ahLst/>
              <a:cxnLst/>
              <a:rect l="l" t="t" r="r" b="b"/>
              <a:pathLst>
                <a:path w="48506" h="32701" extrusionOk="0">
                  <a:moveTo>
                    <a:pt x="32942" y="0"/>
                  </a:moveTo>
                  <a:cubicBezTo>
                    <a:pt x="32740" y="0"/>
                    <a:pt x="32538" y="6"/>
                    <a:pt x="32337" y="17"/>
                  </a:cubicBezTo>
                  <a:cubicBezTo>
                    <a:pt x="28093" y="383"/>
                    <a:pt x="24441" y="3877"/>
                    <a:pt x="20243" y="3877"/>
                  </a:cubicBezTo>
                  <a:cubicBezTo>
                    <a:pt x="20043" y="3877"/>
                    <a:pt x="19842" y="3869"/>
                    <a:pt x="19640" y="3853"/>
                  </a:cubicBezTo>
                  <a:cubicBezTo>
                    <a:pt x="16614" y="3314"/>
                    <a:pt x="13458" y="1573"/>
                    <a:pt x="10391" y="1573"/>
                  </a:cubicBezTo>
                  <a:cubicBezTo>
                    <a:pt x="8983" y="1573"/>
                    <a:pt x="7594" y="1940"/>
                    <a:pt x="6245" y="2958"/>
                  </a:cubicBezTo>
                  <a:cubicBezTo>
                    <a:pt x="984" y="6852"/>
                    <a:pt x="0" y="15202"/>
                    <a:pt x="3324" y="20552"/>
                  </a:cubicBezTo>
                  <a:cubicBezTo>
                    <a:pt x="7781" y="27983"/>
                    <a:pt x="16367" y="32700"/>
                    <a:pt x="24944" y="32700"/>
                  </a:cubicBezTo>
                  <a:cubicBezTo>
                    <a:pt x="26379" y="32700"/>
                    <a:pt x="27814" y="32568"/>
                    <a:pt x="29229" y="32295"/>
                  </a:cubicBezTo>
                  <a:cubicBezTo>
                    <a:pt x="40451" y="30161"/>
                    <a:pt x="48505" y="17592"/>
                    <a:pt x="43962" y="6705"/>
                  </a:cubicBezTo>
                  <a:cubicBezTo>
                    <a:pt x="41929" y="2772"/>
                    <a:pt x="37403" y="0"/>
                    <a:pt x="329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1">
              <a:extLst>
                <a:ext uri="{FF2B5EF4-FFF2-40B4-BE49-F238E27FC236}">
                  <a16:creationId xmlns:a16="http://schemas.microsoft.com/office/drawing/2014/main" id="{0D680304-EC5C-B1D2-4543-F572345CEE5E}"/>
                </a:ext>
              </a:extLst>
            </p:cNvPr>
            <p:cNvSpPr/>
            <p:nvPr/>
          </p:nvSpPr>
          <p:spPr>
            <a:xfrm>
              <a:off x="2541290" y="1044620"/>
              <a:ext cx="545659" cy="545715"/>
            </a:xfrm>
            <a:custGeom>
              <a:avLst/>
              <a:gdLst/>
              <a:ahLst/>
              <a:cxnLst/>
              <a:rect l="l" t="t" r="r" b="b"/>
              <a:pathLst>
                <a:path w="9845" h="9846" extrusionOk="0">
                  <a:moveTo>
                    <a:pt x="4927" y="1"/>
                  </a:moveTo>
                  <a:cubicBezTo>
                    <a:pt x="2203" y="1"/>
                    <a:pt x="0" y="2204"/>
                    <a:pt x="0" y="4918"/>
                  </a:cubicBezTo>
                  <a:cubicBezTo>
                    <a:pt x="0" y="7643"/>
                    <a:pt x="2203" y="9845"/>
                    <a:pt x="4927" y="9845"/>
                  </a:cubicBezTo>
                  <a:cubicBezTo>
                    <a:pt x="7642" y="9845"/>
                    <a:pt x="9845" y="7643"/>
                    <a:pt x="9845" y="4918"/>
                  </a:cubicBezTo>
                  <a:cubicBezTo>
                    <a:pt x="9845" y="2204"/>
                    <a:pt x="7642" y="1"/>
                    <a:pt x="49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1">
              <a:extLst>
                <a:ext uri="{FF2B5EF4-FFF2-40B4-BE49-F238E27FC236}">
                  <a16:creationId xmlns:a16="http://schemas.microsoft.com/office/drawing/2014/main" id="{ABFE5454-5F39-1752-89EB-84A91427861C}"/>
                </a:ext>
              </a:extLst>
            </p:cNvPr>
            <p:cNvSpPr/>
            <p:nvPr/>
          </p:nvSpPr>
          <p:spPr>
            <a:xfrm>
              <a:off x="3018779" y="2614483"/>
              <a:ext cx="545659" cy="545715"/>
            </a:xfrm>
            <a:custGeom>
              <a:avLst/>
              <a:gdLst/>
              <a:ahLst/>
              <a:cxnLst/>
              <a:rect l="l" t="t" r="r" b="b"/>
              <a:pathLst>
                <a:path w="9845" h="9846" extrusionOk="0">
                  <a:moveTo>
                    <a:pt x="4928" y="1"/>
                  </a:moveTo>
                  <a:cubicBezTo>
                    <a:pt x="2203" y="1"/>
                    <a:pt x="0" y="2204"/>
                    <a:pt x="0" y="4928"/>
                  </a:cubicBezTo>
                  <a:cubicBezTo>
                    <a:pt x="0" y="7643"/>
                    <a:pt x="2203" y="9846"/>
                    <a:pt x="4928" y="9846"/>
                  </a:cubicBezTo>
                  <a:cubicBezTo>
                    <a:pt x="7642" y="9846"/>
                    <a:pt x="9845" y="7643"/>
                    <a:pt x="9845" y="4928"/>
                  </a:cubicBezTo>
                  <a:cubicBezTo>
                    <a:pt x="9845" y="2204"/>
                    <a:pt x="7642" y="1"/>
                    <a:pt x="49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1">
              <a:extLst>
                <a:ext uri="{FF2B5EF4-FFF2-40B4-BE49-F238E27FC236}">
                  <a16:creationId xmlns:a16="http://schemas.microsoft.com/office/drawing/2014/main" id="{0758472F-1596-CA13-732C-ED03EC645D43}"/>
                </a:ext>
              </a:extLst>
            </p:cNvPr>
            <p:cNvSpPr/>
            <p:nvPr/>
          </p:nvSpPr>
          <p:spPr>
            <a:xfrm>
              <a:off x="1785232" y="2424264"/>
              <a:ext cx="1100020" cy="1484891"/>
            </a:xfrm>
            <a:custGeom>
              <a:avLst/>
              <a:gdLst/>
              <a:ahLst/>
              <a:cxnLst/>
              <a:rect l="l" t="t" r="r" b="b"/>
              <a:pathLst>
                <a:path w="19847" h="26791" fill="none" extrusionOk="0">
                  <a:moveTo>
                    <a:pt x="19847" y="1"/>
                  </a:moveTo>
                  <a:lnTo>
                    <a:pt x="0" y="26790"/>
                  </a:lnTo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1">
              <a:extLst>
                <a:ext uri="{FF2B5EF4-FFF2-40B4-BE49-F238E27FC236}">
                  <a16:creationId xmlns:a16="http://schemas.microsoft.com/office/drawing/2014/main" id="{F9A1F38A-1271-DDDD-CB0E-6D395B51E81D}"/>
                </a:ext>
              </a:extLst>
            </p:cNvPr>
            <p:cNvSpPr/>
            <p:nvPr/>
          </p:nvSpPr>
          <p:spPr>
            <a:xfrm>
              <a:off x="2599043" y="1173816"/>
              <a:ext cx="820955" cy="1185097"/>
            </a:xfrm>
            <a:custGeom>
              <a:avLst/>
              <a:gdLst/>
              <a:ahLst/>
              <a:cxnLst/>
              <a:rect l="l" t="t" r="r" b="b"/>
              <a:pathLst>
                <a:path w="14812" h="21382" extrusionOk="0">
                  <a:moveTo>
                    <a:pt x="2371" y="1"/>
                  </a:moveTo>
                  <a:cubicBezTo>
                    <a:pt x="2105" y="1"/>
                    <a:pt x="1840" y="178"/>
                    <a:pt x="1840" y="532"/>
                  </a:cubicBezTo>
                  <a:lnTo>
                    <a:pt x="1840" y="13248"/>
                  </a:lnTo>
                  <a:lnTo>
                    <a:pt x="20" y="13120"/>
                  </a:lnTo>
                  <a:lnTo>
                    <a:pt x="1" y="14418"/>
                  </a:lnTo>
                  <a:lnTo>
                    <a:pt x="1840" y="14891"/>
                  </a:lnTo>
                  <a:lnTo>
                    <a:pt x="1840" y="21381"/>
                  </a:lnTo>
                  <a:lnTo>
                    <a:pt x="2902" y="21381"/>
                  </a:lnTo>
                  <a:lnTo>
                    <a:pt x="2902" y="15156"/>
                  </a:lnTo>
                  <a:lnTo>
                    <a:pt x="12363" y="17556"/>
                  </a:lnTo>
                  <a:lnTo>
                    <a:pt x="14812" y="17556"/>
                  </a:lnTo>
                  <a:lnTo>
                    <a:pt x="14812" y="16326"/>
                  </a:lnTo>
                  <a:lnTo>
                    <a:pt x="2902" y="13494"/>
                  </a:lnTo>
                  <a:lnTo>
                    <a:pt x="2902" y="532"/>
                  </a:lnTo>
                  <a:cubicBezTo>
                    <a:pt x="2902" y="178"/>
                    <a:pt x="2636" y="1"/>
                    <a:pt x="2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1">
              <a:extLst>
                <a:ext uri="{FF2B5EF4-FFF2-40B4-BE49-F238E27FC236}">
                  <a16:creationId xmlns:a16="http://schemas.microsoft.com/office/drawing/2014/main" id="{C593636B-A1A5-549A-FCD2-B37F27AF7026}"/>
                </a:ext>
              </a:extLst>
            </p:cNvPr>
            <p:cNvSpPr/>
            <p:nvPr/>
          </p:nvSpPr>
          <p:spPr>
            <a:xfrm>
              <a:off x="1483774" y="1173816"/>
              <a:ext cx="713043" cy="1185097"/>
            </a:xfrm>
            <a:custGeom>
              <a:avLst/>
              <a:gdLst/>
              <a:ahLst/>
              <a:cxnLst/>
              <a:rect l="l" t="t" r="r" b="b"/>
              <a:pathLst>
                <a:path w="12865" h="21382" extrusionOk="0">
                  <a:moveTo>
                    <a:pt x="3462" y="1"/>
                  </a:moveTo>
                  <a:cubicBezTo>
                    <a:pt x="3197" y="1"/>
                    <a:pt x="2931" y="178"/>
                    <a:pt x="2931" y="532"/>
                  </a:cubicBezTo>
                  <a:lnTo>
                    <a:pt x="2931" y="13248"/>
                  </a:lnTo>
                  <a:lnTo>
                    <a:pt x="1604" y="12933"/>
                  </a:lnTo>
                  <a:lnTo>
                    <a:pt x="1" y="12815"/>
                  </a:lnTo>
                  <a:lnTo>
                    <a:pt x="1" y="14064"/>
                  </a:lnTo>
                  <a:lnTo>
                    <a:pt x="2931" y="14851"/>
                  </a:lnTo>
                  <a:lnTo>
                    <a:pt x="2931" y="21381"/>
                  </a:lnTo>
                  <a:lnTo>
                    <a:pt x="3994" y="21381"/>
                  </a:lnTo>
                  <a:lnTo>
                    <a:pt x="3994" y="15146"/>
                  </a:lnTo>
                  <a:lnTo>
                    <a:pt x="10789" y="16985"/>
                  </a:lnTo>
                  <a:lnTo>
                    <a:pt x="12864" y="16680"/>
                  </a:lnTo>
                  <a:lnTo>
                    <a:pt x="12864" y="15618"/>
                  </a:lnTo>
                  <a:lnTo>
                    <a:pt x="3994" y="13504"/>
                  </a:lnTo>
                  <a:lnTo>
                    <a:pt x="3994" y="532"/>
                  </a:lnTo>
                  <a:cubicBezTo>
                    <a:pt x="3994" y="178"/>
                    <a:pt x="3728" y="1"/>
                    <a:pt x="3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1">
              <a:extLst>
                <a:ext uri="{FF2B5EF4-FFF2-40B4-BE49-F238E27FC236}">
                  <a16:creationId xmlns:a16="http://schemas.microsoft.com/office/drawing/2014/main" id="{36DB9E02-4D72-E409-1FD9-5FD8BEA631A4}"/>
                </a:ext>
              </a:extLst>
            </p:cNvPr>
            <p:cNvSpPr/>
            <p:nvPr/>
          </p:nvSpPr>
          <p:spPr>
            <a:xfrm>
              <a:off x="1538313" y="1257786"/>
              <a:ext cx="80699" cy="538066"/>
            </a:xfrm>
            <a:custGeom>
              <a:avLst/>
              <a:gdLst/>
              <a:ahLst/>
              <a:cxnLst/>
              <a:rect l="l" t="t" r="r" b="b"/>
              <a:pathLst>
                <a:path w="1456" h="9708" extrusionOk="0">
                  <a:moveTo>
                    <a:pt x="777" y="0"/>
                  </a:moveTo>
                  <a:cubicBezTo>
                    <a:pt x="344" y="0"/>
                    <a:pt x="0" y="345"/>
                    <a:pt x="0" y="777"/>
                  </a:cubicBezTo>
                  <a:lnTo>
                    <a:pt x="0" y="8930"/>
                  </a:lnTo>
                  <a:cubicBezTo>
                    <a:pt x="0" y="9363"/>
                    <a:pt x="344" y="9707"/>
                    <a:pt x="777" y="9707"/>
                  </a:cubicBezTo>
                  <a:lnTo>
                    <a:pt x="1456" y="970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1">
              <a:extLst>
                <a:ext uri="{FF2B5EF4-FFF2-40B4-BE49-F238E27FC236}">
                  <a16:creationId xmlns:a16="http://schemas.microsoft.com/office/drawing/2014/main" id="{F6EECB83-547B-5A84-5789-1469581AC195}"/>
                </a:ext>
              </a:extLst>
            </p:cNvPr>
            <p:cNvSpPr/>
            <p:nvPr/>
          </p:nvSpPr>
          <p:spPr>
            <a:xfrm>
              <a:off x="1483774" y="1876996"/>
              <a:ext cx="714650" cy="175586"/>
            </a:xfrm>
            <a:custGeom>
              <a:avLst/>
              <a:gdLst/>
              <a:ahLst/>
              <a:cxnLst/>
              <a:rect l="l" t="t" r="r" b="b"/>
              <a:pathLst>
                <a:path w="12894" h="3168" extrusionOk="0">
                  <a:moveTo>
                    <a:pt x="1427" y="1"/>
                  </a:moveTo>
                  <a:lnTo>
                    <a:pt x="1" y="138"/>
                  </a:lnTo>
                  <a:lnTo>
                    <a:pt x="11025" y="3167"/>
                  </a:lnTo>
                  <a:lnTo>
                    <a:pt x="12894" y="295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1">
              <a:extLst>
                <a:ext uri="{FF2B5EF4-FFF2-40B4-BE49-F238E27FC236}">
                  <a16:creationId xmlns:a16="http://schemas.microsoft.com/office/drawing/2014/main" id="{CED17DEB-5CEE-10A5-C049-2A42F60D104F}"/>
                </a:ext>
              </a:extLst>
            </p:cNvPr>
            <p:cNvSpPr/>
            <p:nvPr/>
          </p:nvSpPr>
          <p:spPr>
            <a:xfrm>
              <a:off x="1618956" y="2356700"/>
              <a:ext cx="1726378" cy="1725768"/>
            </a:xfrm>
            <a:custGeom>
              <a:avLst/>
              <a:gdLst/>
              <a:ahLst/>
              <a:cxnLst/>
              <a:rect l="l" t="t" r="r" b="b"/>
              <a:pathLst>
                <a:path w="31148" h="31137" extrusionOk="0">
                  <a:moveTo>
                    <a:pt x="29210" y="3796"/>
                  </a:moveTo>
                  <a:lnTo>
                    <a:pt x="18913" y="20152"/>
                  </a:lnTo>
                  <a:lnTo>
                    <a:pt x="8055" y="4052"/>
                  </a:lnTo>
                  <a:lnTo>
                    <a:pt x="29210" y="3796"/>
                  </a:lnTo>
                  <a:close/>
                  <a:moveTo>
                    <a:pt x="1328" y="1711"/>
                  </a:moveTo>
                  <a:lnTo>
                    <a:pt x="6934" y="4052"/>
                  </a:lnTo>
                  <a:lnTo>
                    <a:pt x="7436" y="4052"/>
                  </a:lnTo>
                  <a:lnTo>
                    <a:pt x="18608" y="20643"/>
                  </a:lnTo>
                  <a:lnTo>
                    <a:pt x="16415" y="24105"/>
                  </a:lnTo>
                  <a:lnTo>
                    <a:pt x="1328" y="1711"/>
                  </a:lnTo>
                  <a:close/>
                  <a:moveTo>
                    <a:pt x="1" y="0"/>
                  </a:moveTo>
                  <a:lnTo>
                    <a:pt x="1" y="1161"/>
                  </a:lnTo>
                  <a:lnTo>
                    <a:pt x="443" y="1348"/>
                  </a:lnTo>
                  <a:lnTo>
                    <a:pt x="16110" y="24587"/>
                  </a:lnTo>
                  <a:lnTo>
                    <a:pt x="12156" y="30862"/>
                  </a:lnTo>
                  <a:lnTo>
                    <a:pt x="12599" y="31137"/>
                  </a:lnTo>
                  <a:lnTo>
                    <a:pt x="16435" y="25059"/>
                  </a:lnTo>
                  <a:lnTo>
                    <a:pt x="18618" y="28295"/>
                  </a:lnTo>
                  <a:lnTo>
                    <a:pt x="19051" y="28009"/>
                  </a:lnTo>
                  <a:lnTo>
                    <a:pt x="16739" y="24577"/>
                  </a:lnTo>
                  <a:lnTo>
                    <a:pt x="18923" y="21105"/>
                  </a:lnTo>
                  <a:lnTo>
                    <a:pt x="25394" y="30704"/>
                  </a:lnTo>
                  <a:lnTo>
                    <a:pt x="25827" y="30419"/>
                  </a:lnTo>
                  <a:lnTo>
                    <a:pt x="19228" y="20624"/>
                  </a:lnTo>
                  <a:lnTo>
                    <a:pt x="29830" y="3787"/>
                  </a:lnTo>
                  <a:lnTo>
                    <a:pt x="31147" y="3767"/>
                  </a:lnTo>
                  <a:lnTo>
                    <a:pt x="31059" y="26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1">
              <a:extLst>
                <a:ext uri="{FF2B5EF4-FFF2-40B4-BE49-F238E27FC236}">
                  <a16:creationId xmlns:a16="http://schemas.microsoft.com/office/drawing/2014/main" id="{8419D57B-8EEA-775A-B820-DA5A5EDAEF37}"/>
                </a:ext>
              </a:extLst>
            </p:cNvPr>
            <p:cNvSpPr/>
            <p:nvPr/>
          </p:nvSpPr>
          <p:spPr>
            <a:xfrm>
              <a:off x="1618956" y="2346890"/>
              <a:ext cx="1721445" cy="161952"/>
            </a:xfrm>
            <a:custGeom>
              <a:avLst/>
              <a:gdLst/>
              <a:ahLst/>
              <a:cxnLst/>
              <a:rect l="l" t="t" r="r" b="b"/>
              <a:pathLst>
                <a:path w="31059" h="2922" extrusionOk="0">
                  <a:moveTo>
                    <a:pt x="20988" y="0"/>
                  </a:moveTo>
                  <a:lnTo>
                    <a:pt x="1" y="177"/>
                  </a:lnTo>
                  <a:lnTo>
                    <a:pt x="6924" y="2921"/>
                  </a:lnTo>
                  <a:lnTo>
                    <a:pt x="31059" y="2833"/>
                  </a:lnTo>
                  <a:lnTo>
                    <a:pt x="20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1">
              <a:extLst>
                <a:ext uri="{FF2B5EF4-FFF2-40B4-BE49-F238E27FC236}">
                  <a16:creationId xmlns:a16="http://schemas.microsoft.com/office/drawing/2014/main" id="{08E3DDFE-D9DA-F4E6-E34B-CDCE67CD6DD9}"/>
                </a:ext>
              </a:extLst>
            </p:cNvPr>
            <p:cNvSpPr/>
            <p:nvPr/>
          </p:nvSpPr>
          <p:spPr>
            <a:xfrm>
              <a:off x="2600151" y="1892237"/>
              <a:ext cx="820955" cy="188112"/>
            </a:xfrm>
            <a:custGeom>
              <a:avLst/>
              <a:gdLst/>
              <a:ahLst/>
              <a:cxnLst/>
              <a:rect l="l" t="t" r="r" b="b"/>
              <a:pathLst>
                <a:path w="14812" h="3394" extrusionOk="0">
                  <a:moveTo>
                    <a:pt x="1633" y="1"/>
                  </a:moveTo>
                  <a:lnTo>
                    <a:pt x="0" y="158"/>
                  </a:lnTo>
                  <a:lnTo>
                    <a:pt x="12717" y="3374"/>
                  </a:lnTo>
                  <a:lnTo>
                    <a:pt x="14811" y="3394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1">
              <a:extLst>
                <a:ext uri="{FF2B5EF4-FFF2-40B4-BE49-F238E27FC236}">
                  <a16:creationId xmlns:a16="http://schemas.microsoft.com/office/drawing/2014/main" id="{17DB7187-0D36-C0FD-6AA7-E03DA30D8E15}"/>
                </a:ext>
              </a:extLst>
            </p:cNvPr>
            <p:cNvSpPr/>
            <p:nvPr/>
          </p:nvSpPr>
          <p:spPr>
            <a:xfrm>
              <a:off x="1568242" y="1257786"/>
              <a:ext cx="1289795" cy="538066"/>
            </a:xfrm>
            <a:custGeom>
              <a:avLst/>
              <a:gdLst/>
              <a:ahLst/>
              <a:cxnLst/>
              <a:rect l="l" t="t" r="r" b="b"/>
              <a:pathLst>
                <a:path w="23271" h="9708" extrusionOk="0">
                  <a:moveTo>
                    <a:pt x="1073" y="0"/>
                  </a:moveTo>
                  <a:cubicBezTo>
                    <a:pt x="965" y="0"/>
                    <a:pt x="866" y="30"/>
                    <a:pt x="778" y="79"/>
                  </a:cubicBezTo>
                  <a:cubicBezTo>
                    <a:pt x="296" y="354"/>
                    <a:pt x="1" y="876"/>
                    <a:pt x="1" y="1426"/>
                  </a:cubicBezTo>
                  <a:lnTo>
                    <a:pt x="30" y="8684"/>
                  </a:lnTo>
                  <a:cubicBezTo>
                    <a:pt x="30" y="8852"/>
                    <a:pt x="99" y="9009"/>
                    <a:pt x="227" y="9117"/>
                  </a:cubicBezTo>
                  <a:lnTo>
                    <a:pt x="719" y="9560"/>
                  </a:lnTo>
                  <a:cubicBezTo>
                    <a:pt x="827" y="9658"/>
                    <a:pt x="965" y="9707"/>
                    <a:pt x="1112" y="9707"/>
                  </a:cubicBezTo>
                  <a:lnTo>
                    <a:pt x="22680" y="9707"/>
                  </a:lnTo>
                  <a:cubicBezTo>
                    <a:pt x="23014" y="9707"/>
                    <a:pt x="23270" y="9442"/>
                    <a:pt x="23270" y="9117"/>
                  </a:cubicBezTo>
                  <a:lnTo>
                    <a:pt x="23270" y="590"/>
                  </a:lnTo>
                  <a:cubicBezTo>
                    <a:pt x="23270" y="266"/>
                    <a:pt x="23005" y="0"/>
                    <a:pt x="22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1">
              <a:extLst>
                <a:ext uri="{FF2B5EF4-FFF2-40B4-BE49-F238E27FC236}">
                  <a16:creationId xmlns:a16="http://schemas.microsoft.com/office/drawing/2014/main" id="{336EE22A-2675-6B87-DF1C-F1CDC1B42EA7}"/>
                </a:ext>
              </a:extLst>
            </p:cNvPr>
            <p:cNvSpPr/>
            <p:nvPr/>
          </p:nvSpPr>
          <p:spPr>
            <a:xfrm>
              <a:off x="3040007" y="2722451"/>
              <a:ext cx="575699" cy="1311078"/>
            </a:xfrm>
            <a:custGeom>
              <a:avLst/>
              <a:gdLst/>
              <a:ahLst/>
              <a:cxnLst/>
              <a:rect l="l" t="t" r="r" b="b"/>
              <a:pathLst>
                <a:path w="10387" h="23655" extrusionOk="0">
                  <a:moveTo>
                    <a:pt x="4171" y="0"/>
                  </a:moveTo>
                  <a:lnTo>
                    <a:pt x="1" y="22010"/>
                  </a:lnTo>
                  <a:cubicBezTo>
                    <a:pt x="1978" y="23220"/>
                    <a:pt x="3856" y="23623"/>
                    <a:pt x="5479" y="23653"/>
                  </a:cubicBezTo>
                  <a:cubicBezTo>
                    <a:pt x="5550" y="23654"/>
                    <a:pt x="5621" y="23655"/>
                    <a:pt x="5691" y="23655"/>
                  </a:cubicBezTo>
                  <a:cubicBezTo>
                    <a:pt x="8468" y="23655"/>
                    <a:pt x="10386" y="22541"/>
                    <a:pt x="10386" y="22541"/>
                  </a:cubicBezTo>
                  <a:lnTo>
                    <a:pt x="64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1">
              <a:extLst>
                <a:ext uri="{FF2B5EF4-FFF2-40B4-BE49-F238E27FC236}">
                  <a16:creationId xmlns:a16="http://schemas.microsoft.com/office/drawing/2014/main" id="{58854798-80F3-EDBF-BEB9-3DF246C6BE60}"/>
                </a:ext>
              </a:extLst>
            </p:cNvPr>
            <p:cNvSpPr/>
            <p:nvPr/>
          </p:nvSpPr>
          <p:spPr>
            <a:xfrm>
              <a:off x="3040007" y="2722451"/>
              <a:ext cx="303674" cy="1310968"/>
            </a:xfrm>
            <a:custGeom>
              <a:avLst/>
              <a:gdLst/>
              <a:ahLst/>
              <a:cxnLst/>
              <a:rect l="l" t="t" r="r" b="b"/>
              <a:pathLst>
                <a:path w="5479" h="23653" extrusionOk="0">
                  <a:moveTo>
                    <a:pt x="4171" y="0"/>
                  </a:moveTo>
                  <a:lnTo>
                    <a:pt x="1" y="22010"/>
                  </a:lnTo>
                  <a:cubicBezTo>
                    <a:pt x="1978" y="23210"/>
                    <a:pt x="3856" y="23623"/>
                    <a:pt x="5479" y="23653"/>
                  </a:cubicBezTo>
                  <a:lnTo>
                    <a:pt x="4967" y="69"/>
                  </a:lnTo>
                  <a:lnTo>
                    <a:pt x="4967" y="0"/>
                  </a:ln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551F84D4-F703-B0D9-E138-C3838A9CCAB2}"/>
                </a:ext>
              </a:extLst>
            </p:cNvPr>
            <p:cNvSpPr/>
            <p:nvPr/>
          </p:nvSpPr>
          <p:spPr>
            <a:xfrm>
              <a:off x="3036238" y="3180318"/>
              <a:ext cx="181018" cy="351616"/>
            </a:xfrm>
            <a:custGeom>
              <a:avLst/>
              <a:gdLst/>
              <a:ahLst/>
              <a:cxnLst/>
              <a:rect l="l" t="t" r="r" b="b"/>
              <a:pathLst>
                <a:path w="3266" h="6344" fill="none" extrusionOk="0">
                  <a:moveTo>
                    <a:pt x="3265" y="0"/>
                  </a:moveTo>
                  <a:lnTo>
                    <a:pt x="2370" y="10"/>
                  </a:lnTo>
                  <a:cubicBezTo>
                    <a:pt x="1308" y="30"/>
                    <a:pt x="433" y="836"/>
                    <a:pt x="325" y="1889"/>
                  </a:cubicBezTo>
                  <a:lnTo>
                    <a:pt x="108" y="3993"/>
                  </a:lnTo>
                  <a:cubicBezTo>
                    <a:pt x="0" y="5154"/>
                    <a:pt x="856" y="6186"/>
                    <a:pt x="2026" y="6285"/>
                  </a:cubicBezTo>
                  <a:lnTo>
                    <a:pt x="2734" y="6344"/>
                  </a:ln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1">
              <a:extLst>
                <a:ext uri="{FF2B5EF4-FFF2-40B4-BE49-F238E27FC236}">
                  <a16:creationId xmlns:a16="http://schemas.microsoft.com/office/drawing/2014/main" id="{5E70ABA5-A31A-0432-C5D4-A6D8CF0697DB}"/>
                </a:ext>
              </a:extLst>
            </p:cNvPr>
            <p:cNvSpPr/>
            <p:nvPr/>
          </p:nvSpPr>
          <p:spPr>
            <a:xfrm>
              <a:off x="3047655" y="3895469"/>
              <a:ext cx="555525" cy="84024"/>
            </a:xfrm>
            <a:custGeom>
              <a:avLst/>
              <a:gdLst/>
              <a:ahLst/>
              <a:cxnLst/>
              <a:rect l="l" t="t" r="r" b="b"/>
              <a:pathLst>
                <a:path w="10023" h="1516" fill="none" extrusionOk="0">
                  <a:moveTo>
                    <a:pt x="1" y="1"/>
                  </a:moveTo>
                  <a:cubicBezTo>
                    <a:pt x="1" y="1"/>
                    <a:pt x="2440" y="1515"/>
                    <a:pt x="5282" y="1515"/>
                  </a:cubicBezTo>
                  <a:cubicBezTo>
                    <a:pt x="8075" y="1515"/>
                    <a:pt x="10022" y="443"/>
                    <a:pt x="10022" y="443"/>
                  </a:cubicBez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1">
              <a:extLst>
                <a:ext uri="{FF2B5EF4-FFF2-40B4-BE49-F238E27FC236}">
                  <a16:creationId xmlns:a16="http://schemas.microsoft.com/office/drawing/2014/main" id="{DEE3D42A-BB80-E02C-A3BF-ED4D8353EBB9}"/>
                </a:ext>
              </a:extLst>
            </p:cNvPr>
            <p:cNvSpPr/>
            <p:nvPr/>
          </p:nvSpPr>
          <p:spPr>
            <a:xfrm>
              <a:off x="3432030" y="3475180"/>
              <a:ext cx="95386" cy="226855"/>
            </a:xfrm>
            <a:custGeom>
              <a:avLst/>
              <a:gdLst/>
              <a:ahLst/>
              <a:cxnLst/>
              <a:rect l="l" t="t" r="r" b="b"/>
              <a:pathLst>
                <a:path w="1721" h="4093" extrusionOk="0">
                  <a:moveTo>
                    <a:pt x="694" y="0"/>
                  </a:moveTo>
                  <a:cubicBezTo>
                    <a:pt x="306" y="0"/>
                    <a:pt x="0" y="337"/>
                    <a:pt x="38" y="729"/>
                  </a:cubicBezTo>
                  <a:lnTo>
                    <a:pt x="304" y="3492"/>
                  </a:lnTo>
                  <a:cubicBezTo>
                    <a:pt x="334" y="3827"/>
                    <a:pt x="619" y="4092"/>
                    <a:pt x="963" y="4092"/>
                  </a:cubicBezTo>
                  <a:lnTo>
                    <a:pt x="1012" y="4092"/>
                  </a:lnTo>
                  <a:cubicBezTo>
                    <a:pt x="1406" y="4092"/>
                    <a:pt x="1720" y="3748"/>
                    <a:pt x="1671" y="3355"/>
                  </a:cubicBezTo>
                  <a:lnTo>
                    <a:pt x="1356" y="591"/>
                  </a:lnTo>
                  <a:cubicBezTo>
                    <a:pt x="1317" y="267"/>
                    <a:pt x="1051" y="21"/>
                    <a:pt x="727" y="1"/>
                  </a:cubicBezTo>
                  <a:cubicBezTo>
                    <a:pt x="716" y="0"/>
                    <a:pt x="705" y="0"/>
                    <a:pt x="694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1">
              <a:extLst>
                <a:ext uri="{FF2B5EF4-FFF2-40B4-BE49-F238E27FC236}">
                  <a16:creationId xmlns:a16="http://schemas.microsoft.com/office/drawing/2014/main" id="{11DEDBFB-27A7-0C51-5514-F8B2EFA39AEF}"/>
                </a:ext>
              </a:extLst>
            </p:cNvPr>
            <p:cNvSpPr/>
            <p:nvPr/>
          </p:nvSpPr>
          <p:spPr>
            <a:xfrm>
              <a:off x="3421056" y="3305413"/>
              <a:ext cx="72995" cy="125759"/>
            </a:xfrm>
            <a:custGeom>
              <a:avLst/>
              <a:gdLst/>
              <a:ahLst/>
              <a:cxnLst/>
              <a:rect l="l" t="t" r="r" b="b"/>
              <a:pathLst>
                <a:path w="1317" h="2269" extrusionOk="0">
                  <a:moveTo>
                    <a:pt x="574" y="1"/>
                  </a:moveTo>
                  <a:cubicBezTo>
                    <a:pt x="550" y="1"/>
                    <a:pt x="526" y="2"/>
                    <a:pt x="502" y="5"/>
                  </a:cubicBezTo>
                  <a:cubicBezTo>
                    <a:pt x="207" y="45"/>
                    <a:pt x="0" y="291"/>
                    <a:pt x="10" y="576"/>
                  </a:cubicBezTo>
                  <a:lnTo>
                    <a:pt x="20" y="1707"/>
                  </a:lnTo>
                  <a:cubicBezTo>
                    <a:pt x="30" y="2002"/>
                    <a:pt x="266" y="2248"/>
                    <a:pt x="561" y="2258"/>
                  </a:cubicBezTo>
                  <a:lnTo>
                    <a:pt x="679" y="2267"/>
                  </a:lnTo>
                  <a:cubicBezTo>
                    <a:pt x="690" y="2268"/>
                    <a:pt x="701" y="2268"/>
                    <a:pt x="711" y="2268"/>
                  </a:cubicBezTo>
                  <a:cubicBezTo>
                    <a:pt x="1050" y="2268"/>
                    <a:pt x="1317" y="1971"/>
                    <a:pt x="1269" y="1628"/>
                  </a:cubicBezTo>
                  <a:lnTo>
                    <a:pt x="1131" y="497"/>
                  </a:lnTo>
                  <a:cubicBezTo>
                    <a:pt x="1095" y="207"/>
                    <a:pt x="850" y="1"/>
                    <a:pt x="574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1">
              <a:extLst>
                <a:ext uri="{FF2B5EF4-FFF2-40B4-BE49-F238E27FC236}">
                  <a16:creationId xmlns:a16="http://schemas.microsoft.com/office/drawing/2014/main" id="{7E339709-A97F-DC6E-B8A5-C94ABF971E8D}"/>
                </a:ext>
              </a:extLst>
            </p:cNvPr>
            <p:cNvSpPr/>
            <p:nvPr/>
          </p:nvSpPr>
          <p:spPr>
            <a:xfrm>
              <a:off x="1542081" y="3202100"/>
              <a:ext cx="1055902" cy="902208"/>
            </a:xfrm>
            <a:custGeom>
              <a:avLst/>
              <a:gdLst/>
              <a:ahLst/>
              <a:cxnLst/>
              <a:rect l="l" t="t" r="r" b="b"/>
              <a:pathLst>
                <a:path w="19051" h="16278" extrusionOk="0">
                  <a:moveTo>
                    <a:pt x="1" y="1"/>
                  </a:moveTo>
                  <a:lnTo>
                    <a:pt x="1368" y="15195"/>
                  </a:lnTo>
                  <a:lnTo>
                    <a:pt x="5046" y="15835"/>
                  </a:lnTo>
                  <a:lnTo>
                    <a:pt x="18166" y="16277"/>
                  </a:lnTo>
                  <a:lnTo>
                    <a:pt x="19051" y="630"/>
                  </a:lnTo>
                  <a:lnTo>
                    <a:pt x="11763" y="2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1">
              <a:extLst>
                <a:ext uri="{FF2B5EF4-FFF2-40B4-BE49-F238E27FC236}">
                  <a16:creationId xmlns:a16="http://schemas.microsoft.com/office/drawing/2014/main" id="{1B5969A6-D2A6-E886-298F-8B29C3DF9198}"/>
                </a:ext>
              </a:extLst>
            </p:cNvPr>
            <p:cNvSpPr/>
            <p:nvPr/>
          </p:nvSpPr>
          <p:spPr>
            <a:xfrm>
              <a:off x="1460329" y="2821108"/>
              <a:ext cx="1027025" cy="375061"/>
            </a:xfrm>
            <a:custGeom>
              <a:avLst/>
              <a:gdLst/>
              <a:ahLst/>
              <a:cxnLst/>
              <a:rect l="l" t="t" r="r" b="b"/>
              <a:pathLst>
                <a:path w="18530" h="6767" extrusionOk="0">
                  <a:moveTo>
                    <a:pt x="18156" y="0"/>
                  </a:moveTo>
                  <a:lnTo>
                    <a:pt x="1643" y="4446"/>
                  </a:lnTo>
                  <a:lnTo>
                    <a:pt x="1" y="5183"/>
                  </a:lnTo>
                  <a:lnTo>
                    <a:pt x="355" y="6767"/>
                  </a:lnTo>
                  <a:lnTo>
                    <a:pt x="18529" y="1702"/>
                  </a:lnTo>
                  <a:lnTo>
                    <a:pt x="18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1">
              <a:extLst>
                <a:ext uri="{FF2B5EF4-FFF2-40B4-BE49-F238E27FC236}">
                  <a16:creationId xmlns:a16="http://schemas.microsoft.com/office/drawing/2014/main" id="{6EAF015A-C1AF-3AF5-2BA8-EF7B1CBED2CB}"/>
                </a:ext>
              </a:extLst>
            </p:cNvPr>
            <p:cNvSpPr/>
            <p:nvPr/>
          </p:nvSpPr>
          <p:spPr>
            <a:xfrm>
              <a:off x="1393043" y="2849468"/>
              <a:ext cx="1057010" cy="357048"/>
            </a:xfrm>
            <a:custGeom>
              <a:avLst/>
              <a:gdLst/>
              <a:ahLst/>
              <a:cxnLst/>
              <a:rect l="l" t="t" r="r" b="b"/>
              <a:pathLst>
                <a:path w="19071" h="6442" extrusionOk="0">
                  <a:moveTo>
                    <a:pt x="17162" y="0"/>
                  </a:moveTo>
                  <a:lnTo>
                    <a:pt x="15363" y="472"/>
                  </a:lnTo>
                  <a:lnTo>
                    <a:pt x="14133" y="1151"/>
                  </a:lnTo>
                  <a:lnTo>
                    <a:pt x="13278" y="1033"/>
                  </a:lnTo>
                  <a:lnTo>
                    <a:pt x="11399" y="1525"/>
                  </a:lnTo>
                  <a:lnTo>
                    <a:pt x="10091" y="2262"/>
                  </a:lnTo>
                  <a:lnTo>
                    <a:pt x="9304" y="2075"/>
                  </a:lnTo>
                  <a:lnTo>
                    <a:pt x="7613" y="2518"/>
                  </a:lnTo>
                  <a:lnTo>
                    <a:pt x="6216" y="3256"/>
                  </a:lnTo>
                  <a:lnTo>
                    <a:pt x="5518" y="3069"/>
                  </a:lnTo>
                  <a:lnTo>
                    <a:pt x="89" y="4505"/>
                  </a:lnTo>
                  <a:lnTo>
                    <a:pt x="1" y="6147"/>
                  </a:lnTo>
                  <a:lnTo>
                    <a:pt x="905" y="6442"/>
                  </a:lnTo>
                  <a:lnTo>
                    <a:pt x="4171" y="5518"/>
                  </a:lnTo>
                  <a:lnTo>
                    <a:pt x="5626" y="4839"/>
                  </a:lnTo>
                  <a:lnTo>
                    <a:pt x="6305" y="4918"/>
                  </a:lnTo>
                  <a:lnTo>
                    <a:pt x="7996" y="4446"/>
                  </a:lnTo>
                  <a:lnTo>
                    <a:pt x="9472" y="3816"/>
                  </a:lnTo>
                  <a:lnTo>
                    <a:pt x="10131" y="3846"/>
                  </a:lnTo>
                  <a:lnTo>
                    <a:pt x="12009" y="3315"/>
                  </a:lnTo>
                  <a:lnTo>
                    <a:pt x="13710" y="2272"/>
                  </a:lnTo>
                  <a:lnTo>
                    <a:pt x="14143" y="2715"/>
                  </a:lnTo>
                  <a:lnTo>
                    <a:pt x="15943" y="2213"/>
                  </a:lnTo>
                  <a:lnTo>
                    <a:pt x="17231" y="1426"/>
                  </a:lnTo>
                  <a:lnTo>
                    <a:pt x="18077" y="1603"/>
                  </a:lnTo>
                  <a:lnTo>
                    <a:pt x="19070" y="1328"/>
                  </a:lnTo>
                  <a:lnTo>
                    <a:pt x="18815" y="256"/>
                  </a:lnTo>
                  <a:lnTo>
                    <a:pt x="17792" y="590"/>
                  </a:lnTo>
                  <a:lnTo>
                    <a:pt x="171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1">
              <a:extLst>
                <a:ext uri="{FF2B5EF4-FFF2-40B4-BE49-F238E27FC236}">
                  <a16:creationId xmlns:a16="http://schemas.microsoft.com/office/drawing/2014/main" id="{7B9864CD-6D35-0049-EDE5-79A24AB27833}"/>
                </a:ext>
              </a:extLst>
            </p:cNvPr>
            <p:cNvSpPr/>
            <p:nvPr/>
          </p:nvSpPr>
          <p:spPr>
            <a:xfrm>
              <a:off x="1336343" y="3181963"/>
              <a:ext cx="1197623" cy="922327"/>
            </a:xfrm>
            <a:custGeom>
              <a:avLst/>
              <a:gdLst/>
              <a:ahLst/>
              <a:cxnLst/>
              <a:rect l="l" t="t" r="r" b="b"/>
              <a:pathLst>
                <a:path w="21608" h="16641" extrusionOk="0">
                  <a:moveTo>
                    <a:pt x="1034" y="0"/>
                  </a:moveTo>
                  <a:lnTo>
                    <a:pt x="1" y="15815"/>
                  </a:lnTo>
                  <a:lnTo>
                    <a:pt x="20841" y="16641"/>
                  </a:lnTo>
                  <a:lnTo>
                    <a:pt x="21460" y="5036"/>
                  </a:lnTo>
                  <a:lnTo>
                    <a:pt x="21510" y="4013"/>
                  </a:lnTo>
                  <a:lnTo>
                    <a:pt x="21608" y="2312"/>
                  </a:lnTo>
                  <a:lnTo>
                    <a:pt x="21401" y="1299"/>
                  </a:lnTo>
                  <a:lnTo>
                    <a:pt x="20251" y="817"/>
                  </a:lnTo>
                  <a:lnTo>
                    <a:pt x="18559" y="748"/>
                  </a:lnTo>
                  <a:lnTo>
                    <a:pt x="18195" y="1466"/>
                  </a:lnTo>
                  <a:lnTo>
                    <a:pt x="16533" y="659"/>
                  </a:lnTo>
                  <a:lnTo>
                    <a:pt x="14851" y="591"/>
                  </a:lnTo>
                  <a:lnTo>
                    <a:pt x="14517" y="1240"/>
                  </a:lnTo>
                  <a:lnTo>
                    <a:pt x="12835" y="502"/>
                  </a:lnTo>
                  <a:lnTo>
                    <a:pt x="10888" y="414"/>
                  </a:lnTo>
                  <a:lnTo>
                    <a:pt x="10711" y="1348"/>
                  </a:lnTo>
                  <a:lnTo>
                    <a:pt x="8872" y="335"/>
                  </a:lnTo>
                  <a:lnTo>
                    <a:pt x="7023" y="256"/>
                  </a:lnTo>
                  <a:lnTo>
                    <a:pt x="6393" y="777"/>
                  </a:lnTo>
                  <a:lnTo>
                    <a:pt x="4997" y="168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1">
              <a:extLst>
                <a:ext uri="{FF2B5EF4-FFF2-40B4-BE49-F238E27FC236}">
                  <a16:creationId xmlns:a16="http://schemas.microsoft.com/office/drawing/2014/main" id="{0997262E-5DC7-F952-02B0-F91CEAC9006C}"/>
                </a:ext>
              </a:extLst>
            </p:cNvPr>
            <p:cNvSpPr/>
            <p:nvPr/>
          </p:nvSpPr>
          <p:spPr>
            <a:xfrm>
              <a:off x="1587996" y="3693236"/>
              <a:ext cx="60469" cy="61189"/>
            </a:xfrm>
            <a:custGeom>
              <a:avLst/>
              <a:gdLst/>
              <a:ahLst/>
              <a:cxnLst/>
              <a:rect l="l" t="t" r="r" b="b"/>
              <a:pathLst>
                <a:path w="1091" h="1104" extrusionOk="0">
                  <a:moveTo>
                    <a:pt x="158" y="109"/>
                  </a:moveTo>
                  <a:lnTo>
                    <a:pt x="483" y="119"/>
                  </a:lnTo>
                  <a:cubicBezTo>
                    <a:pt x="489" y="118"/>
                    <a:pt x="495" y="118"/>
                    <a:pt x="501" y="118"/>
                  </a:cubicBezTo>
                  <a:cubicBezTo>
                    <a:pt x="1090" y="118"/>
                    <a:pt x="1069" y="1007"/>
                    <a:pt x="506" y="1007"/>
                  </a:cubicBezTo>
                  <a:cubicBezTo>
                    <a:pt x="486" y="1007"/>
                    <a:pt x="465" y="1006"/>
                    <a:pt x="443" y="1004"/>
                  </a:cubicBezTo>
                  <a:lnTo>
                    <a:pt x="119" y="994"/>
                  </a:lnTo>
                  <a:lnTo>
                    <a:pt x="158" y="109"/>
                  </a:lnTo>
                  <a:close/>
                  <a:moveTo>
                    <a:pt x="50" y="1"/>
                  </a:moveTo>
                  <a:lnTo>
                    <a:pt x="1" y="1082"/>
                  </a:lnTo>
                  <a:lnTo>
                    <a:pt x="443" y="1102"/>
                  </a:lnTo>
                  <a:cubicBezTo>
                    <a:pt x="458" y="1103"/>
                    <a:pt x="473" y="1103"/>
                    <a:pt x="487" y="1103"/>
                  </a:cubicBezTo>
                  <a:cubicBezTo>
                    <a:pt x="817" y="1103"/>
                    <a:pt x="1034" y="892"/>
                    <a:pt x="1053" y="591"/>
                  </a:cubicBezTo>
                  <a:cubicBezTo>
                    <a:pt x="1063" y="266"/>
                    <a:pt x="837" y="30"/>
                    <a:pt x="492" y="20"/>
                  </a:cubicBezTo>
                  <a:lnTo>
                    <a:pt x="5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1">
              <a:extLst>
                <a:ext uri="{FF2B5EF4-FFF2-40B4-BE49-F238E27FC236}">
                  <a16:creationId xmlns:a16="http://schemas.microsoft.com/office/drawing/2014/main" id="{E5BEEA81-FB26-1664-93C0-CA184F92282B}"/>
                </a:ext>
              </a:extLst>
            </p:cNvPr>
            <p:cNvSpPr/>
            <p:nvPr/>
          </p:nvSpPr>
          <p:spPr>
            <a:xfrm>
              <a:off x="1665425" y="3696506"/>
              <a:ext cx="9311" cy="60025"/>
            </a:xfrm>
            <a:custGeom>
              <a:avLst/>
              <a:gdLst/>
              <a:ahLst/>
              <a:cxnLst/>
              <a:rect l="l" t="t" r="r" b="b"/>
              <a:pathLst>
                <a:path w="168" h="1083" extrusionOk="0">
                  <a:moveTo>
                    <a:pt x="49" y="1"/>
                  </a:moveTo>
                  <a:lnTo>
                    <a:pt x="0" y="1082"/>
                  </a:lnTo>
                  <a:lnTo>
                    <a:pt x="118" y="108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1">
              <a:extLst>
                <a:ext uri="{FF2B5EF4-FFF2-40B4-BE49-F238E27FC236}">
                  <a16:creationId xmlns:a16="http://schemas.microsoft.com/office/drawing/2014/main" id="{F6AD8545-BFAC-03F2-AFED-C12D7D82981C}"/>
                </a:ext>
              </a:extLst>
            </p:cNvPr>
            <p:cNvSpPr/>
            <p:nvPr/>
          </p:nvSpPr>
          <p:spPr>
            <a:xfrm>
              <a:off x="1698126" y="3698169"/>
              <a:ext cx="49661" cy="62187"/>
            </a:xfrm>
            <a:custGeom>
              <a:avLst/>
              <a:gdLst/>
              <a:ahLst/>
              <a:cxnLst/>
              <a:rect l="l" t="t" r="r" b="b"/>
              <a:pathLst>
                <a:path w="896" h="1122" extrusionOk="0">
                  <a:moveTo>
                    <a:pt x="158" y="98"/>
                  </a:moveTo>
                  <a:lnTo>
                    <a:pt x="443" y="108"/>
                  </a:lnTo>
                  <a:cubicBezTo>
                    <a:pt x="659" y="118"/>
                    <a:pt x="777" y="226"/>
                    <a:pt x="767" y="393"/>
                  </a:cubicBezTo>
                  <a:cubicBezTo>
                    <a:pt x="758" y="556"/>
                    <a:pt x="659" y="652"/>
                    <a:pt x="476" y="652"/>
                  </a:cubicBezTo>
                  <a:cubicBezTo>
                    <a:pt x="459" y="652"/>
                    <a:pt x="442" y="651"/>
                    <a:pt x="423" y="649"/>
                  </a:cubicBezTo>
                  <a:lnTo>
                    <a:pt x="138" y="639"/>
                  </a:lnTo>
                  <a:lnTo>
                    <a:pt x="158" y="98"/>
                  </a:lnTo>
                  <a:close/>
                  <a:moveTo>
                    <a:pt x="49" y="0"/>
                  </a:moveTo>
                  <a:lnTo>
                    <a:pt x="0" y="1082"/>
                  </a:lnTo>
                  <a:lnTo>
                    <a:pt x="118" y="1082"/>
                  </a:lnTo>
                  <a:lnTo>
                    <a:pt x="128" y="738"/>
                  </a:lnTo>
                  <a:lnTo>
                    <a:pt x="423" y="747"/>
                  </a:lnTo>
                  <a:lnTo>
                    <a:pt x="512" y="747"/>
                  </a:lnTo>
                  <a:lnTo>
                    <a:pt x="748" y="1111"/>
                  </a:lnTo>
                  <a:lnTo>
                    <a:pt x="866" y="1121"/>
                  </a:lnTo>
                  <a:lnTo>
                    <a:pt x="620" y="738"/>
                  </a:lnTo>
                  <a:cubicBezTo>
                    <a:pt x="777" y="698"/>
                    <a:pt x="885" y="561"/>
                    <a:pt x="885" y="403"/>
                  </a:cubicBezTo>
                  <a:cubicBezTo>
                    <a:pt x="895" y="167"/>
                    <a:pt x="728" y="30"/>
                    <a:pt x="453" y="10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1">
              <a:extLst>
                <a:ext uri="{FF2B5EF4-FFF2-40B4-BE49-F238E27FC236}">
                  <a16:creationId xmlns:a16="http://schemas.microsoft.com/office/drawing/2014/main" id="{CFE4F478-D5E9-C82A-3A22-A1522E984B43}"/>
                </a:ext>
              </a:extLst>
            </p:cNvPr>
            <p:cNvSpPr/>
            <p:nvPr/>
          </p:nvSpPr>
          <p:spPr>
            <a:xfrm>
              <a:off x="1766798" y="3700330"/>
              <a:ext cx="43675" cy="62187"/>
            </a:xfrm>
            <a:custGeom>
              <a:avLst/>
              <a:gdLst/>
              <a:ahLst/>
              <a:cxnLst/>
              <a:rect l="l" t="t" r="r" b="b"/>
              <a:pathLst>
                <a:path w="788" h="1122" extrusionOk="0">
                  <a:moveTo>
                    <a:pt x="50" y="0"/>
                  </a:moveTo>
                  <a:lnTo>
                    <a:pt x="1" y="1092"/>
                  </a:lnTo>
                  <a:lnTo>
                    <a:pt x="768" y="1122"/>
                  </a:lnTo>
                  <a:lnTo>
                    <a:pt x="768" y="1023"/>
                  </a:lnTo>
                  <a:lnTo>
                    <a:pt x="119" y="994"/>
                  </a:lnTo>
                  <a:lnTo>
                    <a:pt x="138" y="590"/>
                  </a:lnTo>
                  <a:lnTo>
                    <a:pt x="699" y="610"/>
                  </a:lnTo>
                  <a:lnTo>
                    <a:pt x="699" y="522"/>
                  </a:lnTo>
                  <a:lnTo>
                    <a:pt x="138" y="492"/>
                  </a:lnTo>
                  <a:lnTo>
                    <a:pt x="158" y="109"/>
                  </a:lnTo>
                  <a:lnTo>
                    <a:pt x="787" y="138"/>
                  </a:lnTo>
                  <a:lnTo>
                    <a:pt x="787" y="4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1">
              <a:extLst>
                <a:ext uri="{FF2B5EF4-FFF2-40B4-BE49-F238E27FC236}">
                  <a16:creationId xmlns:a16="http://schemas.microsoft.com/office/drawing/2014/main" id="{3FF994AE-45E9-AC8E-6EAF-93A33F06C754}"/>
                </a:ext>
              </a:extLst>
            </p:cNvPr>
            <p:cNvSpPr/>
            <p:nvPr/>
          </p:nvSpPr>
          <p:spPr>
            <a:xfrm>
              <a:off x="1823997" y="3703545"/>
              <a:ext cx="56755" cy="61245"/>
            </a:xfrm>
            <a:custGeom>
              <a:avLst/>
              <a:gdLst/>
              <a:ahLst/>
              <a:cxnLst/>
              <a:rect l="l" t="t" r="r" b="b"/>
              <a:pathLst>
                <a:path w="1024" h="1105" extrusionOk="0">
                  <a:moveTo>
                    <a:pt x="594" y="0"/>
                  </a:moveTo>
                  <a:cubicBezTo>
                    <a:pt x="296" y="0"/>
                    <a:pt x="50" y="230"/>
                    <a:pt x="41" y="532"/>
                  </a:cubicBezTo>
                  <a:cubicBezTo>
                    <a:pt x="21" y="847"/>
                    <a:pt x="277" y="1103"/>
                    <a:pt x="581" y="1103"/>
                  </a:cubicBezTo>
                  <a:cubicBezTo>
                    <a:pt x="595" y="1104"/>
                    <a:pt x="608" y="1104"/>
                    <a:pt x="620" y="1104"/>
                  </a:cubicBezTo>
                  <a:cubicBezTo>
                    <a:pt x="762" y="1104"/>
                    <a:pt x="885" y="1055"/>
                    <a:pt x="985" y="955"/>
                  </a:cubicBezTo>
                  <a:lnTo>
                    <a:pt x="916" y="887"/>
                  </a:lnTo>
                  <a:cubicBezTo>
                    <a:pt x="844" y="959"/>
                    <a:pt x="739" y="1006"/>
                    <a:pt x="624" y="1006"/>
                  </a:cubicBezTo>
                  <a:cubicBezTo>
                    <a:pt x="613" y="1006"/>
                    <a:pt x="602" y="1005"/>
                    <a:pt x="591" y="1005"/>
                  </a:cubicBezTo>
                  <a:cubicBezTo>
                    <a:pt x="1" y="985"/>
                    <a:pt x="30" y="109"/>
                    <a:pt x="602" y="109"/>
                  </a:cubicBezTo>
                  <a:cubicBezTo>
                    <a:pt x="611" y="109"/>
                    <a:pt x="621" y="109"/>
                    <a:pt x="631" y="110"/>
                  </a:cubicBezTo>
                  <a:cubicBezTo>
                    <a:pt x="749" y="110"/>
                    <a:pt x="867" y="159"/>
                    <a:pt x="945" y="247"/>
                  </a:cubicBezTo>
                  <a:lnTo>
                    <a:pt x="1024" y="178"/>
                  </a:lnTo>
                  <a:cubicBezTo>
                    <a:pt x="926" y="70"/>
                    <a:pt x="778" y="1"/>
                    <a:pt x="631" y="1"/>
                  </a:cubicBezTo>
                  <a:cubicBezTo>
                    <a:pt x="618" y="1"/>
                    <a:pt x="606" y="0"/>
                    <a:pt x="59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1">
              <a:extLst>
                <a:ext uri="{FF2B5EF4-FFF2-40B4-BE49-F238E27FC236}">
                  <a16:creationId xmlns:a16="http://schemas.microsoft.com/office/drawing/2014/main" id="{EBFDDFD7-F47A-B859-5B08-10E3AA75498A}"/>
                </a:ext>
              </a:extLst>
            </p:cNvPr>
            <p:cNvSpPr/>
            <p:nvPr/>
          </p:nvSpPr>
          <p:spPr>
            <a:xfrm>
              <a:off x="1890563" y="3705762"/>
              <a:ext cx="48552" cy="61134"/>
            </a:xfrm>
            <a:custGeom>
              <a:avLst/>
              <a:gdLst/>
              <a:ahLst/>
              <a:cxnLst/>
              <a:rect l="l" t="t" r="r" b="b"/>
              <a:pathLst>
                <a:path w="876" h="1103" extrusionOk="0">
                  <a:moveTo>
                    <a:pt x="0" y="1"/>
                  </a:moveTo>
                  <a:lnTo>
                    <a:pt x="0" y="99"/>
                  </a:lnTo>
                  <a:lnTo>
                    <a:pt x="384" y="109"/>
                  </a:lnTo>
                  <a:lnTo>
                    <a:pt x="344" y="1102"/>
                  </a:lnTo>
                  <a:lnTo>
                    <a:pt x="452" y="1102"/>
                  </a:lnTo>
                  <a:lnTo>
                    <a:pt x="492" y="119"/>
                  </a:lnTo>
                  <a:lnTo>
                    <a:pt x="875" y="129"/>
                  </a:lnTo>
                  <a:lnTo>
                    <a:pt x="875" y="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1">
              <a:extLst>
                <a:ext uri="{FF2B5EF4-FFF2-40B4-BE49-F238E27FC236}">
                  <a16:creationId xmlns:a16="http://schemas.microsoft.com/office/drawing/2014/main" id="{D637A609-40C6-B16D-7B60-FBAB9CE0C2FC}"/>
                </a:ext>
              </a:extLst>
            </p:cNvPr>
            <p:cNvSpPr/>
            <p:nvPr/>
          </p:nvSpPr>
          <p:spPr>
            <a:xfrm>
              <a:off x="1946654" y="3706704"/>
              <a:ext cx="75544" cy="63462"/>
            </a:xfrm>
            <a:custGeom>
              <a:avLst/>
              <a:gdLst/>
              <a:ahLst/>
              <a:cxnLst/>
              <a:rect l="l" t="t" r="r" b="b"/>
              <a:pathLst>
                <a:path w="1363" h="1145" extrusionOk="0">
                  <a:moveTo>
                    <a:pt x="605" y="128"/>
                  </a:moveTo>
                  <a:cubicBezTo>
                    <a:pt x="848" y="128"/>
                    <a:pt x="1077" y="323"/>
                    <a:pt x="1063" y="603"/>
                  </a:cubicBezTo>
                  <a:cubicBezTo>
                    <a:pt x="1054" y="847"/>
                    <a:pt x="857" y="1037"/>
                    <a:pt x="625" y="1037"/>
                  </a:cubicBezTo>
                  <a:cubicBezTo>
                    <a:pt x="614" y="1037"/>
                    <a:pt x="602" y="1037"/>
                    <a:pt x="591" y="1036"/>
                  </a:cubicBezTo>
                  <a:cubicBezTo>
                    <a:pt x="178" y="1026"/>
                    <a:pt x="1" y="525"/>
                    <a:pt x="296" y="249"/>
                  </a:cubicBezTo>
                  <a:cubicBezTo>
                    <a:pt x="389" y="165"/>
                    <a:pt x="498" y="128"/>
                    <a:pt x="605" y="128"/>
                  </a:cubicBezTo>
                  <a:close/>
                  <a:moveTo>
                    <a:pt x="611" y="0"/>
                  </a:moveTo>
                  <a:cubicBezTo>
                    <a:pt x="320" y="0"/>
                    <a:pt x="40" y="223"/>
                    <a:pt x="40" y="564"/>
                  </a:cubicBezTo>
                  <a:cubicBezTo>
                    <a:pt x="21" y="879"/>
                    <a:pt x="267" y="1144"/>
                    <a:pt x="581" y="1144"/>
                  </a:cubicBezTo>
                  <a:cubicBezTo>
                    <a:pt x="589" y="1145"/>
                    <a:pt x="597" y="1145"/>
                    <a:pt x="605" y="1145"/>
                  </a:cubicBezTo>
                  <a:cubicBezTo>
                    <a:pt x="1101" y="1145"/>
                    <a:pt x="1363" y="539"/>
                    <a:pt x="1024" y="180"/>
                  </a:cubicBezTo>
                  <a:cubicBezTo>
                    <a:pt x="906" y="56"/>
                    <a:pt x="757" y="0"/>
                    <a:pt x="611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1">
              <a:extLst>
                <a:ext uri="{FF2B5EF4-FFF2-40B4-BE49-F238E27FC236}">
                  <a16:creationId xmlns:a16="http://schemas.microsoft.com/office/drawing/2014/main" id="{C13FD12D-8F63-ADE3-FB66-BF88129780F6}"/>
                </a:ext>
              </a:extLst>
            </p:cNvPr>
            <p:cNvSpPr/>
            <p:nvPr/>
          </p:nvSpPr>
          <p:spPr>
            <a:xfrm>
              <a:off x="2031177" y="3711748"/>
              <a:ext cx="49661" cy="62242"/>
            </a:xfrm>
            <a:custGeom>
              <a:avLst/>
              <a:gdLst/>
              <a:ahLst/>
              <a:cxnLst/>
              <a:rect l="l" t="t" r="r" b="b"/>
              <a:pathLst>
                <a:path w="896" h="1123" extrusionOk="0">
                  <a:moveTo>
                    <a:pt x="158" y="99"/>
                  </a:moveTo>
                  <a:lnTo>
                    <a:pt x="443" y="109"/>
                  </a:lnTo>
                  <a:cubicBezTo>
                    <a:pt x="659" y="119"/>
                    <a:pt x="767" y="227"/>
                    <a:pt x="767" y="394"/>
                  </a:cubicBezTo>
                  <a:cubicBezTo>
                    <a:pt x="758" y="556"/>
                    <a:pt x="659" y="652"/>
                    <a:pt x="476" y="652"/>
                  </a:cubicBezTo>
                  <a:cubicBezTo>
                    <a:pt x="459" y="652"/>
                    <a:pt x="442" y="652"/>
                    <a:pt x="423" y="650"/>
                  </a:cubicBezTo>
                  <a:lnTo>
                    <a:pt x="138" y="640"/>
                  </a:lnTo>
                  <a:lnTo>
                    <a:pt x="158" y="99"/>
                  </a:lnTo>
                  <a:close/>
                  <a:moveTo>
                    <a:pt x="50" y="1"/>
                  </a:moveTo>
                  <a:lnTo>
                    <a:pt x="0" y="1083"/>
                  </a:lnTo>
                  <a:lnTo>
                    <a:pt x="118" y="1083"/>
                  </a:lnTo>
                  <a:lnTo>
                    <a:pt x="138" y="739"/>
                  </a:lnTo>
                  <a:lnTo>
                    <a:pt x="423" y="748"/>
                  </a:lnTo>
                  <a:lnTo>
                    <a:pt x="512" y="748"/>
                  </a:lnTo>
                  <a:lnTo>
                    <a:pt x="748" y="1112"/>
                  </a:lnTo>
                  <a:lnTo>
                    <a:pt x="866" y="1122"/>
                  </a:lnTo>
                  <a:lnTo>
                    <a:pt x="866" y="1122"/>
                  </a:lnTo>
                  <a:lnTo>
                    <a:pt x="620" y="739"/>
                  </a:lnTo>
                  <a:cubicBezTo>
                    <a:pt x="777" y="699"/>
                    <a:pt x="886" y="562"/>
                    <a:pt x="886" y="404"/>
                  </a:cubicBezTo>
                  <a:cubicBezTo>
                    <a:pt x="895" y="168"/>
                    <a:pt x="728" y="30"/>
                    <a:pt x="453" y="11"/>
                  </a:cubicBezTo>
                  <a:lnTo>
                    <a:pt x="5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1">
              <a:extLst>
                <a:ext uri="{FF2B5EF4-FFF2-40B4-BE49-F238E27FC236}">
                  <a16:creationId xmlns:a16="http://schemas.microsoft.com/office/drawing/2014/main" id="{B3DFBF38-5FD7-490E-E1DB-68444F6B0DE1}"/>
                </a:ext>
              </a:extLst>
            </p:cNvPr>
            <p:cNvSpPr/>
            <p:nvPr/>
          </p:nvSpPr>
          <p:spPr>
            <a:xfrm>
              <a:off x="1477788" y="3435939"/>
              <a:ext cx="933800" cy="32756"/>
            </a:xfrm>
            <a:custGeom>
              <a:avLst/>
              <a:gdLst/>
              <a:ahLst/>
              <a:cxnLst/>
              <a:rect l="l" t="t" r="r" b="b"/>
              <a:pathLst>
                <a:path w="16848" h="591" fill="none" extrusionOk="0">
                  <a:moveTo>
                    <a:pt x="0" y="1"/>
                  </a:moveTo>
                  <a:lnTo>
                    <a:pt x="16847" y="591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1">
              <a:extLst>
                <a:ext uri="{FF2B5EF4-FFF2-40B4-BE49-F238E27FC236}">
                  <a16:creationId xmlns:a16="http://schemas.microsoft.com/office/drawing/2014/main" id="{33AD6BCF-602D-CEDB-9846-A20F824036EF}"/>
                </a:ext>
              </a:extLst>
            </p:cNvPr>
            <p:cNvSpPr/>
            <p:nvPr/>
          </p:nvSpPr>
          <p:spPr>
            <a:xfrm>
              <a:off x="1475072" y="3614187"/>
              <a:ext cx="957245" cy="34973"/>
            </a:xfrm>
            <a:custGeom>
              <a:avLst/>
              <a:gdLst/>
              <a:ahLst/>
              <a:cxnLst/>
              <a:rect l="l" t="t" r="r" b="b"/>
              <a:pathLst>
                <a:path w="17271" h="631" fill="none" extrusionOk="0">
                  <a:moveTo>
                    <a:pt x="0" y="1"/>
                  </a:moveTo>
                  <a:lnTo>
                    <a:pt x="17270" y="630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1">
              <a:extLst>
                <a:ext uri="{FF2B5EF4-FFF2-40B4-BE49-F238E27FC236}">
                  <a16:creationId xmlns:a16="http://schemas.microsoft.com/office/drawing/2014/main" id="{7E6CCA58-62BB-065B-46CA-6591D12ADB1F}"/>
                </a:ext>
              </a:extLst>
            </p:cNvPr>
            <p:cNvSpPr/>
            <p:nvPr/>
          </p:nvSpPr>
          <p:spPr>
            <a:xfrm>
              <a:off x="1803744" y="3449574"/>
              <a:ext cx="9866" cy="178302"/>
            </a:xfrm>
            <a:custGeom>
              <a:avLst/>
              <a:gdLst/>
              <a:ahLst/>
              <a:cxnLst/>
              <a:rect l="l" t="t" r="r" b="b"/>
              <a:pathLst>
                <a:path w="178" h="3217" fill="none" extrusionOk="0">
                  <a:moveTo>
                    <a:pt x="178" y="1"/>
                  </a:moveTo>
                  <a:lnTo>
                    <a:pt x="1" y="3217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1">
              <a:extLst>
                <a:ext uri="{FF2B5EF4-FFF2-40B4-BE49-F238E27FC236}">
                  <a16:creationId xmlns:a16="http://schemas.microsoft.com/office/drawing/2014/main" id="{6E05B6A4-E7B7-C8DE-7C8D-604200325141}"/>
                </a:ext>
              </a:extLst>
            </p:cNvPr>
            <p:cNvSpPr/>
            <p:nvPr/>
          </p:nvSpPr>
          <p:spPr>
            <a:xfrm>
              <a:off x="2174429" y="3463208"/>
              <a:ext cx="8757" cy="177194"/>
            </a:xfrm>
            <a:custGeom>
              <a:avLst/>
              <a:gdLst/>
              <a:ahLst/>
              <a:cxnLst/>
              <a:rect l="l" t="t" r="r" b="b"/>
              <a:pathLst>
                <a:path w="158" h="3197" fill="none" extrusionOk="0">
                  <a:moveTo>
                    <a:pt x="158" y="1"/>
                  </a:moveTo>
                  <a:lnTo>
                    <a:pt x="0" y="3197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1">
              <a:extLst>
                <a:ext uri="{FF2B5EF4-FFF2-40B4-BE49-F238E27FC236}">
                  <a16:creationId xmlns:a16="http://schemas.microsoft.com/office/drawing/2014/main" id="{CABF6FFC-DCB4-AA2C-6DD5-D68684FD716E}"/>
                </a:ext>
              </a:extLst>
            </p:cNvPr>
            <p:cNvSpPr/>
            <p:nvPr/>
          </p:nvSpPr>
          <p:spPr>
            <a:xfrm>
              <a:off x="1461992" y="3816433"/>
              <a:ext cx="949042" cy="35472"/>
            </a:xfrm>
            <a:custGeom>
              <a:avLst/>
              <a:gdLst/>
              <a:ahLst/>
              <a:cxnLst/>
              <a:rect l="l" t="t" r="r" b="b"/>
              <a:pathLst>
                <a:path w="17123" h="640" fill="none" extrusionOk="0">
                  <a:moveTo>
                    <a:pt x="0" y="1"/>
                  </a:moveTo>
                  <a:lnTo>
                    <a:pt x="17123" y="640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1">
              <a:extLst>
                <a:ext uri="{FF2B5EF4-FFF2-40B4-BE49-F238E27FC236}">
                  <a16:creationId xmlns:a16="http://schemas.microsoft.com/office/drawing/2014/main" id="{B30AD579-FA48-D024-136E-5C83FFB33981}"/>
                </a:ext>
              </a:extLst>
            </p:cNvPr>
            <p:cNvSpPr/>
            <p:nvPr/>
          </p:nvSpPr>
          <p:spPr>
            <a:xfrm>
              <a:off x="1471802" y="3328581"/>
              <a:ext cx="1061333" cy="42566"/>
            </a:xfrm>
            <a:custGeom>
              <a:avLst/>
              <a:gdLst/>
              <a:ahLst/>
              <a:cxnLst/>
              <a:rect l="l" t="t" r="r" b="b"/>
              <a:pathLst>
                <a:path w="19149" h="768" fill="none" extrusionOk="0">
                  <a:moveTo>
                    <a:pt x="0" y="0"/>
                  </a:moveTo>
                  <a:lnTo>
                    <a:pt x="5036" y="197"/>
                  </a:lnTo>
                  <a:lnTo>
                    <a:pt x="7052" y="276"/>
                  </a:lnTo>
                  <a:lnTo>
                    <a:pt x="8901" y="355"/>
                  </a:lnTo>
                  <a:lnTo>
                    <a:pt x="10907" y="433"/>
                  </a:lnTo>
                  <a:lnTo>
                    <a:pt x="10907" y="433"/>
                  </a:lnTo>
                  <a:lnTo>
                    <a:pt x="12854" y="512"/>
                  </a:lnTo>
                  <a:lnTo>
                    <a:pt x="14861" y="591"/>
                  </a:lnTo>
                  <a:lnTo>
                    <a:pt x="16542" y="659"/>
                  </a:lnTo>
                  <a:lnTo>
                    <a:pt x="18558" y="738"/>
                  </a:lnTo>
                  <a:lnTo>
                    <a:pt x="19149" y="768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1">
              <a:extLst>
                <a:ext uri="{FF2B5EF4-FFF2-40B4-BE49-F238E27FC236}">
                  <a16:creationId xmlns:a16="http://schemas.microsoft.com/office/drawing/2014/main" id="{4B83023A-B246-6B5B-709F-0983E48779D1}"/>
                </a:ext>
              </a:extLst>
            </p:cNvPr>
            <p:cNvSpPr/>
            <p:nvPr/>
          </p:nvSpPr>
          <p:spPr>
            <a:xfrm>
              <a:off x="1617848" y="3192844"/>
              <a:ext cx="244812" cy="151033"/>
            </a:xfrm>
            <a:custGeom>
              <a:avLst/>
              <a:gdLst/>
              <a:ahLst/>
              <a:cxnLst/>
              <a:rect l="l" t="t" r="r" b="b"/>
              <a:pathLst>
                <a:path w="4417" h="2725" extrusionOk="0">
                  <a:moveTo>
                    <a:pt x="1" y="1"/>
                  </a:moveTo>
                  <a:lnTo>
                    <a:pt x="2401" y="2646"/>
                  </a:lnTo>
                  <a:lnTo>
                    <a:pt x="4417" y="2725"/>
                  </a:lnTo>
                  <a:lnTo>
                    <a:pt x="2027" y="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1">
              <a:extLst>
                <a:ext uri="{FF2B5EF4-FFF2-40B4-BE49-F238E27FC236}">
                  <a16:creationId xmlns:a16="http://schemas.microsoft.com/office/drawing/2014/main" id="{16551B10-29CA-6F45-EAFC-0FB09D302CC6}"/>
                </a:ext>
              </a:extLst>
            </p:cNvPr>
            <p:cNvSpPr/>
            <p:nvPr/>
          </p:nvSpPr>
          <p:spPr>
            <a:xfrm>
              <a:off x="1832621" y="3202100"/>
              <a:ext cx="243704" cy="150534"/>
            </a:xfrm>
            <a:custGeom>
              <a:avLst/>
              <a:gdLst/>
              <a:ahLst/>
              <a:cxnLst/>
              <a:rect l="l" t="t" r="r" b="b"/>
              <a:pathLst>
                <a:path w="4397" h="2716" extrusionOk="0">
                  <a:moveTo>
                    <a:pt x="1" y="1"/>
                  </a:moveTo>
                  <a:lnTo>
                    <a:pt x="2391" y="2637"/>
                  </a:lnTo>
                  <a:lnTo>
                    <a:pt x="4397" y="2715"/>
                  </a:lnTo>
                  <a:lnTo>
                    <a:pt x="4397" y="2715"/>
                  </a:lnTo>
                  <a:lnTo>
                    <a:pt x="2017" y="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1">
              <a:extLst>
                <a:ext uri="{FF2B5EF4-FFF2-40B4-BE49-F238E27FC236}">
                  <a16:creationId xmlns:a16="http://schemas.microsoft.com/office/drawing/2014/main" id="{83FACD2B-3C1C-E405-A365-39316FAB888D}"/>
                </a:ext>
              </a:extLst>
            </p:cNvPr>
            <p:cNvSpPr/>
            <p:nvPr/>
          </p:nvSpPr>
          <p:spPr>
            <a:xfrm>
              <a:off x="2052327" y="3211412"/>
              <a:ext cx="243149" cy="149925"/>
            </a:xfrm>
            <a:custGeom>
              <a:avLst/>
              <a:gdLst/>
              <a:ahLst/>
              <a:cxnLst/>
              <a:rect l="l" t="t" r="r" b="b"/>
              <a:pathLst>
                <a:path w="4387" h="2705" extrusionOk="0">
                  <a:moveTo>
                    <a:pt x="0" y="0"/>
                  </a:moveTo>
                  <a:lnTo>
                    <a:pt x="2380" y="2626"/>
                  </a:lnTo>
                  <a:lnTo>
                    <a:pt x="4387" y="2705"/>
                  </a:lnTo>
                  <a:lnTo>
                    <a:pt x="2016" y="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1">
              <a:extLst>
                <a:ext uri="{FF2B5EF4-FFF2-40B4-BE49-F238E27FC236}">
                  <a16:creationId xmlns:a16="http://schemas.microsoft.com/office/drawing/2014/main" id="{FCC42A48-B577-981D-19C1-9CC4C4E02B74}"/>
                </a:ext>
              </a:extLst>
            </p:cNvPr>
            <p:cNvSpPr/>
            <p:nvPr/>
          </p:nvSpPr>
          <p:spPr>
            <a:xfrm>
              <a:off x="2257290" y="3220114"/>
              <a:ext cx="243149" cy="149426"/>
            </a:xfrm>
            <a:custGeom>
              <a:avLst/>
              <a:gdLst/>
              <a:ahLst/>
              <a:cxnLst/>
              <a:rect l="l" t="t" r="r" b="b"/>
              <a:pathLst>
                <a:path w="4387" h="2696" extrusionOk="0">
                  <a:moveTo>
                    <a:pt x="0" y="0"/>
                  </a:moveTo>
                  <a:lnTo>
                    <a:pt x="2370" y="2616"/>
                  </a:lnTo>
                  <a:lnTo>
                    <a:pt x="4386" y="2695"/>
                  </a:lnTo>
                  <a:lnTo>
                    <a:pt x="4386" y="2695"/>
                  </a:lnTo>
                  <a:lnTo>
                    <a:pt x="2026" y="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1">
              <a:extLst>
                <a:ext uri="{FF2B5EF4-FFF2-40B4-BE49-F238E27FC236}">
                  <a16:creationId xmlns:a16="http://schemas.microsoft.com/office/drawing/2014/main" id="{C8325482-811A-E952-18E7-B7E2D253E76F}"/>
                </a:ext>
              </a:extLst>
            </p:cNvPr>
            <p:cNvSpPr/>
            <p:nvPr/>
          </p:nvSpPr>
          <p:spPr>
            <a:xfrm>
              <a:off x="2463306" y="3228815"/>
              <a:ext cx="79091" cy="82916"/>
            </a:xfrm>
            <a:custGeom>
              <a:avLst/>
              <a:gdLst/>
              <a:ahLst/>
              <a:cxnLst/>
              <a:rect l="l" t="t" r="r" b="b"/>
              <a:pathLst>
                <a:path w="1427" h="1496" extrusionOk="0">
                  <a:moveTo>
                    <a:pt x="1" y="1"/>
                  </a:moveTo>
                  <a:lnTo>
                    <a:pt x="1358" y="1496"/>
                  </a:lnTo>
                  <a:lnTo>
                    <a:pt x="1427" y="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1">
              <a:extLst>
                <a:ext uri="{FF2B5EF4-FFF2-40B4-BE49-F238E27FC236}">
                  <a16:creationId xmlns:a16="http://schemas.microsoft.com/office/drawing/2014/main" id="{335EBF9A-47CC-1039-406E-1958CD2D6DB2}"/>
                </a:ext>
              </a:extLst>
            </p:cNvPr>
            <p:cNvSpPr/>
            <p:nvPr/>
          </p:nvSpPr>
          <p:spPr>
            <a:xfrm>
              <a:off x="1628767" y="2990598"/>
              <a:ext cx="190828" cy="166330"/>
            </a:xfrm>
            <a:custGeom>
              <a:avLst/>
              <a:gdLst/>
              <a:ahLst/>
              <a:cxnLst/>
              <a:rect l="l" t="t" r="r" b="b"/>
              <a:pathLst>
                <a:path w="3443" h="3001" extrusionOk="0">
                  <a:moveTo>
                    <a:pt x="3443" y="1"/>
                  </a:moveTo>
                  <a:lnTo>
                    <a:pt x="1348" y="552"/>
                  </a:lnTo>
                  <a:lnTo>
                    <a:pt x="1" y="3001"/>
                  </a:lnTo>
                  <a:lnTo>
                    <a:pt x="2135" y="2401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1">
              <a:extLst>
                <a:ext uri="{FF2B5EF4-FFF2-40B4-BE49-F238E27FC236}">
                  <a16:creationId xmlns:a16="http://schemas.microsoft.com/office/drawing/2014/main" id="{22543824-86B3-D18B-2CC1-237C0457E4C8}"/>
                </a:ext>
              </a:extLst>
            </p:cNvPr>
            <p:cNvSpPr/>
            <p:nvPr/>
          </p:nvSpPr>
          <p:spPr>
            <a:xfrm>
              <a:off x="1840824" y="2935561"/>
              <a:ext cx="188667" cy="161952"/>
            </a:xfrm>
            <a:custGeom>
              <a:avLst/>
              <a:gdLst/>
              <a:ahLst/>
              <a:cxnLst/>
              <a:rect l="l" t="t" r="r" b="b"/>
              <a:pathLst>
                <a:path w="3404" h="2922" extrusionOk="0">
                  <a:moveTo>
                    <a:pt x="3403" y="1"/>
                  </a:moveTo>
                  <a:lnTo>
                    <a:pt x="1308" y="551"/>
                  </a:lnTo>
                  <a:lnTo>
                    <a:pt x="0" y="2922"/>
                  </a:lnTo>
                  <a:lnTo>
                    <a:pt x="0" y="2922"/>
                  </a:lnTo>
                  <a:lnTo>
                    <a:pt x="2135" y="232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1">
              <a:extLst>
                <a:ext uri="{FF2B5EF4-FFF2-40B4-BE49-F238E27FC236}">
                  <a16:creationId xmlns:a16="http://schemas.microsoft.com/office/drawing/2014/main" id="{641AE02C-BA06-436E-3DE5-612AA681784C}"/>
                </a:ext>
              </a:extLst>
            </p:cNvPr>
            <p:cNvSpPr/>
            <p:nvPr/>
          </p:nvSpPr>
          <p:spPr>
            <a:xfrm>
              <a:off x="2063191" y="2877254"/>
              <a:ext cx="185951" cy="157573"/>
            </a:xfrm>
            <a:custGeom>
              <a:avLst/>
              <a:gdLst/>
              <a:ahLst/>
              <a:cxnLst/>
              <a:rect l="l" t="t" r="r" b="b"/>
              <a:pathLst>
                <a:path w="3355" h="2843" extrusionOk="0">
                  <a:moveTo>
                    <a:pt x="3355" y="0"/>
                  </a:moveTo>
                  <a:lnTo>
                    <a:pt x="1270" y="561"/>
                  </a:lnTo>
                  <a:lnTo>
                    <a:pt x="1" y="2843"/>
                  </a:lnTo>
                  <a:lnTo>
                    <a:pt x="1" y="2843"/>
                  </a:lnTo>
                  <a:lnTo>
                    <a:pt x="2135" y="2243"/>
                  </a:lnTo>
                  <a:lnTo>
                    <a:pt x="33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1">
              <a:extLst>
                <a:ext uri="{FF2B5EF4-FFF2-40B4-BE49-F238E27FC236}">
                  <a16:creationId xmlns:a16="http://schemas.microsoft.com/office/drawing/2014/main" id="{559B39B8-4D76-7B0E-830A-65D7C95CA201}"/>
                </a:ext>
              </a:extLst>
            </p:cNvPr>
            <p:cNvSpPr/>
            <p:nvPr/>
          </p:nvSpPr>
          <p:spPr>
            <a:xfrm>
              <a:off x="2281234" y="2829255"/>
              <a:ext cx="159236" cy="144548"/>
            </a:xfrm>
            <a:custGeom>
              <a:avLst/>
              <a:gdLst/>
              <a:ahLst/>
              <a:cxnLst/>
              <a:rect l="l" t="t" r="r" b="b"/>
              <a:pathLst>
                <a:path w="2873" h="2608" extrusionOk="0">
                  <a:moveTo>
                    <a:pt x="2715" y="1"/>
                  </a:moveTo>
                  <a:lnTo>
                    <a:pt x="1220" y="394"/>
                  </a:lnTo>
                  <a:lnTo>
                    <a:pt x="1" y="2607"/>
                  </a:lnTo>
                  <a:lnTo>
                    <a:pt x="2135" y="1997"/>
                  </a:lnTo>
                  <a:lnTo>
                    <a:pt x="2873" y="650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1">
              <a:extLst>
                <a:ext uri="{FF2B5EF4-FFF2-40B4-BE49-F238E27FC236}">
                  <a16:creationId xmlns:a16="http://schemas.microsoft.com/office/drawing/2014/main" id="{5A59ECC5-AB41-21C4-A625-7B47F6091562}"/>
                </a:ext>
              </a:extLst>
            </p:cNvPr>
            <p:cNvSpPr/>
            <p:nvPr/>
          </p:nvSpPr>
          <p:spPr>
            <a:xfrm>
              <a:off x="1563498" y="3493206"/>
              <a:ext cx="40349" cy="51268"/>
            </a:xfrm>
            <a:custGeom>
              <a:avLst/>
              <a:gdLst/>
              <a:ahLst/>
              <a:cxnLst/>
              <a:rect l="l" t="t" r="r" b="b"/>
              <a:pathLst>
                <a:path w="728" h="925" extrusionOk="0">
                  <a:moveTo>
                    <a:pt x="128" y="89"/>
                  </a:moveTo>
                  <a:lnTo>
                    <a:pt x="364" y="99"/>
                  </a:lnTo>
                  <a:cubicBezTo>
                    <a:pt x="541" y="99"/>
                    <a:pt x="630" y="187"/>
                    <a:pt x="630" y="335"/>
                  </a:cubicBezTo>
                  <a:cubicBezTo>
                    <a:pt x="620" y="465"/>
                    <a:pt x="532" y="542"/>
                    <a:pt x="373" y="542"/>
                  </a:cubicBezTo>
                  <a:cubicBezTo>
                    <a:pt x="364" y="542"/>
                    <a:pt x="354" y="542"/>
                    <a:pt x="344" y="541"/>
                  </a:cubicBezTo>
                  <a:lnTo>
                    <a:pt x="108" y="531"/>
                  </a:lnTo>
                  <a:lnTo>
                    <a:pt x="128" y="89"/>
                  </a:lnTo>
                  <a:close/>
                  <a:moveTo>
                    <a:pt x="39" y="0"/>
                  </a:moveTo>
                  <a:lnTo>
                    <a:pt x="0" y="895"/>
                  </a:lnTo>
                  <a:lnTo>
                    <a:pt x="89" y="895"/>
                  </a:lnTo>
                  <a:lnTo>
                    <a:pt x="108" y="610"/>
                  </a:lnTo>
                  <a:lnTo>
                    <a:pt x="344" y="620"/>
                  </a:lnTo>
                  <a:lnTo>
                    <a:pt x="413" y="620"/>
                  </a:lnTo>
                  <a:lnTo>
                    <a:pt x="610" y="915"/>
                  </a:lnTo>
                  <a:lnTo>
                    <a:pt x="718" y="925"/>
                  </a:lnTo>
                  <a:lnTo>
                    <a:pt x="502" y="610"/>
                  </a:lnTo>
                  <a:cubicBezTo>
                    <a:pt x="630" y="580"/>
                    <a:pt x="718" y="462"/>
                    <a:pt x="718" y="335"/>
                  </a:cubicBezTo>
                  <a:cubicBezTo>
                    <a:pt x="728" y="138"/>
                    <a:pt x="590" y="30"/>
                    <a:pt x="364" y="20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1">
              <a:extLst>
                <a:ext uri="{FF2B5EF4-FFF2-40B4-BE49-F238E27FC236}">
                  <a16:creationId xmlns:a16="http://schemas.microsoft.com/office/drawing/2014/main" id="{C4986883-481F-E81F-344B-4E0E5D75B822}"/>
                </a:ext>
              </a:extLst>
            </p:cNvPr>
            <p:cNvSpPr/>
            <p:nvPr/>
          </p:nvSpPr>
          <p:spPr>
            <a:xfrm>
              <a:off x="1614711" y="3494259"/>
              <a:ext cx="61522" cy="51878"/>
            </a:xfrm>
            <a:custGeom>
              <a:avLst/>
              <a:gdLst/>
              <a:ahLst/>
              <a:cxnLst/>
              <a:rect l="l" t="t" r="r" b="b"/>
              <a:pathLst>
                <a:path w="1110" h="936" extrusionOk="0">
                  <a:moveTo>
                    <a:pt x="493" y="113"/>
                  </a:moveTo>
                  <a:cubicBezTo>
                    <a:pt x="688" y="113"/>
                    <a:pt x="873" y="269"/>
                    <a:pt x="866" y="502"/>
                  </a:cubicBezTo>
                  <a:cubicBezTo>
                    <a:pt x="857" y="697"/>
                    <a:pt x="699" y="848"/>
                    <a:pt x="516" y="848"/>
                  </a:cubicBezTo>
                  <a:cubicBezTo>
                    <a:pt x="505" y="848"/>
                    <a:pt x="494" y="848"/>
                    <a:pt x="483" y="847"/>
                  </a:cubicBezTo>
                  <a:cubicBezTo>
                    <a:pt x="148" y="837"/>
                    <a:pt x="1" y="434"/>
                    <a:pt x="246" y="207"/>
                  </a:cubicBezTo>
                  <a:cubicBezTo>
                    <a:pt x="321" y="142"/>
                    <a:pt x="408" y="113"/>
                    <a:pt x="493" y="113"/>
                  </a:cubicBezTo>
                  <a:close/>
                  <a:moveTo>
                    <a:pt x="492" y="0"/>
                  </a:moveTo>
                  <a:cubicBezTo>
                    <a:pt x="256" y="0"/>
                    <a:pt x="30" y="182"/>
                    <a:pt x="30" y="463"/>
                  </a:cubicBezTo>
                  <a:cubicBezTo>
                    <a:pt x="10" y="719"/>
                    <a:pt x="217" y="935"/>
                    <a:pt x="473" y="935"/>
                  </a:cubicBezTo>
                  <a:cubicBezTo>
                    <a:pt x="477" y="935"/>
                    <a:pt x="481" y="935"/>
                    <a:pt x="485" y="935"/>
                  </a:cubicBezTo>
                  <a:cubicBezTo>
                    <a:pt x="900" y="935"/>
                    <a:pt x="1109" y="450"/>
                    <a:pt x="827" y="148"/>
                  </a:cubicBezTo>
                  <a:cubicBezTo>
                    <a:pt x="731" y="46"/>
                    <a:pt x="610" y="0"/>
                    <a:pt x="492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1">
              <a:extLst>
                <a:ext uri="{FF2B5EF4-FFF2-40B4-BE49-F238E27FC236}">
                  <a16:creationId xmlns:a16="http://schemas.microsoft.com/office/drawing/2014/main" id="{8E65BF0E-A70B-83C0-C676-57D466DAD820}"/>
                </a:ext>
              </a:extLst>
            </p:cNvPr>
            <p:cNvSpPr/>
            <p:nvPr/>
          </p:nvSpPr>
          <p:spPr>
            <a:xfrm>
              <a:off x="1683383" y="3498084"/>
              <a:ext cx="32756" cy="50215"/>
            </a:xfrm>
            <a:custGeom>
              <a:avLst/>
              <a:gdLst/>
              <a:ahLst/>
              <a:cxnLst/>
              <a:rect l="l" t="t" r="r" b="b"/>
              <a:pathLst>
                <a:path w="591" h="906" extrusionOk="0">
                  <a:moveTo>
                    <a:pt x="40" y="1"/>
                  </a:moveTo>
                  <a:lnTo>
                    <a:pt x="1" y="886"/>
                  </a:lnTo>
                  <a:lnTo>
                    <a:pt x="591" y="906"/>
                  </a:lnTo>
                  <a:lnTo>
                    <a:pt x="591" y="827"/>
                  </a:lnTo>
                  <a:lnTo>
                    <a:pt x="99" y="807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1">
              <a:extLst>
                <a:ext uri="{FF2B5EF4-FFF2-40B4-BE49-F238E27FC236}">
                  <a16:creationId xmlns:a16="http://schemas.microsoft.com/office/drawing/2014/main" id="{075EDABA-6B13-EB96-D8C5-14B443189BC4}"/>
                </a:ext>
              </a:extLst>
            </p:cNvPr>
            <p:cNvSpPr/>
            <p:nvPr/>
          </p:nvSpPr>
          <p:spPr>
            <a:xfrm>
              <a:off x="1730273" y="3500301"/>
              <a:ext cx="32756" cy="50160"/>
            </a:xfrm>
            <a:custGeom>
              <a:avLst/>
              <a:gdLst/>
              <a:ahLst/>
              <a:cxnLst/>
              <a:rect l="l" t="t" r="r" b="b"/>
              <a:pathLst>
                <a:path w="591" h="905" extrusionOk="0">
                  <a:moveTo>
                    <a:pt x="40" y="0"/>
                  </a:moveTo>
                  <a:lnTo>
                    <a:pt x="1" y="875"/>
                  </a:lnTo>
                  <a:lnTo>
                    <a:pt x="591" y="905"/>
                  </a:lnTo>
                  <a:lnTo>
                    <a:pt x="591" y="826"/>
                  </a:lnTo>
                  <a:lnTo>
                    <a:pt x="99" y="806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1">
              <a:extLst>
                <a:ext uri="{FF2B5EF4-FFF2-40B4-BE49-F238E27FC236}">
                  <a16:creationId xmlns:a16="http://schemas.microsoft.com/office/drawing/2014/main" id="{2914D27A-BFA6-5AB3-CBB3-B16F63600BEC}"/>
                </a:ext>
              </a:extLst>
            </p:cNvPr>
            <p:cNvSpPr/>
            <p:nvPr/>
          </p:nvSpPr>
          <p:spPr>
            <a:xfrm>
              <a:off x="1844228" y="3507229"/>
              <a:ext cx="37079" cy="49827"/>
            </a:xfrm>
            <a:custGeom>
              <a:avLst/>
              <a:gdLst/>
              <a:ahLst/>
              <a:cxnLst/>
              <a:rect l="l" t="t" r="r" b="b"/>
              <a:pathLst>
                <a:path w="669" h="899" extrusionOk="0">
                  <a:moveTo>
                    <a:pt x="335" y="1"/>
                  </a:moveTo>
                  <a:cubicBezTo>
                    <a:pt x="141" y="1"/>
                    <a:pt x="39" y="111"/>
                    <a:pt x="39" y="229"/>
                  </a:cubicBezTo>
                  <a:cubicBezTo>
                    <a:pt x="30" y="554"/>
                    <a:pt x="580" y="426"/>
                    <a:pt x="570" y="672"/>
                  </a:cubicBezTo>
                  <a:cubicBezTo>
                    <a:pt x="570" y="760"/>
                    <a:pt x="492" y="819"/>
                    <a:pt x="325" y="819"/>
                  </a:cubicBezTo>
                  <a:cubicBezTo>
                    <a:pt x="216" y="819"/>
                    <a:pt x="118" y="770"/>
                    <a:pt x="39" y="701"/>
                  </a:cubicBezTo>
                  <a:lnTo>
                    <a:pt x="0" y="770"/>
                  </a:lnTo>
                  <a:cubicBezTo>
                    <a:pt x="79" y="849"/>
                    <a:pt x="197" y="898"/>
                    <a:pt x="315" y="898"/>
                  </a:cubicBezTo>
                  <a:cubicBezTo>
                    <a:pt x="324" y="898"/>
                    <a:pt x="334" y="898"/>
                    <a:pt x="343" y="898"/>
                  </a:cubicBezTo>
                  <a:cubicBezTo>
                    <a:pt x="551" y="898"/>
                    <a:pt x="659" y="794"/>
                    <a:pt x="659" y="672"/>
                  </a:cubicBezTo>
                  <a:cubicBezTo>
                    <a:pt x="669" y="357"/>
                    <a:pt x="118" y="475"/>
                    <a:pt x="128" y="229"/>
                  </a:cubicBezTo>
                  <a:cubicBezTo>
                    <a:pt x="137" y="146"/>
                    <a:pt x="198" y="81"/>
                    <a:pt x="343" y="81"/>
                  </a:cubicBezTo>
                  <a:cubicBezTo>
                    <a:pt x="353" y="81"/>
                    <a:pt x="363" y="81"/>
                    <a:pt x="374" y="82"/>
                  </a:cubicBezTo>
                  <a:cubicBezTo>
                    <a:pt x="462" y="82"/>
                    <a:pt x="541" y="111"/>
                    <a:pt x="620" y="160"/>
                  </a:cubicBezTo>
                  <a:lnTo>
                    <a:pt x="649" y="91"/>
                  </a:lnTo>
                  <a:cubicBezTo>
                    <a:pt x="570" y="32"/>
                    <a:pt x="482" y="3"/>
                    <a:pt x="384" y="3"/>
                  </a:cubicBezTo>
                  <a:cubicBezTo>
                    <a:pt x="367" y="1"/>
                    <a:pt x="351" y="1"/>
                    <a:pt x="33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1">
              <a:extLst>
                <a:ext uri="{FF2B5EF4-FFF2-40B4-BE49-F238E27FC236}">
                  <a16:creationId xmlns:a16="http://schemas.microsoft.com/office/drawing/2014/main" id="{730DD0F9-CD5C-D778-BB85-DC54A52571FE}"/>
                </a:ext>
              </a:extLst>
            </p:cNvPr>
            <p:cNvSpPr/>
            <p:nvPr/>
          </p:nvSpPr>
          <p:spPr>
            <a:xfrm>
              <a:off x="1892004" y="3508947"/>
              <a:ext cx="46003" cy="50326"/>
            </a:xfrm>
            <a:custGeom>
              <a:avLst/>
              <a:gdLst/>
              <a:ahLst/>
              <a:cxnLst/>
              <a:rect l="l" t="t" r="r" b="b"/>
              <a:pathLst>
                <a:path w="830" h="908" extrusionOk="0">
                  <a:moveTo>
                    <a:pt x="480" y="0"/>
                  </a:moveTo>
                  <a:cubicBezTo>
                    <a:pt x="239" y="0"/>
                    <a:pt x="33" y="190"/>
                    <a:pt x="33" y="434"/>
                  </a:cubicBezTo>
                  <a:cubicBezTo>
                    <a:pt x="13" y="690"/>
                    <a:pt x="220" y="906"/>
                    <a:pt x="476" y="906"/>
                  </a:cubicBezTo>
                  <a:cubicBezTo>
                    <a:pt x="487" y="907"/>
                    <a:pt x="499" y="908"/>
                    <a:pt x="511" y="908"/>
                  </a:cubicBezTo>
                  <a:cubicBezTo>
                    <a:pt x="619" y="908"/>
                    <a:pt x="730" y="868"/>
                    <a:pt x="810" y="788"/>
                  </a:cubicBezTo>
                  <a:lnTo>
                    <a:pt x="751" y="729"/>
                  </a:lnTo>
                  <a:cubicBezTo>
                    <a:pt x="689" y="782"/>
                    <a:pt x="604" y="819"/>
                    <a:pt x="516" y="819"/>
                  </a:cubicBezTo>
                  <a:cubicBezTo>
                    <a:pt x="506" y="819"/>
                    <a:pt x="496" y="819"/>
                    <a:pt x="485" y="818"/>
                  </a:cubicBezTo>
                  <a:cubicBezTo>
                    <a:pt x="0" y="798"/>
                    <a:pt x="22" y="80"/>
                    <a:pt x="496" y="80"/>
                  </a:cubicBezTo>
                  <a:cubicBezTo>
                    <a:pt x="502" y="80"/>
                    <a:pt x="508" y="80"/>
                    <a:pt x="515" y="80"/>
                  </a:cubicBezTo>
                  <a:cubicBezTo>
                    <a:pt x="613" y="80"/>
                    <a:pt x="702" y="129"/>
                    <a:pt x="771" y="208"/>
                  </a:cubicBezTo>
                  <a:lnTo>
                    <a:pt x="830" y="149"/>
                  </a:lnTo>
                  <a:cubicBezTo>
                    <a:pt x="751" y="60"/>
                    <a:pt x="633" y="1"/>
                    <a:pt x="515" y="1"/>
                  </a:cubicBezTo>
                  <a:cubicBezTo>
                    <a:pt x="503" y="0"/>
                    <a:pt x="491" y="0"/>
                    <a:pt x="48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1">
              <a:extLst>
                <a:ext uri="{FF2B5EF4-FFF2-40B4-BE49-F238E27FC236}">
                  <a16:creationId xmlns:a16="http://schemas.microsoft.com/office/drawing/2014/main" id="{E57AF0EF-900A-9922-B1F7-AFCBC4986C69}"/>
                </a:ext>
              </a:extLst>
            </p:cNvPr>
            <p:cNvSpPr/>
            <p:nvPr/>
          </p:nvSpPr>
          <p:spPr>
            <a:xfrm>
              <a:off x="1953249" y="3511164"/>
              <a:ext cx="36026" cy="50769"/>
            </a:xfrm>
            <a:custGeom>
              <a:avLst/>
              <a:gdLst/>
              <a:ahLst/>
              <a:cxnLst/>
              <a:rect l="l" t="t" r="r" b="b"/>
              <a:pathLst>
                <a:path w="650" h="916" extrusionOk="0">
                  <a:moveTo>
                    <a:pt x="30" y="1"/>
                  </a:moveTo>
                  <a:lnTo>
                    <a:pt x="0" y="886"/>
                  </a:lnTo>
                  <a:lnTo>
                    <a:pt x="620" y="915"/>
                  </a:lnTo>
                  <a:lnTo>
                    <a:pt x="620" y="827"/>
                  </a:lnTo>
                  <a:lnTo>
                    <a:pt x="108" y="807"/>
                  </a:lnTo>
                  <a:lnTo>
                    <a:pt x="118" y="483"/>
                  </a:lnTo>
                  <a:lnTo>
                    <a:pt x="580" y="502"/>
                  </a:lnTo>
                  <a:lnTo>
                    <a:pt x="580" y="414"/>
                  </a:lnTo>
                  <a:lnTo>
                    <a:pt x="118" y="404"/>
                  </a:lnTo>
                  <a:lnTo>
                    <a:pt x="128" y="79"/>
                  </a:lnTo>
                  <a:lnTo>
                    <a:pt x="649" y="99"/>
                  </a:lnTo>
                  <a:lnTo>
                    <a:pt x="649" y="20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1">
              <a:extLst>
                <a:ext uri="{FF2B5EF4-FFF2-40B4-BE49-F238E27FC236}">
                  <a16:creationId xmlns:a16="http://schemas.microsoft.com/office/drawing/2014/main" id="{7C084212-EF89-96C1-EC2F-5E5D67ABFFEF}"/>
                </a:ext>
              </a:extLst>
            </p:cNvPr>
            <p:cNvSpPr/>
            <p:nvPr/>
          </p:nvSpPr>
          <p:spPr>
            <a:xfrm>
              <a:off x="2005017" y="3513880"/>
              <a:ext cx="43121" cy="50215"/>
            </a:xfrm>
            <a:custGeom>
              <a:avLst/>
              <a:gdLst/>
              <a:ahLst/>
              <a:cxnLst/>
              <a:rect l="l" t="t" r="r" b="b"/>
              <a:pathLst>
                <a:path w="778" h="906" extrusionOk="0">
                  <a:moveTo>
                    <a:pt x="40" y="1"/>
                  </a:moveTo>
                  <a:lnTo>
                    <a:pt x="0" y="886"/>
                  </a:lnTo>
                  <a:lnTo>
                    <a:pt x="99" y="886"/>
                  </a:lnTo>
                  <a:lnTo>
                    <a:pt x="128" y="168"/>
                  </a:lnTo>
                  <a:lnTo>
                    <a:pt x="669" y="906"/>
                  </a:lnTo>
                  <a:lnTo>
                    <a:pt x="738" y="906"/>
                  </a:lnTo>
                  <a:lnTo>
                    <a:pt x="777" y="21"/>
                  </a:lnTo>
                  <a:lnTo>
                    <a:pt x="689" y="21"/>
                  </a:lnTo>
                  <a:lnTo>
                    <a:pt x="659" y="73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1">
              <a:extLst>
                <a:ext uri="{FF2B5EF4-FFF2-40B4-BE49-F238E27FC236}">
                  <a16:creationId xmlns:a16="http://schemas.microsoft.com/office/drawing/2014/main" id="{83545EE9-781D-8A92-B113-4618652B1D1D}"/>
                </a:ext>
              </a:extLst>
            </p:cNvPr>
            <p:cNvSpPr/>
            <p:nvPr/>
          </p:nvSpPr>
          <p:spPr>
            <a:xfrm>
              <a:off x="2067703" y="3515543"/>
              <a:ext cx="35472" cy="50769"/>
            </a:xfrm>
            <a:custGeom>
              <a:avLst/>
              <a:gdLst/>
              <a:ahLst/>
              <a:cxnLst/>
              <a:rect l="l" t="t" r="r" b="b"/>
              <a:pathLst>
                <a:path w="640" h="916" extrusionOk="0">
                  <a:moveTo>
                    <a:pt x="30" y="0"/>
                  </a:moveTo>
                  <a:lnTo>
                    <a:pt x="0" y="895"/>
                  </a:lnTo>
                  <a:lnTo>
                    <a:pt x="630" y="915"/>
                  </a:lnTo>
                  <a:lnTo>
                    <a:pt x="630" y="836"/>
                  </a:lnTo>
                  <a:lnTo>
                    <a:pt x="99" y="817"/>
                  </a:lnTo>
                  <a:lnTo>
                    <a:pt x="118" y="482"/>
                  </a:lnTo>
                  <a:lnTo>
                    <a:pt x="571" y="502"/>
                  </a:lnTo>
                  <a:lnTo>
                    <a:pt x="571" y="423"/>
                  </a:lnTo>
                  <a:lnTo>
                    <a:pt x="118" y="404"/>
                  </a:lnTo>
                  <a:lnTo>
                    <a:pt x="128" y="89"/>
                  </a:lnTo>
                  <a:lnTo>
                    <a:pt x="640" y="109"/>
                  </a:lnTo>
                  <a:lnTo>
                    <a:pt x="640" y="3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1">
              <a:extLst>
                <a:ext uri="{FF2B5EF4-FFF2-40B4-BE49-F238E27FC236}">
                  <a16:creationId xmlns:a16="http://schemas.microsoft.com/office/drawing/2014/main" id="{7B093B80-D5A1-C297-CD38-7CCFC28D5ABB}"/>
                </a:ext>
              </a:extLst>
            </p:cNvPr>
            <p:cNvSpPr/>
            <p:nvPr/>
          </p:nvSpPr>
          <p:spPr>
            <a:xfrm>
              <a:off x="2210478" y="3513270"/>
              <a:ext cx="46391" cy="50381"/>
            </a:xfrm>
            <a:custGeom>
              <a:avLst/>
              <a:gdLst/>
              <a:ahLst/>
              <a:cxnLst/>
              <a:rect l="l" t="t" r="r" b="b"/>
              <a:pathLst>
                <a:path w="837" h="909" extrusionOk="0">
                  <a:moveTo>
                    <a:pt x="478" y="1"/>
                  </a:moveTo>
                  <a:cubicBezTo>
                    <a:pt x="246" y="1"/>
                    <a:pt x="40" y="191"/>
                    <a:pt x="31" y="435"/>
                  </a:cubicBezTo>
                  <a:cubicBezTo>
                    <a:pt x="21" y="691"/>
                    <a:pt x="227" y="907"/>
                    <a:pt x="483" y="907"/>
                  </a:cubicBezTo>
                  <a:cubicBezTo>
                    <a:pt x="495" y="908"/>
                    <a:pt x="507" y="908"/>
                    <a:pt x="518" y="908"/>
                  </a:cubicBezTo>
                  <a:cubicBezTo>
                    <a:pt x="624" y="908"/>
                    <a:pt x="728" y="869"/>
                    <a:pt x="807" y="789"/>
                  </a:cubicBezTo>
                  <a:lnTo>
                    <a:pt x="748" y="730"/>
                  </a:lnTo>
                  <a:cubicBezTo>
                    <a:pt x="680" y="799"/>
                    <a:pt x="581" y="828"/>
                    <a:pt x="483" y="828"/>
                  </a:cubicBezTo>
                  <a:cubicBezTo>
                    <a:pt x="1" y="799"/>
                    <a:pt x="29" y="90"/>
                    <a:pt x="485" y="90"/>
                  </a:cubicBezTo>
                  <a:cubicBezTo>
                    <a:pt x="494" y="90"/>
                    <a:pt x="503" y="90"/>
                    <a:pt x="512" y="91"/>
                  </a:cubicBezTo>
                  <a:cubicBezTo>
                    <a:pt x="611" y="91"/>
                    <a:pt x="709" y="130"/>
                    <a:pt x="778" y="199"/>
                  </a:cubicBezTo>
                  <a:lnTo>
                    <a:pt x="837" y="150"/>
                  </a:lnTo>
                  <a:cubicBezTo>
                    <a:pt x="758" y="51"/>
                    <a:pt x="640" y="2"/>
                    <a:pt x="512" y="2"/>
                  </a:cubicBezTo>
                  <a:cubicBezTo>
                    <a:pt x="501" y="1"/>
                    <a:pt x="490" y="1"/>
                    <a:pt x="47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1">
              <a:extLst>
                <a:ext uri="{FF2B5EF4-FFF2-40B4-BE49-F238E27FC236}">
                  <a16:creationId xmlns:a16="http://schemas.microsoft.com/office/drawing/2014/main" id="{BC9A73AC-F45B-1090-A58E-61FB323C6C9E}"/>
                </a:ext>
              </a:extLst>
            </p:cNvPr>
            <p:cNvSpPr/>
            <p:nvPr/>
          </p:nvSpPr>
          <p:spPr>
            <a:xfrm>
              <a:off x="2271003" y="3514988"/>
              <a:ext cx="42566" cy="49716"/>
            </a:xfrm>
            <a:custGeom>
              <a:avLst/>
              <a:gdLst/>
              <a:ahLst/>
              <a:cxnLst/>
              <a:rect l="l" t="t" r="r" b="b"/>
              <a:pathLst>
                <a:path w="768" h="897" extrusionOk="0">
                  <a:moveTo>
                    <a:pt x="40" y="1"/>
                  </a:moveTo>
                  <a:lnTo>
                    <a:pt x="11" y="502"/>
                  </a:lnTo>
                  <a:cubicBezTo>
                    <a:pt x="1" y="758"/>
                    <a:pt x="138" y="886"/>
                    <a:pt x="365" y="896"/>
                  </a:cubicBezTo>
                  <a:cubicBezTo>
                    <a:pt x="373" y="896"/>
                    <a:pt x="382" y="896"/>
                    <a:pt x="390" y="896"/>
                  </a:cubicBezTo>
                  <a:cubicBezTo>
                    <a:pt x="601" y="896"/>
                    <a:pt x="729" y="778"/>
                    <a:pt x="748" y="532"/>
                  </a:cubicBezTo>
                  <a:lnTo>
                    <a:pt x="768" y="20"/>
                  </a:lnTo>
                  <a:lnTo>
                    <a:pt x="669" y="20"/>
                  </a:lnTo>
                  <a:lnTo>
                    <a:pt x="650" y="522"/>
                  </a:lnTo>
                  <a:cubicBezTo>
                    <a:pt x="640" y="727"/>
                    <a:pt x="551" y="818"/>
                    <a:pt x="390" y="818"/>
                  </a:cubicBezTo>
                  <a:cubicBezTo>
                    <a:pt x="382" y="818"/>
                    <a:pt x="373" y="817"/>
                    <a:pt x="365" y="817"/>
                  </a:cubicBezTo>
                  <a:cubicBezTo>
                    <a:pt x="197" y="817"/>
                    <a:pt x="99" y="709"/>
                    <a:pt x="109" y="502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1">
              <a:extLst>
                <a:ext uri="{FF2B5EF4-FFF2-40B4-BE49-F238E27FC236}">
                  <a16:creationId xmlns:a16="http://schemas.microsoft.com/office/drawing/2014/main" id="{66B16AB4-E808-CDF3-144A-A8827B350E9E}"/>
                </a:ext>
              </a:extLst>
            </p:cNvPr>
            <p:cNvSpPr/>
            <p:nvPr/>
          </p:nvSpPr>
          <p:spPr>
            <a:xfrm>
              <a:off x="2325541" y="3517150"/>
              <a:ext cx="39851" cy="50215"/>
            </a:xfrm>
            <a:custGeom>
              <a:avLst/>
              <a:gdLst/>
              <a:ahLst/>
              <a:cxnLst/>
              <a:rect l="l" t="t" r="r" b="b"/>
              <a:pathLst>
                <a:path w="719" h="906" extrusionOk="0">
                  <a:moveTo>
                    <a:pt x="0" y="1"/>
                  </a:moveTo>
                  <a:lnTo>
                    <a:pt x="0" y="80"/>
                  </a:lnTo>
                  <a:lnTo>
                    <a:pt x="305" y="89"/>
                  </a:lnTo>
                  <a:lnTo>
                    <a:pt x="276" y="906"/>
                  </a:lnTo>
                  <a:lnTo>
                    <a:pt x="374" y="906"/>
                  </a:lnTo>
                  <a:lnTo>
                    <a:pt x="403" y="99"/>
                  </a:lnTo>
                  <a:lnTo>
                    <a:pt x="718" y="109"/>
                  </a:lnTo>
                  <a:lnTo>
                    <a:pt x="718" y="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1">
              <a:extLst>
                <a:ext uri="{FF2B5EF4-FFF2-40B4-BE49-F238E27FC236}">
                  <a16:creationId xmlns:a16="http://schemas.microsoft.com/office/drawing/2014/main" id="{4C68C783-EBE8-E131-AA67-B2201EC1BB88}"/>
                </a:ext>
              </a:extLst>
            </p:cNvPr>
            <p:cNvSpPr/>
            <p:nvPr/>
          </p:nvSpPr>
          <p:spPr>
            <a:xfrm>
              <a:off x="2748968" y="1467847"/>
              <a:ext cx="63240" cy="181406"/>
            </a:xfrm>
            <a:custGeom>
              <a:avLst/>
              <a:gdLst/>
              <a:ahLst/>
              <a:cxnLst/>
              <a:rect l="l" t="t" r="r" b="b"/>
              <a:pathLst>
                <a:path w="1141" h="3273" extrusionOk="0">
                  <a:moveTo>
                    <a:pt x="527" y="0"/>
                  </a:moveTo>
                  <a:cubicBezTo>
                    <a:pt x="238" y="0"/>
                    <a:pt x="0" y="232"/>
                    <a:pt x="0" y="538"/>
                  </a:cubicBezTo>
                  <a:lnTo>
                    <a:pt x="30" y="2750"/>
                  </a:lnTo>
                  <a:cubicBezTo>
                    <a:pt x="30" y="3026"/>
                    <a:pt x="246" y="3252"/>
                    <a:pt x="521" y="3272"/>
                  </a:cubicBezTo>
                  <a:lnTo>
                    <a:pt x="561" y="3272"/>
                  </a:lnTo>
                  <a:cubicBezTo>
                    <a:pt x="573" y="3272"/>
                    <a:pt x="584" y="3273"/>
                    <a:pt x="596" y="3273"/>
                  </a:cubicBezTo>
                  <a:cubicBezTo>
                    <a:pt x="895" y="3273"/>
                    <a:pt x="1141" y="3033"/>
                    <a:pt x="1131" y="2721"/>
                  </a:cubicBezTo>
                  <a:lnTo>
                    <a:pt x="1072" y="508"/>
                  </a:lnTo>
                  <a:cubicBezTo>
                    <a:pt x="1062" y="252"/>
                    <a:pt x="866" y="36"/>
                    <a:pt x="610" y="7"/>
                  </a:cubicBezTo>
                  <a:cubicBezTo>
                    <a:pt x="582" y="2"/>
                    <a:pt x="554" y="0"/>
                    <a:pt x="527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1">
              <a:extLst>
                <a:ext uri="{FF2B5EF4-FFF2-40B4-BE49-F238E27FC236}">
                  <a16:creationId xmlns:a16="http://schemas.microsoft.com/office/drawing/2014/main" id="{8134C8F4-874D-C079-582A-D375B6D74CFE}"/>
                </a:ext>
              </a:extLst>
            </p:cNvPr>
            <p:cNvSpPr/>
            <p:nvPr/>
          </p:nvSpPr>
          <p:spPr>
            <a:xfrm>
              <a:off x="2752737" y="1343307"/>
              <a:ext cx="56755" cy="100541"/>
            </a:xfrm>
            <a:custGeom>
              <a:avLst/>
              <a:gdLst/>
              <a:ahLst/>
              <a:cxnLst/>
              <a:rect l="l" t="t" r="r" b="b"/>
              <a:pathLst>
                <a:path w="1024" h="1814" extrusionOk="0">
                  <a:moveTo>
                    <a:pt x="531" y="1"/>
                  </a:moveTo>
                  <a:cubicBezTo>
                    <a:pt x="525" y="1"/>
                    <a:pt x="519" y="1"/>
                    <a:pt x="512" y="1"/>
                  </a:cubicBezTo>
                  <a:cubicBezTo>
                    <a:pt x="276" y="11"/>
                    <a:pt x="89" y="188"/>
                    <a:pt x="80" y="414"/>
                  </a:cubicBezTo>
                  <a:lnTo>
                    <a:pt x="11" y="1319"/>
                  </a:lnTo>
                  <a:cubicBezTo>
                    <a:pt x="1" y="1555"/>
                    <a:pt x="168" y="1762"/>
                    <a:pt x="404" y="1791"/>
                  </a:cubicBezTo>
                  <a:lnTo>
                    <a:pt x="503" y="1811"/>
                  </a:lnTo>
                  <a:cubicBezTo>
                    <a:pt x="519" y="1813"/>
                    <a:pt x="536" y="1814"/>
                    <a:pt x="553" y="1814"/>
                  </a:cubicBezTo>
                  <a:cubicBezTo>
                    <a:pt x="807" y="1814"/>
                    <a:pt x="1023" y="1607"/>
                    <a:pt x="1014" y="1339"/>
                  </a:cubicBezTo>
                  <a:lnTo>
                    <a:pt x="984" y="434"/>
                  </a:lnTo>
                  <a:cubicBezTo>
                    <a:pt x="975" y="185"/>
                    <a:pt x="769" y="1"/>
                    <a:pt x="531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1">
              <a:extLst>
                <a:ext uri="{FF2B5EF4-FFF2-40B4-BE49-F238E27FC236}">
                  <a16:creationId xmlns:a16="http://schemas.microsoft.com/office/drawing/2014/main" id="{892ED628-EED2-DCA9-DC20-55F8D8F49265}"/>
                </a:ext>
              </a:extLst>
            </p:cNvPr>
            <p:cNvSpPr/>
            <p:nvPr/>
          </p:nvSpPr>
          <p:spPr>
            <a:xfrm>
              <a:off x="3238429" y="1509471"/>
              <a:ext cx="467233" cy="694642"/>
            </a:xfrm>
            <a:custGeom>
              <a:avLst/>
              <a:gdLst/>
              <a:ahLst/>
              <a:cxnLst/>
              <a:rect l="l" t="t" r="r" b="b"/>
              <a:pathLst>
                <a:path w="8430" h="12533" extrusionOk="0">
                  <a:moveTo>
                    <a:pt x="3035" y="3504"/>
                  </a:moveTo>
                  <a:cubicBezTo>
                    <a:pt x="3407" y="3505"/>
                    <a:pt x="3769" y="3593"/>
                    <a:pt x="4102" y="3750"/>
                  </a:cubicBezTo>
                  <a:cubicBezTo>
                    <a:pt x="4063" y="3907"/>
                    <a:pt x="4013" y="4055"/>
                    <a:pt x="3954" y="4202"/>
                  </a:cubicBezTo>
                  <a:cubicBezTo>
                    <a:pt x="3650" y="4901"/>
                    <a:pt x="2951" y="5392"/>
                    <a:pt x="2253" y="5392"/>
                  </a:cubicBezTo>
                  <a:lnTo>
                    <a:pt x="2243" y="5392"/>
                  </a:lnTo>
                  <a:cubicBezTo>
                    <a:pt x="2228" y="5393"/>
                    <a:pt x="2213" y="5394"/>
                    <a:pt x="2198" y="5394"/>
                  </a:cubicBezTo>
                  <a:cubicBezTo>
                    <a:pt x="2036" y="5394"/>
                    <a:pt x="1876" y="5346"/>
                    <a:pt x="1732" y="5265"/>
                  </a:cubicBezTo>
                  <a:cubicBezTo>
                    <a:pt x="1456" y="5078"/>
                    <a:pt x="1358" y="4635"/>
                    <a:pt x="1525" y="4291"/>
                  </a:cubicBezTo>
                  <a:cubicBezTo>
                    <a:pt x="1673" y="3966"/>
                    <a:pt x="2007" y="3711"/>
                    <a:pt x="2440" y="3593"/>
                  </a:cubicBezTo>
                  <a:cubicBezTo>
                    <a:pt x="2625" y="3534"/>
                    <a:pt x="2830" y="3505"/>
                    <a:pt x="3035" y="3504"/>
                  </a:cubicBezTo>
                  <a:close/>
                  <a:moveTo>
                    <a:pt x="4959" y="7260"/>
                  </a:moveTo>
                  <a:cubicBezTo>
                    <a:pt x="4981" y="7260"/>
                    <a:pt x="5004" y="7260"/>
                    <a:pt x="5026" y="7261"/>
                  </a:cubicBezTo>
                  <a:lnTo>
                    <a:pt x="5017" y="7261"/>
                  </a:lnTo>
                  <a:cubicBezTo>
                    <a:pt x="5312" y="7261"/>
                    <a:pt x="5607" y="7300"/>
                    <a:pt x="5882" y="7399"/>
                  </a:cubicBezTo>
                  <a:cubicBezTo>
                    <a:pt x="5872" y="7487"/>
                    <a:pt x="5862" y="7586"/>
                    <a:pt x="5843" y="7684"/>
                  </a:cubicBezTo>
                  <a:cubicBezTo>
                    <a:pt x="5764" y="8244"/>
                    <a:pt x="5538" y="9012"/>
                    <a:pt x="4948" y="9444"/>
                  </a:cubicBezTo>
                  <a:cubicBezTo>
                    <a:pt x="4711" y="9604"/>
                    <a:pt x="4428" y="9694"/>
                    <a:pt x="4143" y="9694"/>
                  </a:cubicBezTo>
                  <a:cubicBezTo>
                    <a:pt x="4060" y="9694"/>
                    <a:pt x="3977" y="9686"/>
                    <a:pt x="3895" y="9671"/>
                  </a:cubicBezTo>
                  <a:cubicBezTo>
                    <a:pt x="3640" y="9631"/>
                    <a:pt x="3404" y="9484"/>
                    <a:pt x="3256" y="9267"/>
                  </a:cubicBezTo>
                  <a:cubicBezTo>
                    <a:pt x="3109" y="9021"/>
                    <a:pt x="3079" y="8717"/>
                    <a:pt x="3187" y="8441"/>
                  </a:cubicBezTo>
                  <a:cubicBezTo>
                    <a:pt x="3364" y="7949"/>
                    <a:pt x="3748" y="7576"/>
                    <a:pt x="4240" y="7389"/>
                  </a:cubicBezTo>
                  <a:cubicBezTo>
                    <a:pt x="4465" y="7308"/>
                    <a:pt x="4714" y="7260"/>
                    <a:pt x="4959" y="7260"/>
                  </a:cubicBezTo>
                  <a:close/>
                  <a:moveTo>
                    <a:pt x="1551" y="1"/>
                  </a:moveTo>
                  <a:cubicBezTo>
                    <a:pt x="1043" y="1"/>
                    <a:pt x="548" y="152"/>
                    <a:pt x="158" y="446"/>
                  </a:cubicBezTo>
                  <a:cubicBezTo>
                    <a:pt x="0" y="548"/>
                    <a:pt x="109" y="752"/>
                    <a:pt x="249" y="752"/>
                  </a:cubicBezTo>
                  <a:cubicBezTo>
                    <a:pt x="284" y="752"/>
                    <a:pt x="320" y="740"/>
                    <a:pt x="355" y="711"/>
                  </a:cubicBezTo>
                  <a:cubicBezTo>
                    <a:pt x="690" y="460"/>
                    <a:pt x="1116" y="329"/>
                    <a:pt x="1553" y="329"/>
                  </a:cubicBezTo>
                  <a:cubicBezTo>
                    <a:pt x="1835" y="329"/>
                    <a:pt x="2121" y="383"/>
                    <a:pt x="2391" y="495"/>
                  </a:cubicBezTo>
                  <a:cubicBezTo>
                    <a:pt x="3059" y="790"/>
                    <a:pt x="3590" y="1340"/>
                    <a:pt x="3876" y="2019"/>
                  </a:cubicBezTo>
                  <a:cubicBezTo>
                    <a:pt x="4072" y="2452"/>
                    <a:pt x="4161" y="2934"/>
                    <a:pt x="4141" y="3416"/>
                  </a:cubicBezTo>
                  <a:cubicBezTo>
                    <a:pt x="3795" y="3260"/>
                    <a:pt x="3423" y="3185"/>
                    <a:pt x="3052" y="3185"/>
                  </a:cubicBezTo>
                  <a:cubicBezTo>
                    <a:pt x="2812" y="3185"/>
                    <a:pt x="2573" y="3216"/>
                    <a:pt x="2341" y="3278"/>
                  </a:cubicBezTo>
                  <a:cubicBezTo>
                    <a:pt x="1820" y="3425"/>
                    <a:pt x="1407" y="3750"/>
                    <a:pt x="1220" y="4153"/>
                  </a:cubicBezTo>
                  <a:cubicBezTo>
                    <a:pt x="984" y="4655"/>
                    <a:pt x="1132" y="5265"/>
                    <a:pt x="1545" y="5540"/>
                  </a:cubicBezTo>
                  <a:cubicBezTo>
                    <a:pt x="1738" y="5660"/>
                    <a:pt x="1966" y="5728"/>
                    <a:pt x="2189" y="5728"/>
                  </a:cubicBezTo>
                  <a:cubicBezTo>
                    <a:pt x="2204" y="5728"/>
                    <a:pt x="2218" y="5727"/>
                    <a:pt x="2233" y="5727"/>
                  </a:cubicBezTo>
                  <a:lnTo>
                    <a:pt x="2243" y="5727"/>
                  </a:lnTo>
                  <a:cubicBezTo>
                    <a:pt x="3069" y="5727"/>
                    <a:pt x="3895" y="5156"/>
                    <a:pt x="4249" y="4340"/>
                  </a:cubicBezTo>
                  <a:cubicBezTo>
                    <a:pt x="4308" y="4202"/>
                    <a:pt x="4358" y="4055"/>
                    <a:pt x="4397" y="3907"/>
                  </a:cubicBezTo>
                  <a:cubicBezTo>
                    <a:pt x="4702" y="4094"/>
                    <a:pt x="4967" y="4340"/>
                    <a:pt x="5184" y="4635"/>
                  </a:cubicBezTo>
                  <a:cubicBezTo>
                    <a:pt x="5675" y="5274"/>
                    <a:pt x="5921" y="6140"/>
                    <a:pt x="5892" y="7064"/>
                  </a:cubicBezTo>
                  <a:cubicBezTo>
                    <a:pt x="5609" y="6978"/>
                    <a:pt x="5318" y="6934"/>
                    <a:pt x="5027" y="6934"/>
                  </a:cubicBezTo>
                  <a:cubicBezTo>
                    <a:pt x="4720" y="6934"/>
                    <a:pt x="4414" y="6983"/>
                    <a:pt x="4122" y="7084"/>
                  </a:cubicBezTo>
                  <a:cubicBezTo>
                    <a:pt x="3541" y="7300"/>
                    <a:pt x="3079" y="7763"/>
                    <a:pt x="2863" y="8343"/>
                  </a:cubicBezTo>
                  <a:cubicBezTo>
                    <a:pt x="2725" y="8707"/>
                    <a:pt x="2774" y="9110"/>
                    <a:pt x="2971" y="9444"/>
                  </a:cubicBezTo>
                  <a:cubicBezTo>
                    <a:pt x="3177" y="9739"/>
                    <a:pt x="3482" y="9936"/>
                    <a:pt x="3836" y="9995"/>
                  </a:cubicBezTo>
                  <a:cubicBezTo>
                    <a:pt x="3938" y="10013"/>
                    <a:pt x="4040" y="10021"/>
                    <a:pt x="4141" y="10021"/>
                  </a:cubicBezTo>
                  <a:cubicBezTo>
                    <a:pt x="4495" y="10021"/>
                    <a:pt x="4844" y="9916"/>
                    <a:pt x="5135" y="9710"/>
                  </a:cubicBezTo>
                  <a:cubicBezTo>
                    <a:pt x="5823" y="9218"/>
                    <a:pt x="6079" y="8362"/>
                    <a:pt x="6167" y="7733"/>
                  </a:cubicBezTo>
                  <a:cubicBezTo>
                    <a:pt x="6177" y="7654"/>
                    <a:pt x="6187" y="7586"/>
                    <a:pt x="6197" y="7517"/>
                  </a:cubicBezTo>
                  <a:cubicBezTo>
                    <a:pt x="6738" y="7763"/>
                    <a:pt x="7180" y="8166"/>
                    <a:pt x="7475" y="8677"/>
                  </a:cubicBezTo>
                  <a:cubicBezTo>
                    <a:pt x="8085" y="9749"/>
                    <a:pt x="7947" y="11224"/>
                    <a:pt x="7141" y="12267"/>
                  </a:cubicBezTo>
                  <a:cubicBezTo>
                    <a:pt x="7082" y="12336"/>
                    <a:pt x="7092" y="12434"/>
                    <a:pt x="7170" y="12493"/>
                  </a:cubicBezTo>
                  <a:cubicBezTo>
                    <a:pt x="7200" y="12513"/>
                    <a:pt x="7229" y="12532"/>
                    <a:pt x="7269" y="12532"/>
                  </a:cubicBezTo>
                  <a:cubicBezTo>
                    <a:pt x="7318" y="12523"/>
                    <a:pt x="7357" y="12503"/>
                    <a:pt x="7387" y="12473"/>
                  </a:cubicBezTo>
                  <a:cubicBezTo>
                    <a:pt x="8282" y="11333"/>
                    <a:pt x="8429" y="9700"/>
                    <a:pt x="7751" y="8510"/>
                  </a:cubicBezTo>
                  <a:cubicBezTo>
                    <a:pt x="7406" y="7910"/>
                    <a:pt x="6865" y="7438"/>
                    <a:pt x="6216" y="7182"/>
                  </a:cubicBezTo>
                  <a:cubicBezTo>
                    <a:pt x="6266" y="6140"/>
                    <a:pt x="6000" y="5166"/>
                    <a:pt x="5449" y="4438"/>
                  </a:cubicBezTo>
                  <a:cubicBezTo>
                    <a:pt x="5184" y="4075"/>
                    <a:pt x="4840" y="3779"/>
                    <a:pt x="4456" y="3563"/>
                  </a:cubicBezTo>
                  <a:cubicBezTo>
                    <a:pt x="4515" y="2993"/>
                    <a:pt x="4417" y="2412"/>
                    <a:pt x="4181" y="1881"/>
                  </a:cubicBezTo>
                  <a:cubicBezTo>
                    <a:pt x="3856" y="1124"/>
                    <a:pt x="3266" y="524"/>
                    <a:pt x="2518" y="190"/>
                  </a:cubicBezTo>
                  <a:cubicBezTo>
                    <a:pt x="2207" y="63"/>
                    <a:pt x="1876" y="1"/>
                    <a:pt x="15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1">
              <a:extLst>
                <a:ext uri="{FF2B5EF4-FFF2-40B4-BE49-F238E27FC236}">
                  <a16:creationId xmlns:a16="http://schemas.microsoft.com/office/drawing/2014/main" id="{1C24DB0B-8A5D-13B9-AD1E-4EDA6DE5FFAD}"/>
                </a:ext>
              </a:extLst>
            </p:cNvPr>
            <p:cNvSpPr/>
            <p:nvPr/>
          </p:nvSpPr>
          <p:spPr>
            <a:xfrm>
              <a:off x="1309905" y="2164486"/>
              <a:ext cx="247528" cy="448998"/>
            </a:xfrm>
            <a:custGeom>
              <a:avLst/>
              <a:gdLst/>
              <a:ahLst/>
              <a:cxnLst/>
              <a:rect l="l" t="t" r="r" b="b"/>
              <a:pathLst>
                <a:path w="4466" h="8101" extrusionOk="0">
                  <a:moveTo>
                    <a:pt x="2502" y="3105"/>
                  </a:moveTo>
                  <a:cubicBezTo>
                    <a:pt x="2559" y="3105"/>
                    <a:pt x="2614" y="3117"/>
                    <a:pt x="2666" y="3144"/>
                  </a:cubicBezTo>
                  <a:cubicBezTo>
                    <a:pt x="2852" y="3252"/>
                    <a:pt x="2931" y="3478"/>
                    <a:pt x="2862" y="3685"/>
                  </a:cubicBezTo>
                  <a:cubicBezTo>
                    <a:pt x="2784" y="3911"/>
                    <a:pt x="2597" y="4088"/>
                    <a:pt x="2370" y="4166"/>
                  </a:cubicBezTo>
                  <a:cubicBezTo>
                    <a:pt x="2243" y="4216"/>
                    <a:pt x="2105" y="4240"/>
                    <a:pt x="1967" y="4240"/>
                  </a:cubicBezTo>
                  <a:cubicBezTo>
                    <a:pt x="1830" y="4240"/>
                    <a:pt x="1692" y="4216"/>
                    <a:pt x="1564" y="4166"/>
                  </a:cubicBezTo>
                  <a:cubicBezTo>
                    <a:pt x="1633" y="3921"/>
                    <a:pt x="1741" y="3694"/>
                    <a:pt x="1889" y="3498"/>
                  </a:cubicBezTo>
                  <a:cubicBezTo>
                    <a:pt x="2044" y="3280"/>
                    <a:pt x="2286" y="3105"/>
                    <a:pt x="2502" y="3105"/>
                  </a:cubicBezTo>
                  <a:close/>
                  <a:moveTo>
                    <a:pt x="2419" y="1"/>
                  </a:moveTo>
                  <a:cubicBezTo>
                    <a:pt x="1959" y="1"/>
                    <a:pt x="1464" y="234"/>
                    <a:pt x="1033" y="665"/>
                  </a:cubicBezTo>
                  <a:cubicBezTo>
                    <a:pt x="315" y="1373"/>
                    <a:pt x="0" y="2376"/>
                    <a:pt x="236" y="3212"/>
                  </a:cubicBezTo>
                  <a:cubicBezTo>
                    <a:pt x="384" y="3694"/>
                    <a:pt x="718" y="4107"/>
                    <a:pt x="1171" y="4343"/>
                  </a:cubicBezTo>
                  <a:cubicBezTo>
                    <a:pt x="1141" y="4511"/>
                    <a:pt x="1112" y="4668"/>
                    <a:pt x="1102" y="4835"/>
                  </a:cubicBezTo>
                  <a:cubicBezTo>
                    <a:pt x="1033" y="5789"/>
                    <a:pt x="1318" y="6684"/>
                    <a:pt x="1879" y="7294"/>
                  </a:cubicBezTo>
                  <a:cubicBezTo>
                    <a:pt x="2341" y="7795"/>
                    <a:pt x="2980" y="8090"/>
                    <a:pt x="3669" y="8100"/>
                  </a:cubicBezTo>
                  <a:cubicBezTo>
                    <a:pt x="3895" y="8100"/>
                    <a:pt x="4121" y="8061"/>
                    <a:pt x="4337" y="7982"/>
                  </a:cubicBezTo>
                  <a:cubicBezTo>
                    <a:pt x="4426" y="7953"/>
                    <a:pt x="4465" y="7854"/>
                    <a:pt x="4436" y="7776"/>
                  </a:cubicBezTo>
                  <a:cubicBezTo>
                    <a:pt x="4412" y="7705"/>
                    <a:pt x="4350" y="7659"/>
                    <a:pt x="4281" y="7659"/>
                  </a:cubicBezTo>
                  <a:cubicBezTo>
                    <a:pt x="4264" y="7659"/>
                    <a:pt x="4247" y="7662"/>
                    <a:pt x="4229" y="7668"/>
                  </a:cubicBezTo>
                  <a:cubicBezTo>
                    <a:pt x="4051" y="7731"/>
                    <a:pt x="3860" y="7762"/>
                    <a:pt x="3666" y="7762"/>
                  </a:cubicBezTo>
                  <a:cubicBezTo>
                    <a:pt x="3113" y="7762"/>
                    <a:pt x="2532" y="7512"/>
                    <a:pt x="2125" y="7068"/>
                  </a:cubicBezTo>
                  <a:cubicBezTo>
                    <a:pt x="1623" y="6517"/>
                    <a:pt x="1377" y="5720"/>
                    <a:pt x="1436" y="4855"/>
                  </a:cubicBezTo>
                  <a:cubicBezTo>
                    <a:pt x="1446" y="4727"/>
                    <a:pt x="1456" y="4599"/>
                    <a:pt x="1485" y="4481"/>
                  </a:cubicBezTo>
                  <a:cubicBezTo>
                    <a:pt x="1641" y="4533"/>
                    <a:pt x="1805" y="4560"/>
                    <a:pt x="1970" y="4560"/>
                  </a:cubicBezTo>
                  <a:cubicBezTo>
                    <a:pt x="2150" y="4560"/>
                    <a:pt x="2329" y="4528"/>
                    <a:pt x="2498" y="4461"/>
                  </a:cubicBezTo>
                  <a:cubicBezTo>
                    <a:pt x="2823" y="4343"/>
                    <a:pt x="3069" y="4098"/>
                    <a:pt x="3187" y="3773"/>
                  </a:cubicBezTo>
                  <a:cubicBezTo>
                    <a:pt x="3305" y="3409"/>
                    <a:pt x="3147" y="3016"/>
                    <a:pt x="2813" y="2839"/>
                  </a:cubicBezTo>
                  <a:cubicBezTo>
                    <a:pt x="2713" y="2789"/>
                    <a:pt x="2610" y="2767"/>
                    <a:pt x="2508" y="2767"/>
                  </a:cubicBezTo>
                  <a:cubicBezTo>
                    <a:pt x="2169" y="2767"/>
                    <a:pt x="1837" y="3011"/>
                    <a:pt x="1633" y="3291"/>
                  </a:cubicBezTo>
                  <a:cubicBezTo>
                    <a:pt x="1466" y="3507"/>
                    <a:pt x="1348" y="3753"/>
                    <a:pt x="1259" y="4019"/>
                  </a:cubicBezTo>
                  <a:cubicBezTo>
                    <a:pt x="925" y="3812"/>
                    <a:pt x="669" y="3498"/>
                    <a:pt x="561" y="3124"/>
                  </a:cubicBezTo>
                  <a:cubicBezTo>
                    <a:pt x="354" y="2406"/>
                    <a:pt x="630" y="1531"/>
                    <a:pt x="1269" y="891"/>
                  </a:cubicBezTo>
                  <a:cubicBezTo>
                    <a:pt x="1568" y="600"/>
                    <a:pt x="2007" y="329"/>
                    <a:pt x="2443" y="329"/>
                  </a:cubicBezTo>
                  <a:cubicBezTo>
                    <a:pt x="2537" y="329"/>
                    <a:pt x="2632" y="342"/>
                    <a:pt x="2725" y="370"/>
                  </a:cubicBezTo>
                  <a:cubicBezTo>
                    <a:pt x="2745" y="377"/>
                    <a:pt x="2764" y="380"/>
                    <a:pt x="2782" y="380"/>
                  </a:cubicBezTo>
                  <a:cubicBezTo>
                    <a:pt x="2947" y="380"/>
                    <a:pt x="3009" y="119"/>
                    <a:pt x="2823" y="65"/>
                  </a:cubicBezTo>
                  <a:cubicBezTo>
                    <a:pt x="2693" y="22"/>
                    <a:pt x="2558" y="1"/>
                    <a:pt x="24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1">
              <a:extLst>
                <a:ext uri="{FF2B5EF4-FFF2-40B4-BE49-F238E27FC236}">
                  <a16:creationId xmlns:a16="http://schemas.microsoft.com/office/drawing/2014/main" id="{2D338B0D-8213-8646-B443-E359A4A00DF7}"/>
                </a:ext>
              </a:extLst>
            </p:cNvPr>
            <p:cNvSpPr/>
            <p:nvPr/>
          </p:nvSpPr>
          <p:spPr>
            <a:xfrm>
              <a:off x="2665609" y="2704549"/>
              <a:ext cx="318306" cy="302454"/>
            </a:xfrm>
            <a:custGeom>
              <a:avLst/>
              <a:gdLst/>
              <a:ahLst/>
              <a:cxnLst/>
              <a:rect l="l" t="t" r="r" b="b"/>
              <a:pathLst>
                <a:path w="5743" h="5457" extrusionOk="0">
                  <a:moveTo>
                    <a:pt x="2429" y="1612"/>
                  </a:moveTo>
                  <a:cubicBezTo>
                    <a:pt x="2743" y="1621"/>
                    <a:pt x="3038" y="1769"/>
                    <a:pt x="3225" y="2015"/>
                  </a:cubicBezTo>
                  <a:cubicBezTo>
                    <a:pt x="3451" y="2339"/>
                    <a:pt x="3540" y="2733"/>
                    <a:pt x="3471" y="3126"/>
                  </a:cubicBezTo>
                  <a:cubicBezTo>
                    <a:pt x="3309" y="3164"/>
                    <a:pt x="3142" y="3184"/>
                    <a:pt x="2975" y="3184"/>
                  </a:cubicBezTo>
                  <a:cubicBezTo>
                    <a:pt x="2798" y="3184"/>
                    <a:pt x="2620" y="3162"/>
                    <a:pt x="2448" y="3116"/>
                  </a:cubicBezTo>
                  <a:cubicBezTo>
                    <a:pt x="2134" y="3028"/>
                    <a:pt x="1770" y="2802"/>
                    <a:pt x="1681" y="2467"/>
                  </a:cubicBezTo>
                  <a:cubicBezTo>
                    <a:pt x="1602" y="2133"/>
                    <a:pt x="1858" y="1739"/>
                    <a:pt x="2212" y="1641"/>
                  </a:cubicBezTo>
                  <a:cubicBezTo>
                    <a:pt x="2281" y="1621"/>
                    <a:pt x="2360" y="1612"/>
                    <a:pt x="2429" y="1612"/>
                  </a:cubicBezTo>
                  <a:close/>
                  <a:moveTo>
                    <a:pt x="5417" y="1"/>
                  </a:moveTo>
                  <a:cubicBezTo>
                    <a:pt x="5324" y="1"/>
                    <a:pt x="5229" y="73"/>
                    <a:pt x="5251" y="195"/>
                  </a:cubicBezTo>
                  <a:cubicBezTo>
                    <a:pt x="5399" y="1002"/>
                    <a:pt x="5173" y="1838"/>
                    <a:pt x="4632" y="2448"/>
                  </a:cubicBezTo>
                  <a:cubicBezTo>
                    <a:pt x="4396" y="2693"/>
                    <a:pt x="4120" y="2890"/>
                    <a:pt x="3815" y="3008"/>
                  </a:cubicBezTo>
                  <a:cubicBezTo>
                    <a:pt x="3845" y="2585"/>
                    <a:pt x="3727" y="2162"/>
                    <a:pt x="3481" y="1818"/>
                  </a:cubicBezTo>
                  <a:cubicBezTo>
                    <a:pt x="3227" y="1485"/>
                    <a:pt x="2832" y="1293"/>
                    <a:pt x="2421" y="1293"/>
                  </a:cubicBezTo>
                  <a:cubicBezTo>
                    <a:pt x="2322" y="1293"/>
                    <a:pt x="2223" y="1304"/>
                    <a:pt x="2124" y="1326"/>
                  </a:cubicBezTo>
                  <a:cubicBezTo>
                    <a:pt x="1602" y="1474"/>
                    <a:pt x="1248" y="2044"/>
                    <a:pt x="1366" y="2546"/>
                  </a:cubicBezTo>
                  <a:cubicBezTo>
                    <a:pt x="1465" y="2959"/>
                    <a:pt x="1839" y="3284"/>
                    <a:pt x="2370" y="3431"/>
                  </a:cubicBezTo>
                  <a:cubicBezTo>
                    <a:pt x="2559" y="3483"/>
                    <a:pt x="2759" y="3508"/>
                    <a:pt x="2958" y="3508"/>
                  </a:cubicBezTo>
                  <a:cubicBezTo>
                    <a:pt x="3101" y="3508"/>
                    <a:pt x="3243" y="3495"/>
                    <a:pt x="3383" y="3470"/>
                  </a:cubicBezTo>
                  <a:lnTo>
                    <a:pt x="3383" y="3470"/>
                  </a:lnTo>
                  <a:cubicBezTo>
                    <a:pt x="3284" y="3765"/>
                    <a:pt x="3127" y="4041"/>
                    <a:pt x="2940" y="4296"/>
                  </a:cubicBezTo>
                  <a:cubicBezTo>
                    <a:pt x="2745" y="4547"/>
                    <a:pt x="2246" y="5120"/>
                    <a:pt x="1629" y="5120"/>
                  </a:cubicBezTo>
                  <a:cubicBezTo>
                    <a:pt x="1591" y="5120"/>
                    <a:pt x="1553" y="5117"/>
                    <a:pt x="1514" y="5113"/>
                  </a:cubicBezTo>
                  <a:cubicBezTo>
                    <a:pt x="944" y="5054"/>
                    <a:pt x="540" y="4493"/>
                    <a:pt x="353" y="4159"/>
                  </a:cubicBezTo>
                  <a:cubicBezTo>
                    <a:pt x="320" y="4104"/>
                    <a:pt x="271" y="4081"/>
                    <a:pt x="222" y="4081"/>
                  </a:cubicBezTo>
                  <a:cubicBezTo>
                    <a:pt x="111" y="4081"/>
                    <a:pt x="0" y="4197"/>
                    <a:pt x="68" y="4326"/>
                  </a:cubicBezTo>
                  <a:cubicBezTo>
                    <a:pt x="442" y="4985"/>
                    <a:pt x="944" y="5388"/>
                    <a:pt x="1475" y="5447"/>
                  </a:cubicBezTo>
                  <a:cubicBezTo>
                    <a:pt x="1524" y="5447"/>
                    <a:pt x="1573" y="5457"/>
                    <a:pt x="1622" y="5457"/>
                  </a:cubicBezTo>
                  <a:cubicBezTo>
                    <a:pt x="2173" y="5457"/>
                    <a:pt x="2733" y="5103"/>
                    <a:pt x="3196" y="4483"/>
                  </a:cubicBezTo>
                  <a:cubicBezTo>
                    <a:pt x="3451" y="4159"/>
                    <a:pt x="3638" y="3785"/>
                    <a:pt x="3756" y="3382"/>
                  </a:cubicBezTo>
                  <a:cubicBezTo>
                    <a:pt x="4179" y="3244"/>
                    <a:pt x="4563" y="2998"/>
                    <a:pt x="4868" y="2674"/>
                  </a:cubicBezTo>
                  <a:cubicBezTo>
                    <a:pt x="5477" y="1975"/>
                    <a:pt x="5743" y="1041"/>
                    <a:pt x="5576" y="136"/>
                  </a:cubicBezTo>
                  <a:cubicBezTo>
                    <a:pt x="5559" y="43"/>
                    <a:pt x="5488" y="1"/>
                    <a:pt x="5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5" name="Google Shape;1035;p31">
            <a:extLst>
              <a:ext uri="{FF2B5EF4-FFF2-40B4-BE49-F238E27FC236}">
                <a16:creationId xmlns:a16="http://schemas.microsoft.com/office/drawing/2014/main" id="{A2F7FD19-AFB0-86EA-C2CD-5FB3B5DD9BC1}"/>
              </a:ext>
            </a:extLst>
          </p:cNvPr>
          <p:cNvGrpSpPr/>
          <p:nvPr/>
        </p:nvGrpSpPr>
        <p:grpSpPr>
          <a:xfrm rot="-2168336">
            <a:off x="340929" y="483154"/>
            <a:ext cx="825790" cy="701108"/>
            <a:chOff x="3502275" y="3218775"/>
            <a:chExt cx="1175775" cy="998250"/>
          </a:xfrm>
        </p:grpSpPr>
        <p:sp>
          <p:nvSpPr>
            <p:cNvPr id="1036" name="Google Shape;1036;p31">
              <a:extLst>
                <a:ext uri="{FF2B5EF4-FFF2-40B4-BE49-F238E27FC236}">
                  <a16:creationId xmlns:a16="http://schemas.microsoft.com/office/drawing/2014/main" id="{4D8768B2-DA7E-8C75-3E82-628D3666699E}"/>
                </a:ext>
              </a:extLst>
            </p:cNvPr>
            <p:cNvSpPr/>
            <p:nvPr/>
          </p:nvSpPr>
          <p:spPr>
            <a:xfrm>
              <a:off x="3503750" y="3218775"/>
              <a:ext cx="1174300" cy="997175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1">
              <a:extLst>
                <a:ext uri="{FF2B5EF4-FFF2-40B4-BE49-F238E27FC236}">
                  <a16:creationId xmlns:a16="http://schemas.microsoft.com/office/drawing/2014/main" id="{7A6901B2-EC70-A666-22CD-CA2B76FBED89}"/>
                </a:ext>
              </a:extLst>
            </p:cNvPr>
            <p:cNvSpPr/>
            <p:nvPr/>
          </p:nvSpPr>
          <p:spPr>
            <a:xfrm>
              <a:off x="3502275" y="3292450"/>
              <a:ext cx="1155375" cy="92457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1">
              <a:extLst>
                <a:ext uri="{FF2B5EF4-FFF2-40B4-BE49-F238E27FC236}">
                  <a16:creationId xmlns:a16="http://schemas.microsoft.com/office/drawing/2014/main" id="{613507E6-1547-CF21-C067-CC40A53D8F81}"/>
                </a:ext>
              </a:extLst>
            </p:cNvPr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1">
              <a:extLst>
                <a:ext uri="{FF2B5EF4-FFF2-40B4-BE49-F238E27FC236}">
                  <a16:creationId xmlns:a16="http://schemas.microsoft.com/office/drawing/2014/main" id="{EB5F21B0-4C17-E82F-F29B-4E5EB0A0AA1E}"/>
                </a:ext>
              </a:extLst>
            </p:cNvPr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1">
              <a:extLst>
                <a:ext uri="{FF2B5EF4-FFF2-40B4-BE49-F238E27FC236}">
                  <a16:creationId xmlns:a16="http://schemas.microsoft.com/office/drawing/2014/main" id="{912A3B87-1432-0F31-8623-F88FD1E5D56C}"/>
                </a:ext>
              </a:extLst>
            </p:cNvPr>
            <p:cNvSpPr/>
            <p:nvPr/>
          </p:nvSpPr>
          <p:spPr>
            <a:xfrm>
              <a:off x="3937225" y="3272500"/>
              <a:ext cx="241475" cy="223800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1">
              <a:extLst>
                <a:ext uri="{FF2B5EF4-FFF2-40B4-BE49-F238E27FC236}">
                  <a16:creationId xmlns:a16="http://schemas.microsoft.com/office/drawing/2014/main" id="{934B2872-308A-6E0D-1B53-BFEFF1E080FC}"/>
                </a:ext>
              </a:extLst>
            </p:cNvPr>
            <p:cNvSpPr/>
            <p:nvPr/>
          </p:nvSpPr>
          <p:spPr>
            <a:xfrm>
              <a:off x="3672925" y="3396275"/>
              <a:ext cx="267525" cy="219150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1">
              <a:extLst>
                <a:ext uri="{FF2B5EF4-FFF2-40B4-BE49-F238E27FC236}">
                  <a16:creationId xmlns:a16="http://schemas.microsoft.com/office/drawing/2014/main" id="{2CE770CD-D73A-AECF-7DCF-12A6FC64C56E}"/>
                </a:ext>
              </a:extLst>
            </p:cNvPr>
            <p:cNvSpPr/>
            <p:nvPr/>
          </p:nvSpPr>
          <p:spPr>
            <a:xfrm>
              <a:off x="3693700" y="3683175"/>
              <a:ext cx="296650" cy="24367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1">
              <a:extLst>
                <a:ext uri="{FF2B5EF4-FFF2-40B4-BE49-F238E27FC236}">
                  <a16:creationId xmlns:a16="http://schemas.microsoft.com/office/drawing/2014/main" id="{CABB92C7-327B-169A-CF3A-9DA3C60EB77E}"/>
                </a:ext>
              </a:extLst>
            </p:cNvPr>
            <p:cNvSpPr/>
            <p:nvPr/>
          </p:nvSpPr>
          <p:spPr>
            <a:xfrm>
              <a:off x="4051550" y="3806075"/>
              <a:ext cx="278725" cy="279350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1">
              <a:extLst>
                <a:ext uri="{FF2B5EF4-FFF2-40B4-BE49-F238E27FC236}">
                  <a16:creationId xmlns:a16="http://schemas.microsoft.com/office/drawing/2014/main" id="{40E2A86E-E879-1263-F32E-A7B99CD222C4}"/>
                </a:ext>
              </a:extLst>
            </p:cNvPr>
            <p:cNvSpPr/>
            <p:nvPr/>
          </p:nvSpPr>
          <p:spPr>
            <a:xfrm>
              <a:off x="4311675" y="3673800"/>
              <a:ext cx="296825" cy="25870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1">
              <a:extLst>
                <a:ext uri="{FF2B5EF4-FFF2-40B4-BE49-F238E27FC236}">
                  <a16:creationId xmlns:a16="http://schemas.microsoft.com/office/drawing/2014/main" id="{378A51B2-19DB-F842-94BC-DDAA159741DA}"/>
                </a:ext>
              </a:extLst>
            </p:cNvPr>
            <p:cNvSpPr/>
            <p:nvPr/>
          </p:nvSpPr>
          <p:spPr>
            <a:xfrm>
              <a:off x="4234725" y="3403275"/>
              <a:ext cx="267050" cy="221800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1">
              <a:extLst>
                <a:ext uri="{FF2B5EF4-FFF2-40B4-BE49-F238E27FC236}">
                  <a16:creationId xmlns:a16="http://schemas.microsoft.com/office/drawing/2014/main" id="{81FE6584-EC44-55B0-2DD0-193339A136FF}"/>
                </a:ext>
              </a:extLst>
            </p:cNvPr>
            <p:cNvSpPr/>
            <p:nvPr/>
          </p:nvSpPr>
          <p:spPr>
            <a:xfrm>
              <a:off x="4027700" y="3566800"/>
              <a:ext cx="189350" cy="161850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1">
              <a:extLst>
                <a:ext uri="{FF2B5EF4-FFF2-40B4-BE49-F238E27FC236}">
                  <a16:creationId xmlns:a16="http://schemas.microsoft.com/office/drawing/2014/main" id="{7E06785A-8F65-9CED-E948-9E0ABEC5E1F3}"/>
                </a:ext>
              </a:extLst>
            </p:cNvPr>
            <p:cNvSpPr/>
            <p:nvPr/>
          </p:nvSpPr>
          <p:spPr>
            <a:xfrm>
              <a:off x="3796600" y="3346750"/>
              <a:ext cx="638775" cy="639525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" name="Google Shape;1048;p31">
            <a:extLst>
              <a:ext uri="{FF2B5EF4-FFF2-40B4-BE49-F238E27FC236}">
                <a16:creationId xmlns:a16="http://schemas.microsoft.com/office/drawing/2014/main" id="{5A66AF2B-6D02-B2BB-FFDD-44C027858F04}"/>
              </a:ext>
            </a:extLst>
          </p:cNvPr>
          <p:cNvSpPr/>
          <p:nvPr/>
        </p:nvSpPr>
        <p:spPr>
          <a:xfrm rot="3391622">
            <a:off x="8780552" y="4920052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9" name="Google Shape;1049;p31">
            <a:extLst>
              <a:ext uri="{FF2B5EF4-FFF2-40B4-BE49-F238E27FC236}">
                <a16:creationId xmlns:a16="http://schemas.microsoft.com/office/drawing/2014/main" id="{E2A64839-FB6C-8B20-37B3-0C69337266FB}"/>
              </a:ext>
            </a:extLst>
          </p:cNvPr>
          <p:cNvGrpSpPr/>
          <p:nvPr/>
        </p:nvGrpSpPr>
        <p:grpSpPr>
          <a:xfrm>
            <a:off x="7339468" y="308176"/>
            <a:ext cx="1431589" cy="840949"/>
            <a:chOff x="3285175" y="1554625"/>
            <a:chExt cx="1458275" cy="856625"/>
          </a:xfrm>
        </p:grpSpPr>
        <p:sp>
          <p:nvSpPr>
            <p:cNvPr id="1050" name="Google Shape;1050;p31">
              <a:extLst>
                <a:ext uri="{FF2B5EF4-FFF2-40B4-BE49-F238E27FC236}">
                  <a16:creationId xmlns:a16="http://schemas.microsoft.com/office/drawing/2014/main" id="{8A1776E3-686A-9D15-EF9B-84FDC2998B8B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1">
              <a:extLst>
                <a:ext uri="{FF2B5EF4-FFF2-40B4-BE49-F238E27FC236}">
                  <a16:creationId xmlns:a16="http://schemas.microsoft.com/office/drawing/2014/main" id="{FE152CF5-F4AF-D3EE-3C1A-CB0E29E18B3B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1">
              <a:extLst>
                <a:ext uri="{FF2B5EF4-FFF2-40B4-BE49-F238E27FC236}">
                  <a16:creationId xmlns:a16="http://schemas.microsoft.com/office/drawing/2014/main" id="{30D20A21-8FBB-AB64-9F97-458D336BD4E2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1">
              <a:extLst>
                <a:ext uri="{FF2B5EF4-FFF2-40B4-BE49-F238E27FC236}">
                  <a16:creationId xmlns:a16="http://schemas.microsoft.com/office/drawing/2014/main" id="{F7453E5F-C9E4-3E4E-FCCF-EE20008BF8F3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1">
              <a:extLst>
                <a:ext uri="{FF2B5EF4-FFF2-40B4-BE49-F238E27FC236}">
                  <a16:creationId xmlns:a16="http://schemas.microsoft.com/office/drawing/2014/main" id="{13E06DC1-B736-22CC-5B6A-63324C8F01CE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1">
              <a:extLst>
                <a:ext uri="{FF2B5EF4-FFF2-40B4-BE49-F238E27FC236}">
                  <a16:creationId xmlns:a16="http://schemas.microsoft.com/office/drawing/2014/main" id="{AA3A9E3C-8CE9-4E1C-9D99-73463AF6A356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1">
              <a:extLst>
                <a:ext uri="{FF2B5EF4-FFF2-40B4-BE49-F238E27FC236}">
                  <a16:creationId xmlns:a16="http://schemas.microsoft.com/office/drawing/2014/main" id="{7EE36C2C-4245-9E6A-8B36-10B25E260F63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1">
              <a:extLst>
                <a:ext uri="{FF2B5EF4-FFF2-40B4-BE49-F238E27FC236}">
                  <a16:creationId xmlns:a16="http://schemas.microsoft.com/office/drawing/2014/main" id="{EFE3AF45-6867-0301-54C9-746F1723DA30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>
              <a:extLst>
                <a:ext uri="{FF2B5EF4-FFF2-40B4-BE49-F238E27FC236}">
                  <a16:creationId xmlns:a16="http://schemas.microsoft.com/office/drawing/2014/main" id="{585C852F-B7A2-1EC8-7750-5AB2865079FF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>
              <a:extLst>
                <a:ext uri="{FF2B5EF4-FFF2-40B4-BE49-F238E27FC236}">
                  <a16:creationId xmlns:a16="http://schemas.microsoft.com/office/drawing/2014/main" id="{63DDB3E1-1A39-8188-E0D3-3D98323F6E0C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>
              <a:extLst>
                <a:ext uri="{FF2B5EF4-FFF2-40B4-BE49-F238E27FC236}">
                  <a16:creationId xmlns:a16="http://schemas.microsoft.com/office/drawing/2014/main" id="{C2150206-48B6-0507-5700-3671009C11E3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1">
              <a:extLst>
                <a:ext uri="{FF2B5EF4-FFF2-40B4-BE49-F238E27FC236}">
                  <a16:creationId xmlns:a16="http://schemas.microsoft.com/office/drawing/2014/main" id="{105D3EC4-84B0-FB00-9217-D242BB93D359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1">
              <a:extLst>
                <a:ext uri="{FF2B5EF4-FFF2-40B4-BE49-F238E27FC236}">
                  <a16:creationId xmlns:a16="http://schemas.microsoft.com/office/drawing/2014/main" id="{9EAA69D3-F87F-EEC6-6C47-889ED7336B0C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1">
              <a:extLst>
                <a:ext uri="{FF2B5EF4-FFF2-40B4-BE49-F238E27FC236}">
                  <a16:creationId xmlns:a16="http://schemas.microsoft.com/office/drawing/2014/main" id="{01DC7B34-8359-755D-5CB5-D19AD01B3A2C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1">
              <a:extLst>
                <a:ext uri="{FF2B5EF4-FFF2-40B4-BE49-F238E27FC236}">
                  <a16:creationId xmlns:a16="http://schemas.microsoft.com/office/drawing/2014/main" id="{B6BBA258-6894-FC2C-AF45-567E7403CF16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87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8" name="Google Shape;2948;p48"/>
          <p:cNvSpPr txBox="1">
            <a:spLocks noGrp="1"/>
          </p:cNvSpPr>
          <p:nvPr>
            <p:ph type="title"/>
          </p:nvPr>
        </p:nvSpPr>
        <p:spPr>
          <a:xfrm>
            <a:off x="516800" y="3586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dirty="0">
                <a:solidFill>
                  <a:schemeClr val="bg1">
                    <a:lumMod val="60000"/>
                    <a:lumOff val="40000"/>
                  </a:schemeClr>
                </a:solidFill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设计背景</a:t>
            </a:r>
            <a:endParaRPr sz="4400" dirty="0">
              <a:solidFill>
                <a:schemeClr val="bg1">
                  <a:lumMod val="60000"/>
                  <a:lumOff val="40000"/>
                </a:schemeClr>
              </a:solidFill>
              <a:latin typeface="ID初心少女体简" panose="02010509060101010101" pitchFamily="49" charset="-122"/>
              <a:ea typeface="ID初心少女体简" panose="02010509060101010101" pitchFamily="49" charset="-122"/>
            </a:endParaRPr>
          </a:p>
        </p:txBody>
      </p:sp>
      <p:grpSp>
        <p:nvGrpSpPr>
          <p:cNvPr id="2949" name="Google Shape;2949;p48"/>
          <p:cNvGrpSpPr/>
          <p:nvPr/>
        </p:nvGrpSpPr>
        <p:grpSpPr>
          <a:xfrm rot="-570253">
            <a:off x="6895510" y="452542"/>
            <a:ext cx="1688730" cy="1344196"/>
            <a:chOff x="6170914" y="3120997"/>
            <a:chExt cx="1788606" cy="1423695"/>
          </a:xfrm>
        </p:grpSpPr>
        <p:sp>
          <p:nvSpPr>
            <p:cNvPr id="2950" name="Google Shape;2950;p48"/>
            <p:cNvSpPr/>
            <p:nvPr/>
          </p:nvSpPr>
          <p:spPr>
            <a:xfrm>
              <a:off x="6170914" y="3120997"/>
              <a:ext cx="1788606" cy="1423695"/>
            </a:xfrm>
            <a:custGeom>
              <a:avLst/>
              <a:gdLst/>
              <a:ahLst/>
              <a:cxnLst/>
              <a:rect l="l" t="t" r="r" b="b"/>
              <a:pathLst>
                <a:path w="58715" h="46736" extrusionOk="0">
                  <a:moveTo>
                    <a:pt x="33016" y="1"/>
                  </a:moveTo>
                  <a:cubicBezTo>
                    <a:pt x="32593" y="1"/>
                    <a:pt x="32180" y="187"/>
                    <a:pt x="31895" y="512"/>
                  </a:cubicBezTo>
                  <a:lnTo>
                    <a:pt x="25748" y="7593"/>
                  </a:lnTo>
                  <a:cubicBezTo>
                    <a:pt x="23545" y="8665"/>
                    <a:pt x="21814" y="10524"/>
                    <a:pt x="20909" y="12815"/>
                  </a:cubicBezTo>
                  <a:cubicBezTo>
                    <a:pt x="19309" y="8819"/>
                    <a:pt x="15533" y="6572"/>
                    <a:pt x="11669" y="6572"/>
                  </a:cubicBezTo>
                  <a:cubicBezTo>
                    <a:pt x="9380" y="6572"/>
                    <a:pt x="7061" y="7360"/>
                    <a:pt x="5144" y="9039"/>
                  </a:cubicBezTo>
                  <a:cubicBezTo>
                    <a:pt x="1" y="13553"/>
                    <a:pt x="856" y="21794"/>
                    <a:pt x="6826" y="25158"/>
                  </a:cubicBezTo>
                  <a:cubicBezTo>
                    <a:pt x="6718" y="25728"/>
                    <a:pt x="6659" y="26318"/>
                    <a:pt x="6629" y="26899"/>
                  </a:cubicBezTo>
                  <a:lnTo>
                    <a:pt x="5272" y="26899"/>
                  </a:lnTo>
                  <a:cubicBezTo>
                    <a:pt x="4731" y="26899"/>
                    <a:pt x="4239" y="27194"/>
                    <a:pt x="3974" y="27666"/>
                  </a:cubicBezTo>
                  <a:lnTo>
                    <a:pt x="3335" y="27666"/>
                  </a:lnTo>
                  <a:cubicBezTo>
                    <a:pt x="2518" y="27666"/>
                    <a:pt x="1859" y="28325"/>
                    <a:pt x="1859" y="29141"/>
                  </a:cubicBezTo>
                  <a:lnTo>
                    <a:pt x="1859" y="31078"/>
                  </a:lnTo>
                  <a:cubicBezTo>
                    <a:pt x="1859" y="31895"/>
                    <a:pt x="2518" y="32563"/>
                    <a:pt x="3335" y="32563"/>
                  </a:cubicBezTo>
                  <a:lnTo>
                    <a:pt x="3954" y="32563"/>
                  </a:lnTo>
                  <a:cubicBezTo>
                    <a:pt x="4200" y="33075"/>
                    <a:pt x="4711" y="33399"/>
                    <a:pt x="5272" y="33399"/>
                  </a:cubicBezTo>
                  <a:lnTo>
                    <a:pt x="6905" y="33399"/>
                  </a:lnTo>
                  <a:lnTo>
                    <a:pt x="6905" y="39054"/>
                  </a:lnTo>
                  <a:cubicBezTo>
                    <a:pt x="6905" y="40018"/>
                    <a:pt x="7691" y="40805"/>
                    <a:pt x="8665" y="40805"/>
                  </a:cubicBezTo>
                  <a:lnTo>
                    <a:pt x="13346" y="40805"/>
                  </a:lnTo>
                  <a:cubicBezTo>
                    <a:pt x="14251" y="41464"/>
                    <a:pt x="15225" y="42034"/>
                    <a:pt x="16238" y="42526"/>
                  </a:cubicBezTo>
                  <a:cubicBezTo>
                    <a:pt x="18765" y="43765"/>
                    <a:pt x="21785" y="44572"/>
                    <a:pt x="25001" y="44886"/>
                  </a:cubicBezTo>
                  <a:cubicBezTo>
                    <a:pt x="25925" y="46057"/>
                    <a:pt x="27322" y="46735"/>
                    <a:pt x="28807" y="46735"/>
                  </a:cubicBezTo>
                  <a:cubicBezTo>
                    <a:pt x="30370" y="46725"/>
                    <a:pt x="31836" y="45968"/>
                    <a:pt x="32760" y="44700"/>
                  </a:cubicBezTo>
                  <a:cubicBezTo>
                    <a:pt x="33478" y="44601"/>
                    <a:pt x="34167" y="44473"/>
                    <a:pt x="34816" y="44336"/>
                  </a:cubicBezTo>
                  <a:cubicBezTo>
                    <a:pt x="40628" y="43077"/>
                    <a:pt x="45624" y="40471"/>
                    <a:pt x="49293" y="36783"/>
                  </a:cubicBezTo>
                  <a:cubicBezTo>
                    <a:pt x="49342" y="36743"/>
                    <a:pt x="49381" y="36694"/>
                    <a:pt x="49420" y="36665"/>
                  </a:cubicBezTo>
                  <a:cubicBezTo>
                    <a:pt x="49951" y="36114"/>
                    <a:pt x="50463" y="35543"/>
                    <a:pt x="50935" y="34963"/>
                  </a:cubicBezTo>
                  <a:cubicBezTo>
                    <a:pt x="52489" y="33055"/>
                    <a:pt x="53748" y="30931"/>
                    <a:pt x="54662" y="28649"/>
                  </a:cubicBezTo>
                  <a:cubicBezTo>
                    <a:pt x="54829" y="28246"/>
                    <a:pt x="54987" y="27813"/>
                    <a:pt x="55125" y="27381"/>
                  </a:cubicBezTo>
                  <a:cubicBezTo>
                    <a:pt x="55223" y="27085"/>
                    <a:pt x="55311" y="26810"/>
                    <a:pt x="55390" y="26564"/>
                  </a:cubicBezTo>
                  <a:cubicBezTo>
                    <a:pt x="55675" y="25581"/>
                    <a:pt x="55911" y="24578"/>
                    <a:pt x="56069" y="23555"/>
                  </a:cubicBezTo>
                  <a:cubicBezTo>
                    <a:pt x="56315" y="22011"/>
                    <a:pt x="56393" y="20437"/>
                    <a:pt x="56324" y="18873"/>
                  </a:cubicBezTo>
                  <a:cubicBezTo>
                    <a:pt x="58714" y="16326"/>
                    <a:pt x="57731" y="12176"/>
                    <a:pt x="54456" y="10976"/>
                  </a:cubicBezTo>
                  <a:cubicBezTo>
                    <a:pt x="53777" y="9442"/>
                    <a:pt x="52931" y="7986"/>
                    <a:pt x="51928" y="6649"/>
                  </a:cubicBezTo>
                  <a:cubicBezTo>
                    <a:pt x="50473" y="4702"/>
                    <a:pt x="48830" y="3207"/>
                    <a:pt x="47070" y="2223"/>
                  </a:cubicBezTo>
                  <a:cubicBezTo>
                    <a:pt x="45064" y="1112"/>
                    <a:pt x="42634" y="522"/>
                    <a:pt x="40058" y="522"/>
                  </a:cubicBezTo>
                  <a:cubicBezTo>
                    <a:pt x="39104" y="522"/>
                    <a:pt x="38150" y="601"/>
                    <a:pt x="37206" y="748"/>
                  </a:cubicBezTo>
                  <a:cubicBezTo>
                    <a:pt x="36930" y="797"/>
                    <a:pt x="36635" y="846"/>
                    <a:pt x="36340" y="905"/>
                  </a:cubicBezTo>
                  <a:cubicBezTo>
                    <a:pt x="34491" y="217"/>
                    <a:pt x="33301" y="20"/>
                    <a:pt x="33252" y="20"/>
                  </a:cubicBezTo>
                  <a:cubicBezTo>
                    <a:pt x="33173" y="10"/>
                    <a:pt x="33095" y="1"/>
                    <a:pt x="33016" y="1"/>
                  </a:cubicBezTo>
                  <a:close/>
                </a:path>
              </a:pathLst>
            </a:cu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48"/>
            <p:cNvSpPr/>
            <p:nvPr/>
          </p:nvSpPr>
          <p:spPr>
            <a:xfrm>
              <a:off x="6404897" y="3180825"/>
              <a:ext cx="1459337" cy="1266143"/>
            </a:xfrm>
            <a:custGeom>
              <a:avLst/>
              <a:gdLst/>
              <a:ahLst/>
              <a:cxnLst/>
              <a:rect l="l" t="t" r="r" b="b"/>
              <a:pathLst>
                <a:path w="47906" h="41564" extrusionOk="0">
                  <a:moveTo>
                    <a:pt x="32498" y="1"/>
                  </a:moveTo>
                  <a:cubicBezTo>
                    <a:pt x="31621" y="1"/>
                    <a:pt x="30742" y="73"/>
                    <a:pt x="29879" y="210"/>
                  </a:cubicBezTo>
                  <a:cubicBezTo>
                    <a:pt x="29475" y="279"/>
                    <a:pt x="29062" y="367"/>
                    <a:pt x="28659" y="456"/>
                  </a:cubicBezTo>
                  <a:cubicBezTo>
                    <a:pt x="28226" y="564"/>
                    <a:pt x="27784" y="682"/>
                    <a:pt x="27390" y="820"/>
                  </a:cubicBezTo>
                  <a:cubicBezTo>
                    <a:pt x="26987" y="948"/>
                    <a:pt x="26594" y="1105"/>
                    <a:pt x="26210" y="1272"/>
                  </a:cubicBezTo>
                  <a:cubicBezTo>
                    <a:pt x="26004" y="1361"/>
                    <a:pt x="25797" y="1459"/>
                    <a:pt x="25600" y="1567"/>
                  </a:cubicBezTo>
                  <a:cubicBezTo>
                    <a:pt x="25158" y="1784"/>
                    <a:pt x="24735" y="2039"/>
                    <a:pt x="24332" y="2325"/>
                  </a:cubicBezTo>
                  <a:cubicBezTo>
                    <a:pt x="24174" y="2433"/>
                    <a:pt x="24017" y="2551"/>
                    <a:pt x="23860" y="2679"/>
                  </a:cubicBezTo>
                  <a:cubicBezTo>
                    <a:pt x="22168" y="4006"/>
                    <a:pt x="20988" y="5845"/>
                    <a:pt x="19837" y="7684"/>
                  </a:cubicBezTo>
                  <a:cubicBezTo>
                    <a:pt x="19670" y="7960"/>
                    <a:pt x="19503" y="8225"/>
                    <a:pt x="19326" y="8501"/>
                  </a:cubicBezTo>
                  <a:cubicBezTo>
                    <a:pt x="19159" y="8776"/>
                    <a:pt x="18991" y="9042"/>
                    <a:pt x="18814" y="9317"/>
                  </a:cubicBezTo>
                  <a:cubicBezTo>
                    <a:pt x="18667" y="9543"/>
                    <a:pt x="18519" y="9769"/>
                    <a:pt x="18372" y="9996"/>
                  </a:cubicBezTo>
                  <a:cubicBezTo>
                    <a:pt x="18165" y="10291"/>
                    <a:pt x="17949" y="10586"/>
                    <a:pt x="17742" y="10881"/>
                  </a:cubicBezTo>
                  <a:cubicBezTo>
                    <a:pt x="16798" y="12130"/>
                    <a:pt x="15736" y="13231"/>
                    <a:pt x="14349" y="14008"/>
                  </a:cubicBezTo>
                  <a:cubicBezTo>
                    <a:pt x="11851" y="15395"/>
                    <a:pt x="8803" y="15385"/>
                    <a:pt x="6196" y="16546"/>
                  </a:cubicBezTo>
                  <a:cubicBezTo>
                    <a:pt x="4003" y="17529"/>
                    <a:pt x="2253" y="19289"/>
                    <a:pt x="1289" y="21492"/>
                  </a:cubicBezTo>
                  <a:cubicBezTo>
                    <a:pt x="0" y="24463"/>
                    <a:pt x="541" y="28249"/>
                    <a:pt x="1663" y="31180"/>
                  </a:cubicBezTo>
                  <a:cubicBezTo>
                    <a:pt x="3098" y="34917"/>
                    <a:pt x="5892" y="37533"/>
                    <a:pt x="9314" y="39195"/>
                  </a:cubicBezTo>
                  <a:cubicBezTo>
                    <a:pt x="12687" y="40834"/>
                    <a:pt x="16666" y="41563"/>
                    <a:pt x="20556" y="41563"/>
                  </a:cubicBezTo>
                  <a:cubicBezTo>
                    <a:pt x="22757" y="41563"/>
                    <a:pt x="24929" y="41330"/>
                    <a:pt x="26948" y="40896"/>
                  </a:cubicBezTo>
                  <a:cubicBezTo>
                    <a:pt x="32072" y="39775"/>
                    <a:pt x="36930" y="37513"/>
                    <a:pt x="40667" y="33766"/>
                  </a:cubicBezTo>
                  <a:cubicBezTo>
                    <a:pt x="40707" y="33717"/>
                    <a:pt x="40756" y="33678"/>
                    <a:pt x="40795" y="33629"/>
                  </a:cubicBezTo>
                  <a:cubicBezTo>
                    <a:pt x="41307" y="33107"/>
                    <a:pt x="40185" y="31435"/>
                    <a:pt x="40628" y="30885"/>
                  </a:cubicBezTo>
                  <a:cubicBezTo>
                    <a:pt x="41228" y="30157"/>
                    <a:pt x="41513" y="29242"/>
                    <a:pt x="41690" y="28328"/>
                  </a:cubicBezTo>
                  <a:cubicBezTo>
                    <a:pt x="41857" y="27511"/>
                    <a:pt x="41946" y="26675"/>
                    <a:pt x="42152" y="25859"/>
                  </a:cubicBezTo>
                  <a:cubicBezTo>
                    <a:pt x="42211" y="25564"/>
                    <a:pt x="42339" y="25279"/>
                    <a:pt x="42526" y="25043"/>
                  </a:cubicBezTo>
                  <a:cubicBezTo>
                    <a:pt x="42723" y="24826"/>
                    <a:pt x="43018" y="24699"/>
                    <a:pt x="43264" y="24531"/>
                  </a:cubicBezTo>
                  <a:cubicBezTo>
                    <a:pt x="43637" y="24286"/>
                    <a:pt x="43942" y="23931"/>
                    <a:pt x="44139" y="23518"/>
                  </a:cubicBezTo>
                  <a:cubicBezTo>
                    <a:pt x="44257" y="23253"/>
                    <a:pt x="44336" y="22968"/>
                    <a:pt x="44473" y="22722"/>
                  </a:cubicBezTo>
                  <a:cubicBezTo>
                    <a:pt x="44788" y="22161"/>
                    <a:pt x="45378" y="22112"/>
                    <a:pt x="45949" y="22014"/>
                  </a:cubicBezTo>
                  <a:cubicBezTo>
                    <a:pt x="46372" y="21945"/>
                    <a:pt x="46962" y="21837"/>
                    <a:pt x="47040" y="21325"/>
                  </a:cubicBezTo>
                  <a:cubicBezTo>
                    <a:pt x="47906" y="15887"/>
                    <a:pt x="46686" y="10222"/>
                    <a:pt x="43185" y="5541"/>
                  </a:cubicBezTo>
                  <a:cubicBezTo>
                    <a:pt x="41995" y="3937"/>
                    <a:pt x="40549" y="2502"/>
                    <a:pt x="38799" y="1518"/>
                  </a:cubicBezTo>
                  <a:cubicBezTo>
                    <a:pt x="36905" y="462"/>
                    <a:pt x="34708" y="1"/>
                    <a:pt x="32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48"/>
            <p:cNvSpPr/>
            <p:nvPr/>
          </p:nvSpPr>
          <p:spPr>
            <a:xfrm>
              <a:off x="6695814" y="3784957"/>
              <a:ext cx="235810" cy="206475"/>
            </a:xfrm>
            <a:custGeom>
              <a:avLst/>
              <a:gdLst/>
              <a:ahLst/>
              <a:cxnLst/>
              <a:rect l="l" t="t" r="r" b="b"/>
              <a:pathLst>
                <a:path w="7741" h="6778" extrusionOk="0">
                  <a:moveTo>
                    <a:pt x="3867" y="0"/>
                  </a:moveTo>
                  <a:cubicBezTo>
                    <a:pt x="3328" y="0"/>
                    <a:pt x="2781" y="129"/>
                    <a:pt x="2272" y="402"/>
                  </a:cubicBezTo>
                  <a:cubicBezTo>
                    <a:pt x="620" y="1287"/>
                    <a:pt x="0" y="3342"/>
                    <a:pt x="885" y="4985"/>
                  </a:cubicBezTo>
                  <a:cubicBezTo>
                    <a:pt x="1498" y="6129"/>
                    <a:pt x="2668" y="6778"/>
                    <a:pt x="3878" y="6778"/>
                  </a:cubicBezTo>
                  <a:cubicBezTo>
                    <a:pt x="4415" y="6778"/>
                    <a:pt x="4960" y="6650"/>
                    <a:pt x="5468" y="6381"/>
                  </a:cubicBezTo>
                  <a:cubicBezTo>
                    <a:pt x="7120" y="5496"/>
                    <a:pt x="7740" y="3441"/>
                    <a:pt x="6855" y="1788"/>
                  </a:cubicBezTo>
                  <a:cubicBezTo>
                    <a:pt x="6249" y="652"/>
                    <a:pt x="5078" y="0"/>
                    <a:pt x="38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48"/>
            <p:cNvSpPr/>
            <p:nvPr/>
          </p:nvSpPr>
          <p:spPr>
            <a:xfrm>
              <a:off x="7673661" y="3490476"/>
              <a:ext cx="216649" cy="206292"/>
            </a:xfrm>
            <a:custGeom>
              <a:avLst/>
              <a:gdLst/>
              <a:ahLst/>
              <a:cxnLst/>
              <a:rect l="l" t="t" r="r" b="b"/>
              <a:pathLst>
                <a:path w="7112" h="6772" extrusionOk="0">
                  <a:moveTo>
                    <a:pt x="3569" y="0"/>
                  </a:moveTo>
                  <a:cubicBezTo>
                    <a:pt x="3456" y="0"/>
                    <a:pt x="3342" y="6"/>
                    <a:pt x="3227" y="18"/>
                  </a:cubicBezTo>
                  <a:cubicBezTo>
                    <a:pt x="1358" y="195"/>
                    <a:pt x="1" y="1857"/>
                    <a:pt x="188" y="3715"/>
                  </a:cubicBezTo>
                  <a:cubicBezTo>
                    <a:pt x="354" y="5469"/>
                    <a:pt x="1827" y="6772"/>
                    <a:pt x="3544" y="6772"/>
                  </a:cubicBezTo>
                  <a:cubicBezTo>
                    <a:pt x="3657" y="6772"/>
                    <a:pt x="3771" y="6766"/>
                    <a:pt x="3886" y="6754"/>
                  </a:cubicBezTo>
                  <a:cubicBezTo>
                    <a:pt x="5754" y="6577"/>
                    <a:pt x="7111" y="4915"/>
                    <a:pt x="6925" y="3056"/>
                  </a:cubicBezTo>
                  <a:cubicBezTo>
                    <a:pt x="6758" y="1303"/>
                    <a:pt x="5285" y="0"/>
                    <a:pt x="3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48"/>
            <p:cNvSpPr/>
            <p:nvPr/>
          </p:nvSpPr>
          <p:spPr>
            <a:xfrm>
              <a:off x="6934884" y="4291943"/>
              <a:ext cx="234318" cy="206444"/>
            </a:xfrm>
            <a:custGeom>
              <a:avLst/>
              <a:gdLst/>
              <a:ahLst/>
              <a:cxnLst/>
              <a:rect l="l" t="t" r="r" b="b"/>
              <a:pathLst>
                <a:path w="7692" h="6777" extrusionOk="0">
                  <a:moveTo>
                    <a:pt x="3850" y="1"/>
                  </a:moveTo>
                  <a:cubicBezTo>
                    <a:pt x="3415" y="1"/>
                    <a:pt x="2974" y="85"/>
                    <a:pt x="2547" y="261"/>
                  </a:cubicBezTo>
                  <a:cubicBezTo>
                    <a:pt x="826" y="969"/>
                    <a:pt x="0" y="2956"/>
                    <a:pt x="718" y="4687"/>
                  </a:cubicBezTo>
                  <a:cubicBezTo>
                    <a:pt x="1259" y="5992"/>
                    <a:pt x="2516" y="6777"/>
                    <a:pt x="3843" y="6777"/>
                  </a:cubicBezTo>
                  <a:cubicBezTo>
                    <a:pt x="4277" y="6777"/>
                    <a:pt x="4718" y="6693"/>
                    <a:pt x="5144" y="6516"/>
                  </a:cubicBezTo>
                  <a:cubicBezTo>
                    <a:pt x="6875" y="5798"/>
                    <a:pt x="7691" y="3821"/>
                    <a:pt x="6983" y="2091"/>
                  </a:cubicBezTo>
                  <a:cubicBezTo>
                    <a:pt x="6442" y="786"/>
                    <a:pt x="5180" y="1"/>
                    <a:pt x="38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48"/>
            <p:cNvSpPr/>
            <p:nvPr/>
          </p:nvSpPr>
          <p:spPr>
            <a:xfrm>
              <a:off x="6902228" y="3165046"/>
              <a:ext cx="935656" cy="1085135"/>
            </a:xfrm>
            <a:custGeom>
              <a:avLst/>
              <a:gdLst/>
              <a:ahLst/>
              <a:cxnLst/>
              <a:rect l="l" t="t" r="r" b="b"/>
              <a:pathLst>
                <a:path w="30715" h="35622" extrusionOk="0">
                  <a:moveTo>
                    <a:pt x="9137" y="0"/>
                  </a:moveTo>
                  <a:lnTo>
                    <a:pt x="7809" y="1535"/>
                  </a:lnTo>
                  <a:lnTo>
                    <a:pt x="8006" y="2833"/>
                  </a:lnTo>
                  <a:lnTo>
                    <a:pt x="8734" y="7632"/>
                  </a:lnTo>
                  <a:lnTo>
                    <a:pt x="3501" y="8202"/>
                  </a:lnTo>
                  <a:lnTo>
                    <a:pt x="1839" y="8389"/>
                  </a:lnTo>
                  <a:lnTo>
                    <a:pt x="0" y="10504"/>
                  </a:lnTo>
                  <a:cubicBezTo>
                    <a:pt x="0" y="10504"/>
                    <a:pt x="541" y="10819"/>
                    <a:pt x="1407" y="11399"/>
                  </a:cubicBezTo>
                  <a:cubicBezTo>
                    <a:pt x="4396" y="13395"/>
                    <a:pt x="11379" y="18470"/>
                    <a:pt x="14261" y="24174"/>
                  </a:cubicBezTo>
                  <a:cubicBezTo>
                    <a:pt x="17988" y="31540"/>
                    <a:pt x="15638" y="35622"/>
                    <a:pt x="15638" y="35622"/>
                  </a:cubicBezTo>
                  <a:lnTo>
                    <a:pt x="24469" y="34147"/>
                  </a:lnTo>
                  <a:cubicBezTo>
                    <a:pt x="24971" y="33625"/>
                    <a:pt x="25453" y="33094"/>
                    <a:pt x="25895" y="32543"/>
                  </a:cubicBezTo>
                  <a:cubicBezTo>
                    <a:pt x="26751" y="31511"/>
                    <a:pt x="24686" y="28718"/>
                    <a:pt x="25325" y="27577"/>
                  </a:cubicBezTo>
                  <a:cubicBezTo>
                    <a:pt x="25807" y="26721"/>
                    <a:pt x="29033" y="27518"/>
                    <a:pt x="29396" y="26613"/>
                  </a:cubicBezTo>
                  <a:cubicBezTo>
                    <a:pt x="29554" y="26220"/>
                    <a:pt x="29701" y="25826"/>
                    <a:pt x="29829" y="25423"/>
                  </a:cubicBezTo>
                  <a:cubicBezTo>
                    <a:pt x="29928" y="25177"/>
                    <a:pt x="30006" y="24922"/>
                    <a:pt x="30075" y="24666"/>
                  </a:cubicBezTo>
                  <a:cubicBezTo>
                    <a:pt x="30350" y="23741"/>
                    <a:pt x="30567" y="22797"/>
                    <a:pt x="30714" y="21843"/>
                  </a:cubicBezTo>
                  <a:cubicBezTo>
                    <a:pt x="29878" y="19050"/>
                    <a:pt x="28659" y="16385"/>
                    <a:pt x="27115" y="13916"/>
                  </a:cubicBezTo>
                  <a:cubicBezTo>
                    <a:pt x="22119" y="5901"/>
                    <a:pt x="15992" y="2420"/>
                    <a:pt x="12333" y="974"/>
                  </a:cubicBezTo>
                  <a:cubicBezTo>
                    <a:pt x="10376" y="197"/>
                    <a:pt x="9137" y="0"/>
                    <a:pt x="9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48"/>
            <p:cNvSpPr/>
            <p:nvPr/>
          </p:nvSpPr>
          <p:spPr>
            <a:xfrm>
              <a:off x="6958553" y="3211775"/>
              <a:ext cx="839181" cy="976384"/>
            </a:xfrm>
            <a:custGeom>
              <a:avLst/>
              <a:gdLst/>
              <a:ahLst/>
              <a:cxnLst/>
              <a:rect l="l" t="t" r="r" b="b"/>
              <a:pathLst>
                <a:path w="27548" h="32052" extrusionOk="0">
                  <a:moveTo>
                    <a:pt x="5960" y="1"/>
                  </a:moveTo>
                  <a:lnTo>
                    <a:pt x="0" y="6855"/>
                  </a:lnTo>
                  <a:cubicBezTo>
                    <a:pt x="325" y="7032"/>
                    <a:pt x="718" y="7239"/>
                    <a:pt x="1151" y="7485"/>
                  </a:cubicBezTo>
                  <a:cubicBezTo>
                    <a:pt x="3954" y="9108"/>
                    <a:pt x="6530" y="11104"/>
                    <a:pt x="8792" y="13415"/>
                  </a:cubicBezTo>
                  <a:cubicBezTo>
                    <a:pt x="10081" y="14733"/>
                    <a:pt x="11271" y="16159"/>
                    <a:pt x="12333" y="17674"/>
                  </a:cubicBezTo>
                  <a:cubicBezTo>
                    <a:pt x="13346" y="19109"/>
                    <a:pt x="14231" y="20624"/>
                    <a:pt x="14988" y="22207"/>
                  </a:cubicBezTo>
                  <a:cubicBezTo>
                    <a:pt x="17732" y="28079"/>
                    <a:pt x="16985" y="32052"/>
                    <a:pt x="16985" y="32052"/>
                  </a:cubicBezTo>
                  <a:lnTo>
                    <a:pt x="24056" y="31009"/>
                  </a:lnTo>
                  <a:cubicBezTo>
                    <a:pt x="25512" y="29220"/>
                    <a:pt x="26692" y="27223"/>
                    <a:pt x="27547" y="25079"/>
                  </a:cubicBezTo>
                  <a:cubicBezTo>
                    <a:pt x="27164" y="22630"/>
                    <a:pt x="26505" y="20221"/>
                    <a:pt x="25571" y="17919"/>
                  </a:cubicBezTo>
                  <a:cubicBezTo>
                    <a:pt x="24931" y="16336"/>
                    <a:pt x="24194" y="14802"/>
                    <a:pt x="23358" y="13307"/>
                  </a:cubicBezTo>
                  <a:cubicBezTo>
                    <a:pt x="21765" y="10455"/>
                    <a:pt x="19562" y="8114"/>
                    <a:pt x="17241" y="6226"/>
                  </a:cubicBezTo>
                  <a:cubicBezTo>
                    <a:pt x="13690" y="3344"/>
                    <a:pt x="9855" y="1525"/>
                    <a:pt x="7416" y="551"/>
                  </a:cubicBezTo>
                  <a:cubicBezTo>
                    <a:pt x="6845" y="315"/>
                    <a:pt x="6353" y="138"/>
                    <a:pt x="59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48"/>
            <p:cNvSpPr/>
            <p:nvPr/>
          </p:nvSpPr>
          <p:spPr>
            <a:xfrm>
              <a:off x="7347103" y="3747732"/>
              <a:ext cx="411670" cy="179485"/>
            </a:xfrm>
            <a:custGeom>
              <a:avLst/>
              <a:gdLst/>
              <a:ahLst/>
              <a:cxnLst/>
              <a:rect l="l" t="t" r="r" b="b"/>
              <a:pathLst>
                <a:path w="13514" h="5892" extrusionOk="0">
                  <a:moveTo>
                    <a:pt x="13435" y="1"/>
                  </a:moveTo>
                  <a:cubicBezTo>
                    <a:pt x="8764" y="1388"/>
                    <a:pt x="4250" y="3276"/>
                    <a:pt x="1" y="5656"/>
                  </a:cubicBezTo>
                  <a:lnTo>
                    <a:pt x="129" y="5892"/>
                  </a:lnTo>
                  <a:cubicBezTo>
                    <a:pt x="4368" y="3522"/>
                    <a:pt x="8852" y="1633"/>
                    <a:pt x="13514" y="266"/>
                  </a:cubicBezTo>
                  <a:lnTo>
                    <a:pt x="134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48"/>
            <p:cNvSpPr/>
            <p:nvPr/>
          </p:nvSpPr>
          <p:spPr>
            <a:xfrm>
              <a:off x="7186840" y="3370545"/>
              <a:ext cx="339169" cy="291252"/>
            </a:xfrm>
            <a:custGeom>
              <a:avLst/>
              <a:gdLst/>
              <a:ahLst/>
              <a:cxnLst/>
              <a:rect l="l" t="t" r="r" b="b"/>
              <a:pathLst>
                <a:path w="11134" h="9561" extrusionOk="0">
                  <a:moveTo>
                    <a:pt x="10976" y="1"/>
                  </a:moveTo>
                  <a:cubicBezTo>
                    <a:pt x="6963" y="2686"/>
                    <a:pt x="3275" y="5833"/>
                    <a:pt x="0" y="9373"/>
                  </a:cubicBezTo>
                  <a:lnTo>
                    <a:pt x="197" y="9560"/>
                  </a:lnTo>
                  <a:cubicBezTo>
                    <a:pt x="3462" y="6030"/>
                    <a:pt x="7131" y="2902"/>
                    <a:pt x="11133" y="227"/>
                  </a:cubicBezTo>
                  <a:lnTo>
                    <a:pt x="109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48"/>
            <p:cNvSpPr/>
            <p:nvPr/>
          </p:nvSpPr>
          <p:spPr>
            <a:xfrm>
              <a:off x="7412415" y="4091409"/>
              <a:ext cx="45998" cy="39449"/>
            </a:xfrm>
            <a:custGeom>
              <a:avLst/>
              <a:gdLst/>
              <a:ahLst/>
              <a:cxnLst/>
              <a:rect l="l" t="t" r="r" b="b"/>
              <a:pathLst>
                <a:path w="1510" h="1295" extrusionOk="0">
                  <a:moveTo>
                    <a:pt x="737" y="0"/>
                  </a:moveTo>
                  <a:cubicBezTo>
                    <a:pt x="651" y="0"/>
                    <a:pt x="562" y="18"/>
                    <a:pt x="473" y="58"/>
                  </a:cubicBezTo>
                  <a:cubicBezTo>
                    <a:pt x="139" y="206"/>
                    <a:pt x="1" y="580"/>
                    <a:pt x="139" y="914"/>
                  </a:cubicBezTo>
                  <a:cubicBezTo>
                    <a:pt x="254" y="1169"/>
                    <a:pt x="493" y="1294"/>
                    <a:pt x="732" y="1294"/>
                  </a:cubicBezTo>
                  <a:cubicBezTo>
                    <a:pt x="983" y="1294"/>
                    <a:pt x="1233" y="1156"/>
                    <a:pt x="1338" y="884"/>
                  </a:cubicBezTo>
                  <a:cubicBezTo>
                    <a:pt x="1510" y="435"/>
                    <a:pt x="1160" y="0"/>
                    <a:pt x="737" y="0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48"/>
            <p:cNvSpPr/>
            <p:nvPr/>
          </p:nvSpPr>
          <p:spPr>
            <a:xfrm>
              <a:off x="7396544" y="4003921"/>
              <a:ext cx="45998" cy="39358"/>
            </a:xfrm>
            <a:custGeom>
              <a:avLst/>
              <a:gdLst/>
              <a:ahLst/>
              <a:cxnLst/>
              <a:rect l="l" t="t" r="r" b="b"/>
              <a:pathLst>
                <a:path w="1510" h="1292" extrusionOk="0">
                  <a:moveTo>
                    <a:pt x="741" y="0"/>
                  </a:moveTo>
                  <a:cubicBezTo>
                    <a:pt x="654" y="0"/>
                    <a:pt x="563" y="18"/>
                    <a:pt x="473" y="59"/>
                  </a:cubicBezTo>
                  <a:cubicBezTo>
                    <a:pt x="148" y="196"/>
                    <a:pt x="1" y="580"/>
                    <a:pt x="148" y="904"/>
                  </a:cubicBezTo>
                  <a:cubicBezTo>
                    <a:pt x="259" y="1164"/>
                    <a:pt x="496" y="1292"/>
                    <a:pt x="734" y="1292"/>
                  </a:cubicBezTo>
                  <a:cubicBezTo>
                    <a:pt x="983" y="1292"/>
                    <a:pt x="1233" y="1152"/>
                    <a:pt x="1338" y="875"/>
                  </a:cubicBezTo>
                  <a:cubicBezTo>
                    <a:pt x="1510" y="434"/>
                    <a:pt x="1166" y="0"/>
                    <a:pt x="741" y="0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48"/>
            <p:cNvSpPr/>
            <p:nvPr/>
          </p:nvSpPr>
          <p:spPr>
            <a:xfrm>
              <a:off x="7372874" y="3923317"/>
              <a:ext cx="46303" cy="39449"/>
            </a:xfrm>
            <a:custGeom>
              <a:avLst/>
              <a:gdLst/>
              <a:ahLst/>
              <a:cxnLst/>
              <a:rect l="l" t="t" r="r" b="b"/>
              <a:pathLst>
                <a:path w="1520" h="1295" extrusionOk="0">
                  <a:moveTo>
                    <a:pt x="747" y="1"/>
                  </a:moveTo>
                  <a:cubicBezTo>
                    <a:pt x="661" y="1"/>
                    <a:pt x="571" y="19"/>
                    <a:pt x="483" y="59"/>
                  </a:cubicBezTo>
                  <a:cubicBezTo>
                    <a:pt x="148" y="207"/>
                    <a:pt x="1" y="590"/>
                    <a:pt x="148" y="915"/>
                  </a:cubicBezTo>
                  <a:cubicBezTo>
                    <a:pt x="263" y="1169"/>
                    <a:pt x="503" y="1295"/>
                    <a:pt x="742" y="1295"/>
                  </a:cubicBezTo>
                  <a:cubicBezTo>
                    <a:pt x="993" y="1295"/>
                    <a:pt x="1242" y="1157"/>
                    <a:pt x="1348" y="885"/>
                  </a:cubicBezTo>
                  <a:cubicBezTo>
                    <a:pt x="1520" y="436"/>
                    <a:pt x="1169" y="1"/>
                    <a:pt x="747" y="1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48"/>
            <p:cNvSpPr/>
            <p:nvPr/>
          </p:nvSpPr>
          <p:spPr>
            <a:xfrm>
              <a:off x="7342930" y="3852035"/>
              <a:ext cx="45998" cy="39449"/>
            </a:xfrm>
            <a:custGeom>
              <a:avLst/>
              <a:gdLst/>
              <a:ahLst/>
              <a:cxnLst/>
              <a:rect l="l" t="t" r="r" b="b"/>
              <a:pathLst>
                <a:path w="1510" h="1295" extrusionOk="0">
                  <a:moveTo>
                    <a:pt x="737" y="0"/>
                  </a:moveTo>
                  <a:cubicBezTo>
                    <a:pt x="650" y="0"/>
                    <a:pt x="561" y="18"/>
                    <a:pt x="472" y="58"/>
                  </a:cubicBezTo>
                  <a:cubicBezTo>
                    <a:pt x="148" y="206"/>
                    <a:pt x="0" y="589"/>
                    <a:pt x="148" y="914"/>
                  </a:cubicBezTo>
                  <a:cubicBezTo>
                    <a:pt x="258" y="1169"/>
                    <a:pt x="495" y="1294"/>
                    <a:pt x="733" y="1294"/>
                  </a:cubicBezTo>
                  <a:cubicBezTo>
                    <a:pt x="982" y="1294"/>
                    <a:pt x="1232" y="1156"/>
                    <a:pt x="1338" y="885"/>
                  </a:cubicBezTo>
                  <a:cubicBezTo>
                    <a:pt x="1509" y="436"/>
                    <a:pt x="1159" y="0"/>
                    <a:pt x="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48"/>
            <p:cNvSpPr/>
            <p:nvPr/>
          </p:nvSpPr>
          <p:spPr>
            <a:xfrm>
              <a:off x="7304273" y="3786114"/>
              <a:ext cx="45998" cy="39449"/>
            </a:xfrm>
            <a:custGeom>
              <a:avLst/>
              <a:gdLst/>
              <a:ahLst/>
              <a:cxnLst/>
              <a:rect l="l" t="t" r="r" b="b"/>
              <a:pathLst>
                <a:path w="1510" h="1295" extrusionOk="0">
                  <a:moveTo>
                    <a:pt x="740" y="0"/>
                  </a:moveTo>
                  <a:cubicBezTo>
                    <a:pt x="653" y="0"/>
                    <a:pt x="563" y="19"/>
                    <a:pt x="473" y="59"/>
                  </a:cubicBezTo>
                  <a:cubicBezTo>
                    <a:pt x="148" y="206"/>
                    <a:pt x="1" y="580"/>
                    <a:pt x="148" y="914"/>
                  </a:cubicBezTo>
                  <a:cubicBezTo>
                    <a:pt x="263" y="1169"/>
                    <a:pt x="501" y="1294"/>
                    <a:pt x="737" y="1294"/>
                  </a:cubicBezTo>
                  <a:cubicBezTo>
                    <a:pt x="985" y="1294"/>
                    <a:pt x="1232" y="1157"/>
                    <a:pt x="1338" y="885"/>
                  </a:cubicBezTo>
                  <a:cubicBezTo>
                    <a:pt x="1510" y="436"/>
                    <a:pt x="1166" y="0"/>
                    <a:pt x="7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48"/>
            <p:cNvSpPr/>
            <p:nvPr/>
          </p:nvSpPr>
          <p:spPr>
            <a:xfrm>
              <a:off x="7255746" y="3721503"/>
              <a:ext cx="45998" cy="39571"/>
            </a:xfrm>
            <a:custGeom>
              <a:avLst/>
              <a:gdLst/>
              <a:ahLst/>
              <a:cxnLst/>
              <a:rect l="l" t="t" r="r" b="b"/>
              <a:pathLst>
                <a:path w="1510" h="1299" extrusionOk="0">
                  <a:moveTo>
                    <a:pt x="732" y="1"/>
                  </a:moveTo>
                  <a:cubicBezTo>
                    <a:pt x="647" y="1"/>
                    <a:pt x="559" y="18"/>
                    <a:pt x="472" y="55"/>
                  </a:cubicBezTo>
                  <a:cubicBezTo>
                    <a:pt x="138" y="203"/>
                    <a:pt x="0" y="587"/>
                    <a:pt x="138" y="911"/>
                  </a:cubicBezTo>
                  <a:cubicBezTo>
                    <a:pt x="253" y="1171"/>
                    <a:pt x="493" y="1299"/>
                    <a:pt x="732" y="1299"/>
                  </a:cubicBezTo>
                  <a:cubicBezTo>
                    <a:pt x="982" y="1299"/>
                    <a:pt x="1232" y="1158"/>
                    <a:pt x="1338" y="882"/>
                  </a:cubicBezTo>
                  <a:cubicBezTo>
                    <a:pt x="1510" y="431"/>
                    <a:pt x="1156" y="1"/>
                    <a:pt x="732" y="1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48"/>
            <p:cNvSpPr/>
            <p:nvPr/>
          </p:nvSpPr>
          <p:spPr>
            <a:xfrm>
              <a:off x="7204812" y="3662680"/>
              <a:ext cx="45998" cy="39388"/>
            </a:xfrm>
            <a:custGeom>
              <a:avLst/>
              <a:gdLst/>
              <a:ahLst/>
              <a:cxnLst/>
              <a:rect l="l" t="t" r="r" b="b"/>
              <a:pathLst>
                <a:path w="1510" h="1293" extrusionOk="0">
                  <a:moveTo>
                    <a:pt x="737" y="0"/>
                  </a:moveTo>
                  <a:cubicBezTo>
                    <a:pt x="651" y="0"/>
                    <a:pt x="561" y="19"/>
                    <a:pt x="472" y="59"/>
                  </a:cubicBezTo>
                  <a:cubicBezTo>
                    <a:pt x="148" y="197"/>
                    <a:pt x="0" y="580"/>
                    <a:pt x="148" y="905"/>
                  </a:cubicBezTo>
                  <a:cubicBezTo>
                    <a:pt x="258" y="1164"/>
                    <a:pt x="496" y="1292"/>
                    <a:pt x="734" y="1292"/>
                  </a:cubicBezTo>
                  <a:cubicBezTo>
                    <a:pt x="983" y="1292"/>
                    <a:pt x="1232" y="1152"/>
                    <a:pt x="1338" y="875"/>
                  </a:cubicBezTo>
                  <a:cubicBezTo>
                    <a:pt x="1509" y="434"/>
                    <a:pt x="1159" y="0"/>
                    <a:pt x="737" y="0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48"/>
            <p:cNvSpPr/>
            <p:nvPr/>
          </p:nvSpPr>
          <p:spPr>
            <a:xfrm>
              <a:off x="7151473" y="3601573"/>
              <a:ext cx="45998" cy="39449"/>
            </a:xfrm>
            <a:custGeom>
              <a:avLst/>
              <a:gdLst/>
              <a:ahLst/>
              <a:cxnLst/>
              <a:rect l="l" t="t" r="r" b="b"/>
              <a:pathLst>
                <a:path w="1510" h="1295" extrusionOk="0">
                  <a:moveTo>
                    <a:pt x="741" y="0"/>
                  </a:moveTo>
                  <a:cubicBezTo>
                    <a:pt x="654" y="0"/>
                    <a:pt x="563" y="18"/>
                    <a:pt x="473" y="59"/>
                  </a:cubicBezTo>
                  <a:cubicBezTo>
                    <a:pt x="148" y="206"/>
                    <a:pt x="1" y="590"/>
                    <a:pt x="148" y="914"/>
                  </a:cubicBezTo>
                  <a:cubicBezTo>
                    <a:pt x="264" y="1169"/>
                    <a:pt x="501" y="1294"/>
                    <a:pt x="737" y="1294"/>
                  </a:cubicBezTo>
                  <a:cubicBezTo>
                    <a:pt x="985" y="1294"/>
                    <a:pt x="1233" y="1156"/>
                    <a:pt x="1338" y="885"/>
                  </a:cubicBezTo>
                  <a:cubicBezTo>
                    <a:pt x="1510" y="436"/>
                    <a:pt x="1166" y="0"/>
                    <a:pt x="741" y="0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48"/>
            <p:cNvSpPr/>
            <p:nvPr/>
          </p:nvSpPr>
          <p:spPr>
            <a:xfrm>
              <a:off x="7089755" y="3549147"/>
              <a:ext cx="45998" cy="39358"/>
            </a:xfrm>
            <a:custGeom>
              <a:avLst/>
              <a:gdLst/>
              <a:ahLst/>
              <a:cxnLst/>
              <a:rect l="l" t="t" r="r" b="b"/>
              <a:pathLst>
                <a:path w="1510" h="1292" extrusionOk="0">
                  <a:moveTo>
                    <a:pt x="738" y="0"/>
                  </a:moveTo>
                  <a:cubicBezTo>
                    <a:pt x="651" y="0"/>
                    <a:pt x="562" y="18"/>
                    <a:pt x="473" y="58"/>
                  </a:cubicBezTo>
                  <a:cubicBezTo>
                    <a:pt x="148" y="196"/>
                    <a:pt x="1" y="580"/>
                    <a:pt x="139" y="904"/>
                  </a:cubicBezTo>
                  <a:cubicBezTo>
                    <a:pt x="254" y="1164"/>
                    <a:pt x="494" y="1292"/>
                    <a:pt x="733" y="1292"/>
                  </a:cubicBezTo>
                  <a:cubicBezTo>
                    <a:pt x="983" y="1292"/>
                    <a:pt x="1233" y="1151"/>
                    <a:pt x="1338" y="875"/>
                  </a:cubicBezTo>
                  <a:cubicBezTo>
                    <a:pt x="1510" y="434"/>
                    <a:pt x="1160" y="0"/>
                    <a:pt x="738" y="0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48"/>
            <p:cNvSpPr/>
            <p:nvPr/>
          </p:nvSpPr>
          <p:spPr>
            <a:xfrm>
              <a:off x="7027155" y="3505799"/>
              <a:ext cx="46303" cy="39510"/>
            </a:xfrm>
            <a:custGeom>
              <a:avLst/>
              <a:gdLst/>
              <a:ahLst/>
              <a:cxnLst/>
              <a:rect l="l" t="t" r="r" b="b"/>
              <a:pathLst>
                <a:path w="1520" h="1297" extrusionOk="0">
                  <a:moveTo>
                    <a:pt x="742" y="1"/>
                  </a:moveTo>
                  <a:cubicBezTo>
                    <a:pt x="657" y="1"/>
                    <a:pt x="569" y="18"/>
                    <a:pt x="482" y="55"/>
                  </a:cubicBezTo>
                  <a:cubicBezTo>
                    <a:pt x="148" y="203"/>
                    <a:pt x="0" y="587"/>
                    <a:pt x="158" y="921"/>
                  </a:cubicBezTo>
                  <a:cubicBezTo>
                    <a:pt x="272" y="1173"/>
                    <a:pt x="506" y="1296"/>
                    <a:pt x="740" y="1296"/>
                  </a:cubicBezTo>
                  <a:cubicBezTo>
                    <a:pt x="990" y="1296"/>
                    <a:pt x="1241" y="1156"/>
                    <a:pt x="1348" y="882"/>
                  </a:cubicBezTo>
                  <a:cubicBezTo>
                    <a:pt x="1520" y="431"/>
                    <a:pt x="1166" y="1"/>
                    <a:pt x="742" y="1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48"/>
            <p:cNvSpPr/>
            <p:nvPr/>
          </p:nvSpPr>
          <p:spPr>
            <a:xfrm>
              <a:off x="6961539" y="3463456"/>
              <a:ext cx="45998" cy="39662"/>
            </a:xfrm>
            <a:custGeom>
              <a:avLst/>
              <a:gdLst/>
              <a:ahLst/>
              <a:cxnLst/>
              <a:rect l="l" t="t" r="r" b="b"/>
              <a:pathLst>
                <a:path w="1510" h="1302" extrusionOk="0">
                  <a:moveTo>
                    <a:pt x="740" y="0"/>
                  </a:moveTo>
                  <a:cubicBezTo>
                    <a:pt x="653" y="0"/>
                    <a:pt x="563" y="19"/>
                    <a:pt x="473" y="59"/>
                  </a:cubicBezTo>
                  <a:cubicBezTo>
                    <a:pt x="148" y="206"/>
                    <a:pt x="1" y="590"/>
                    <a:pt x="148" y="914"/>
                  </a:cubicBezTo>
                  <a:cubicBezTo>
                    <a:pt x="263" y="1174"/>
                    <a:pt x="501" y="1302"/>
                    <a:pt x="737" y="1302"/>
                  </a:cubicBezTo>
                  <a:cubicBezTo>
                    <a:pt x="985" y="1302"/>
                    <a:pt x="1232" y="1162"/>
                    <a:pt x="1338" y="885"/>
                  </a:cubicBezTo>
                  <a:cubicBezTo>
                    <a:pt x="1510" y="436"/>
                    <a:pt x="1166" y="0"/>
                    <a:pt x="740" y="0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48"/>
            <p:cNvSpPr/>
            <p:nvPr/>
          </p:nvSpPr>
          <p:spPr>
            <a:xfrm>
              <a:off x="7683866" y="3589266"/>
              <a:ext cx="46303" cy="39479"/>
            </a:xfrm>
            <a:custGeom>
              <a:avLst/>
              <a:gdLst/>
              <a:ahLst/>
              <a:cxnLst/>
              <a:rect l="l" t="t" r="r" b="b"/>
              <a:pathLst>
                <a:path w="1520" h="1296" extrusionOk="0">
                  <a:moveTo>
                    <a:pt x="747" y="1"/>
                  </a:moveTo>
                  <a:cubicBezTo>
                    <a:pt x="660" y="1"/>
                    <a:pt x="571" y="19"/>
                    <a:pt x="482" y="59"/>
                  </a:cubicBezTo>
                  <a:cubicBezTo>
                    <a:pt x="148" y="207"/>
                    <a:pt x="0" y="581"/>
                    <a:pt x="148" y="915"/>
                  </a:cubicBezTo>
                  <a:cubicBezTo>
                    <a:pt x="263" y="1169"/>
                    <a:pt x="503" y="1295"/>
                    <a:pt x="742" y="1295"/>
                  </a:cubicBezTo>
                  <a:cubicBezTo>
                    <a:pt x="992" y="1295"/>
                    <a:pt x="1242" y="1157"/>
                    <a:pt x="1348" y="885"/>
                  </a:cubicBezTo>
                  <a:cubicBezTo>
                    <a:pt x="1519" y="436"/>
                    <a:pt x="1169" y="1"/>
                    <a:pt x="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48"/>
            <p:cNvSpPr/>
            <p:nvPr/>
          </p:nvSpPr>
          <p:spPr>
            <a:xfrm>
              <a:off x="7638934" y="3519172"/>
              <a:ext cx="45968" cy="39449"/>
            </a:xfrm>
            <a:custGeom>
              <a:avLst/>
              <a:gdLst/>
              <a:ahLst/>
              <a:cxnLst/>
              <a:rect l="l" t="t" r="r" b="b"/>
              <a:pathLst>
                <a:path w="1509" h="1295" extrusionOk="0">
                  <a:moveTo>
                    <a:pt x="740" y="1"/>
                  </a:moveTo>
                  <a:cubicBezTo>
                    <a:pt x="653" y="1"/>
                    <a:pt x="562" y="19"/>
                    <a:pt x="472" y="59"/>
                  </a:cubicBezTo>
                  <a:cubicBezTo>
                    <a:pt x="148" y="207"/>
                    <a:pt x="0" y="590"/>
                    <a:pt x="148" y="915"/>
                  </a:cubicBezTo>
                  <a:cubicBezTo>
                    <a:pt x="263" y="1169"/>
                    <a:pt x="500" y="1295"/>
                    <a:pt x="737" y="1295"/>
                  </a:cubicBezTo>
                  <a:cubicBezTo>
                    <a:pt x="985" y="1295"/>
                    <a:pt x="1232" y="1157"/>
                    <a:pt x="1338" y="885"/>
                  </a:cubicBezTo>
                  <a:cubicBezTo>
                    <a:pt x="1509" y="436"/>
                    <a:pt x="1165" y="1"/>
                    <a:pt x="7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48"/>
            <p:cNvSpPr/>
            <p:nvPr/>
          </p:nvSpPr>
          <p:spPr>
            <a:xfrm>
              <a:off x="7585290" y="3452977"/>
              <a:ext cx="45998" cy="39449"/>
            </a:xfrm>
            <a:custGeom>
              <a:avLst/>
              <a:gdLst/>
              <a:ahLst/>
              <a:cxnLst/>
              <a:rect l="l" t="t" r="r" b="b"/>
              <a:pathLst>
                <a:path w="1510" h="1295" extrusionOk="0">
                  <a:moveTo>
                    <a:pt x="740" y="0"/>
                  </a:moveTo>
                  <a:cubicBezTo>
                    <a:pt x="653" y="0"/>
                    <a:pt x="563" y="18"/>
                    <a:pt x="473" y="59"/>
                  </a:cubicBezTo>
                  <a:cubicBezTo>
                    <a:pt x="148" y="206"/>
                    <a:pt x="1" y="590"/>
                    <a:pt x="148" y="914"/>
                  </a:cubicBezTo>
                  <a:cubicBezTo>
                    <a:pt x="263" y="1169"/>
                    <a:pt x="501" y="1294"/>
                    <a:pt x="737" y="1294"/>
                  </a:cubicBezTo>
                  <a:cubicBezTo>
                    <a:pt x="985" y="1294"/>
                    <a:pt x="1232" y="1156"/>
                    <a:pt x="1338" y="885"/>
                  </a:cubicBezTo>
                  <a:cubicBezTo>
                    <a:pt x="1510" y="436"/>
                    <a:pt x="1166" y="0"/>
                    <a:pt x="7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48"/>
            <p:cNvSpPr/>
            <p:nvPr/>
          </p:nvSpPr>
          <p:spPr>
            <a:xfrm>
              <a:off x="7524761" y="3389767"/>
              <a:ext cx="46303" cy="39449"/>
            </a:xfrm>
            <a:custGeom>
              <a:avLst/>
              <a:gdLst/>
              <a:ahLst/>
              <a:cxnLst/>
              <a:rect l="l" t="t" r="r" b="b"/>
              <a:pathLst>
                <a:path w="1520" h="1295" extrusionOk="0">
                  <a:moveTo>
                    <a:pt x="747" y="0"/>
                  </a:moveTo>
                  <a:cubicBezTo>
                    <a:pt x="661" y="0"/>
                    <a:pt x="571" y="18"/>
                    <a:pt x="483" y="58"/>
                  </a:cubicBezTo>
                  <a:cubicBezTo>
                    <a:pt x="148" y="206"/>
                    <a:pt x="1" y="589"/>
                    <a:pt x="148" y="914"/>
                  </a:cubicBezTo>
                  <a:cubicBezTo>
                    <a:pt x="264" y="1169"/>
                    <a:pt x="503" y="1294"/>
                    <a:pt x="742" y="1294"/>
                  </a:cubicBezTo>
                  <a:cubicBezTo>
                    <a:pt x="993" y="1294"/>
                    <a:pt x="1243" y="1156"/>
                    <a:pt x="1348" y="885"/>
                  </a:cubicBezTo>
                  <a:cubicBezTo>
                    <a:pt x="1520" y="435"/>
                    <a:pt x="1169" y="0"/>
                    <a:pt x="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48"/>
            <p:cNvSpPr/>
            <p:nvPr/>
          </p:nvSpPr>
          <p:spPr>
            <a:xfrm>
              <a:off x="7463957" y="3332833"/>
              <a:ext cx="45998" cy="39388"/>
            </a:xfrm>
            <a:custGeom>
              <a:avLst/>
              <a:gdLst/>
              <a:ahLst/>
              <a:cxnLst/>
              <a:rect l="l" t="t" r="r" b="b"/>
              <a:pathLst>
                <a:path w="1510" h="1293" extrusionOk="0">
                  <a:moveTo>
                    <a:pt x="741" y="0"/>
                  </a:moveTo>
                  <a:cubicBezTo>
                    <a:pt x="654" y="0"/>
                    <a:pt x="563" y="19"/>
                    <a:pt x="473" y="59"/>
                  </a:cubicBezTo>
                  <a:cubicBezTo>
                    <a:pt x="148" y="196"/>
                    <a:pt x="0" y="580"/>
                    <a:pt x="148" y="905"/>
                  </a:cubicBezTo>
                  <a:cubicBezTo>
                    <a:pt x="259" y="1164"/>
                    <a:pt x="496" y="1292"/>
                    <a:pt x="734" y="1292"/>
                  </a:cubicBezTo>
                  <a:cubicBezTo>
                    <a:pt x="983" y="1292"/>
                    <a:pt x="1232" y="1152"/>
                    <a:pt x="1338" y="875"/>
                  </a:cubicBezTo>
                  <a:cubicBezTo>
                    <a:pt x="1509" y="434"/>
                    <a:pt x="1166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48"/>
            <p:cNvSpPr/>
            <p:nvPr/>
          </p:nvSpPr>
          <p:spPr>
            <a:xfrm>
              <a:off x="7397458" y="3288784"/>
              <a:ext cx="46273" cy="39571"/>
            </a:xfrm>
            <a:custGeom>
              <a:avLst/>
              <a:gdLst/>
              <a:ahLst/>
              <a:cxnLst/>
              <a:rect l="l" t="t" r="r" b="b"/>
              <a:pathLst>
                <a:path w="1519" h="1299" extrusionOk="0">
                  <a:moveTo>
                    <a:pt x="741" y="1"/>
                  </a:moveTo>
                  <a:cubicBezTo>
                    <a:pt x="653" y="1"/>
                    <a:pt x="562" y="19"/>
                    <a:pt x="472" y="59"/>
                  </a:cubicBezTo>
                  <a:cubicBezTo>
                    <a:pt x="148" y="207"/>
                    <a:pt x="0" y="580"/>
                    <a:pt x="148" y="915"/>
                  </a:cubicBezTo>
                  <a:cubicBezTo>
                    <a:pt x="264" y="1170"/>
                    <a:pt x="503" y="1298"/>
                    <a:pt x="741" y="1298"/>
                  </a:cubicBezTo>
                  <a:cubicBezTo>
                    <a:pt x="989" y="1298"/>
                    <a:pt x="1237" y="1161"/>
                    <a:pt x="1348" y="885"/>
                  </a:cubicBezTo>
                  <a:cubicBezTo>
                    <a:pt x="1519" y="436"/>
                    <a:pt x="1169" y="1"/>
                    <a:pt x="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48"/>
            <p:cNvSpPr/>
            <p:nvPr/>
          </p:nvSpPr>
          <p:spPr>
            <a:xfrm>
              <a:off x="7329130" y="3248939"/>
              <a:ext cx="45998" cy="39418"/>
            </a:xfrm>
            <a:custGeom>
              <a:avLst/>
              <a:gdLst/>
              <a:ahLst/>
              <a:cxnLst/>
              <a:rect l="l" t="t" r="r" b="b"/>
              <a:pathLst>
                <a:path w="1510" h="1294" extrusionOk="0">
                  <a:moveTo>
                    <a:pt x="741" y="1"/>
                  </a:moveTo>
                  <a:cubicBezTo>
                    <a:pt x="654" y="1"/>
                    <a:pt x="563" y="19"/>
                    <a:pt x="473" y="59"/>
                  </a:cubicBezTo>
                  <a:cubicBezTo>
                    <a:pt x="148" y="197"/>
                    <a:pt x="1" y="580"/>
                    <a:pt x="148" y="915"/>
                  </a:cubicBezTo>
                  <a:cubicBezTo>
                    <a:pt x="258" y="1168"/>
                    <a:pt x="494" y="1294"/>
                    <a:pt x="730" y="1294"/>
                  </a:cubicBezTo>
                  <a:cubicBezTo>
                    <a:pt x="981" y="1294"/>
                    <a:pt x="1232" y="1153"/>
                    <a:pt x="1338" y="875"/>
                  </a:cubicBezTo>
                  <a:cubicBezTo>
                    <a:pt x="1510" y="435"/>
                    <a:pt x="1166" y="1"/>
                    <a:pt x="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48"/>
            <p:cNvSpPr/>
            <p:nvPr/>
          </p:nvSpPr>
          <p:spPr>
            <a:xfrm>
              <a:off x="7258427" y="3212110"/>
              <a:ext cx="45998" cy="39449"/>
            </a:xfrm>
            <a:custGeom>
              <a:avLst/>
              <a:gdLst/>
              <a:ahLst/>
              <a:cxnLst/>
              <a:rect l="l" t="t" r="r" b="b"/>
              <a:pathLst>
                <a:path w="1510" h="1295" extrusionOk="0">
                  <a:moveTo>
                    <a:pt x="737" y="0"/>
                  </a:moveTo>
                  <a:cubicBezTo>
                    <a:pt x="651" y="0"/>
                    <a:pt x="561" y="18"/>
                    <a:pt x="473" y="58"/>
                  </a:cubicBezTo>
                  <a:cubicBezTo>
                    <a:pt x="148" y="206"/>
                    <a:pt x="1" y="589"/>
                    <a:pt x="148" y="914"/>
                  </a:cubicBezTo>
                  <a:cubicBezTo>
                    <a:pt x="259" y="1169"/>
                    <a:pt x="496" y="1294"/>
                    <a:pt x="734" y="1294"/>
                  </a:cubicBezTo>
                  <a:cubicBezTo>
                    <a:pt x="983" y="1294"/>
                    <a:pt x="1233" y="1156"/>
                    <a:pt x="1338" y="885"/>
                  </a:cubicBezTo>
                  <a:cubicBezTo>
                    <a:pt x="1510" y="435"/>
                    <a:pt x="1159" y="0"/>
                    <a:pt x="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48"/>
            <p:cNvSpPr/>
            <p:nvPr/>
          </p:nvSpPr>
          <p:spPr>
            <a:xfrm>
              <a:off x="7197014" y="3188715"/>
              <a:ext cx="45998" cy="39388"/>
            </a:xfrm>
            <a:custGeom>
              <a:avLst/>
              <a:gdLst/>
              <a:ahLst/>
              <a:cxnLst/>
              <a:rect l="l" t="t" r="r" b="b"/>
              <a:pathLst>
                <a:path w="1510" h="1293" extrusionOk="0">
                  <a:moveTo>
                    <a:pt x="741" y="1"/>
                  </a:moveTo>
                  <a:cubicBezTo>
                    <a:pt x="654" y="1"/>
                    <a:pt x="563" y="19"/>
                    <a:pt x="473" y="59"/>
                  </a:cubicBezTo>
                  <a:cubicBezTo>
                    <a:pt x="148" y="197"/>
                    <a:pt x="1" y="581"/>
                    <a:pt x="148" y="905"/>
                  </a:cubicBezTo>
                  <a:cubicBezTo>
                    <a:pt x="264" y="1165"/>
                    <a:pt x="501" y="1293"/>
                    <a:pt x="738" y="1293"/>
                  </a:cubicBezTo>
                  <a:cubicBezTo>
                    <a:pt x="985" y="1293"/>
                    <a:pt x="1233" y="1152"/>
                    <a:pt x="1338" y="876"/>
                  </a:cubicBezTo>
                  <a:cubicBezTo>
                    <a:pt x="1510" y="435"/>
                    <a:pt x="1166" y="1"/>
                    <a:pt x="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48"/>
            <p:cNvSpPr/>
            <p:nvPr/>
          </p:nvSpPr>
          <p:spPr>
            <a:xfrm>
              <a:off x="6273390" y="3365154"/>
              <a:ext cx="514420" cy="514725"/>
            </a:xfrm>
            <a:custGeom>
              <a:avLst/>
              <a:gdLst/>
              <a:ahLst/>
              <a:cxnLst/>
              <a:rect l="l" t="t" r="r" b="b"/>
              <a:pathLst>
                <a:path w="16887" h="16897" extrusionOk="0">
                  <a:moveTo>
                    <a:pt x="8438" y="1"/>
                  </a:moveTo>
                  <a:cubicBezTo>
                    <a:pt x="3777" y="1"/>
                    <a:pt x="0" y="3787"/>
                    <a:pt x="0" y="8449"/>
                  </a:cubicBezTo>
                  <a:cubicBezTo>
                    <a:pt x="0" y="13111"/>
                    <a:pt x="3777" y="16897"/>
                    <a:pt x="8438" y="16897"/>
                  </a:cubicBezTo>
                  <a:cubicBezTo>
                    <a:pt x="13110" y="16897"/>
                    <a:pt x="16886" y="13111"/>
                    <a:pt x="16886" y="8449"/>
                  </a:cubicBezTo>
                  <a:cubicBezTo>
                    <a:pt x="16886" y="3787"/>
                    <a:pt x="13110" y="1"/>
                    <a:pt x="84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48"/>
            <p:cNvSpPr/>
            <p:nvPr/>
          </p:nvSpPr>
          <p:spPr>
            <a:xfrm>
              <a:off x="6835119" y="3365154"/>
              <a:ext cx="514420" cy="514725"/>
            </a:xfrm>
            <a:custGeom>
              <a:avLst/>
              <a:gdLst/>
              <a:ahLst/>
              <a:cxnLst/>
              <a:rect l="l" t="t" r="r" b="b"/>
              <a:pathLst>
                <a:path w="16887" h="16897" extrusionOk="0">
                  <a:moveTo>
                    <a:pt x="8439" y="1"/>
                  </a:moveTo>
                  <a:cubicBezTo>
                    <a:pt x="3777" y="1"/>
                    <a:pt x="0" y="3787"/>
                    <a:pt x="0" y="8449"/>
                  </a:cubicBezTo>
                  <a:cubicBezTo>
                    <a:pt x="0" y="13111"/>
                    <a:pt x="3777" y="16897"/>
                    <a:pt x="8439" y="16897"/>
                  </a:cubicBezTo>
                  <a:cubicBezTo>
                    <a:pt x="13110" y="16897"/>
                    <a:pt x="16887" y="13111"/>
                    <a:pt x="16887" y="8449"/>
                  </a:cubicBezTo>
                  <a:cubicBezTo>
                    <a:pt x="16887" y="3787"/>
                    <a:pt x="13110" y="1"/>
                    <a:pt x="84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48"/>
            <p:cNvSpPr/>
            <p:nvPr/>
          </p:nvSpPr>
          <p:spPr>
            <a:xfrm>
              <a:off x="6430059" y="3891545"/>
              <a:ext cx="740026" cy="426049"/>
            </a:xfrm>
            <a:custGeom>
              <a:avLst/>
              <a:gdLst/>
              <a:ahLst/>
              <a:cxnLst/>
              <a:rect l="l" t="t" r="r" b="b"/>
              <a:pathLst>
                <a:path w="24293" h="13986" extrusionOk="0">
                  <a:moveTo>
                    <a:pt x="276" y="1"/>
                  </a:moveTo>
                  <a:cubicBezTo>
                    <a:pt x="119" y="1"/>
                    <a:pt x="1" y="128"/>
                    <a:pt x="1" y="276"/>
                  </a:cubicBezTo>
                  <a:lnTo>
                    <a:pt x="1" y="13710"/>
                  </a:lnTo>
                  <a:cubicBezTo>
                    <a:pt x="1" y="13868"/>
                    <a:pt x="119" y="13986"/>
                    <a:pt x="276" y="13986"/>
                  </a:cubicBezTo>
                  <a:lnTo>
                    <a:pt x="24027" y="13986"/>
                  </a:lnTo>
                  <a:cubicBezTo>
                    <a:pt x="24175" y="13986"/>
                    <a:pt x="24293" y="13868"/>
                    <a:pt x="24293" y="13710"/>
                  </a:cubicBezTo>
                  <a:lnTo>
                    <a:pt x="24293" y="276"/>
                  </a:lnTo>
                  <a:cubicBezTo>
                    <a:pt x="24293" y="128"/>
                    <a:pt x="24175" y="1"/>
                    <a:pt x="240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48"/>
            <p:cNvSpPr/>
            <p:nvPr/>
          </p:nvSpPr>
          <p:spPr>
            <a:xfrm>
              <a:off x="6449250" y="3913721"/>
              <a:ext cx="704049" cy="387696"/>
            </a:xfrm>
            <a:custGeom>
              <a:avLst/>
              <a:gdLst/>
              <a:ahLst/>
              <a:cxnLst/>
              <a:rect l="l" t="t" r="r" b="b"/>
              <a:pathLst>
                <a:path w="23112" h="12727" extrusionOk="0">
                  <a:moveTo>
                    <a:pt x="22846" y="266"/>
                  </a:moveTo>
                  <a:lnTo>
                    <a:pt x="22846" y="12451"/>
                  </a:lnTo>
                  <a:lnTo>
                    <a:pt x="266" y="12451"/>
                  </a:lnTo>
                  <a:lnTo>
                    <a:pt x="266" y="266"/>
                  </a:lnTo>
                  <a:close/>
                  <a:moveTo>
                    <a:pt x="0" y="0"/>
                  </a:moveTo>
                  <a:lnTo>
                    <a:pt x="0" y="12726"/>
                  </a:lnTo>
                  <a:lnTo>
                    <a:pt x="23112" y="12726"/>
                  </a:lnTo>
                  <a:lnTo>
                    <a:pt x="231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48"/>
            <p:cNvSpPr/>
            <p:nvPr/>
          </p:nvSpPr>
          <p:spPr>
            <a:xfrm>
              <a:off x="6335077" y="3984425"/>
              <a:ext cx="883534" cy="107563"/>
            </a:xfrm>
            <a:custGeom>
              <a:avLst/>
              <a:gdLst/>
              <a:ahLst/>
              <a:cxnLst/>
              <a:rect l="l" t="t" r="r" b="b"/>
              <a:pathLst>
                <a:path w="29004" h="3531" extrusionOk="0">
                  <a:moveTo>
                    <a:pt x="1" y="0"/>
                  </a:moveTo>
                  <a:lnTo>
                    <a:pt x="1" y="3531"/>
                  </a:lnTo>
                  <a:lnTo>
                    <a:pt x="28188" y="3531"/>
                  </a:lnTo>
                  <a:cubicBezTo>
                    <a:pt x="28640" y="3531"/>
                    <a:pt x="29004" y="3167"/>
                    <a:pt x="29004" y="2725"/>
                  </a:cubicBezTo>
                  <a:lnTo>
                    <a:pt x="29004" y="817"/>
                  </a:lnTo>
                  <a:cubicBezTo>
                    <a:pt x="29004" y="364"/>
                    <a:pt x="28640" y="0"/>
                    <a:pt x="28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48"/>
            <p:cNvSpPr/>
            <p:nvPr/>
          </p:nvSpPr>
          <p:spPr>
            <a:xfrm>
              <a:off x="6512155" y="4014065"/>
              <a:ext cx="282844" cy="50690"/>
            </a:xfrm>
            <a:custGeom>
              <a:avLst/>
              <a:gdLst/>
              <a:ahLst/>
              <a:cxnLst/>
              <a:rect l="l" t="t" r="r" b="b"/>
              <a:pathLst>
                <a:path w="9285" h="1664" fill="none" extrusionOk="0">
                  <a:moveTo>
                    <a:pt x="836" y="1"/>
                  </a:moveTo>
                  <a:lnTo>
                    <a:pt x="8448" y="1"/>
                  </a:lnTo>
                  <a:cubicBezTo>
                    <a:pt x="8911" y="1"/>
                    <a:pt x="9284" y="365"/>
                    <a:pt x="9284" y="827"/>
                  </a:cubicBezTo>
                  <a:cubicBezTo>
                    <a:pt x="9284" y="1289"/>
                    <a:pt x="8911" y="1663"/>
                    <a:pt x="8448" y="1663"/>
                  </a:cubicBezTo>
                  <a:lnTo>
                    <a:pt x="836" y="1663"/>
                  </a:lnTo>
                  <a:cubicBezTo>
                    <a:pt x="374" y="1663"/>
                    <a:pt x="0" y="1289"/>
                    <a:pt x="0" y="827"/>
                  </a:cubicBezTo>
                  <a:cubicBezTo>
                    <a:pt x="0" y="365"/>
                    <a:pt x="374" y="1"/>
                    <a:pt x="836" y="1"/>
                  </a:cubicBezTo>
                  <a:close/>
                </a:path>
              </a:pathLst>
            </a:custGeom>
            <a:noFill/>
            <a:ln w="6875" cap="flat" cmpd="sng">
              <a:solidFill>
                <a:schemeClr val="dk2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48"/>
            <p:cNvSpPr/>
            <p:nvPr/>
          </p:nvSpPr>
          <p:spPr>
            <a:xfrm>
              <a:off x="6871948" y="4011993"/>
              <a:ext cx="53675" cy="53340"/>
            </a:xfrm>
            <a:custGeom>
              <a:avLst/>
              <a:gdLst/>
              <a:ahLst/>
              <a:cxnLst/>
              <a:rect l="l" t="t" r="r" b="b"/>
              <a:pathLst>
                <a:path w="1762" h="1751" fill="none" extrusionOk="0">
                  <a:moveTo>
                    <a:pt x="1761" y="875"/>
                  </a:moveTo>
                  <a:cubicBezTo>
                    <a:pt x="1761" y="1357"/>
                    <a:pt x="1368" y="1751"/>
                    <a:pt x="886" y="1751"/>
                  </a:cubicBezTo>
                  <a:cubicBezTo>
                    <a:pt x="394" y="1751"/>
                    <a:pt x="1" y="1357"/>
                    <a:pt x="1" y="875"/>
                  </a:cubicBezTo>
                  <a:cubicBezTo>
                    <a:pt x="1" y="394"/>
                    <a:pt x="394" y="0"/>
                    <a:pt x="886" y="0"/>
                  </a:cubicBezTo>
                  <a:cubicBezTo>
                    <a:pt x="1368" y="0"/>
                    <a:pt x="1761" y="394"/>
                    <a:pt x="1761" y="875"/>
                  </a:cubicBezTo>
                  <a:close/>
                </a:path>
              </a:pathLst>
            </a:custGeom>
            <a:noFill/>
            <a:ln w="6875" cap="flat" cmpd="sng">
              <a:solidFill>
                <a:schemeClr val="dk2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48"/>
            <p:cNvSpPr/>
            <p:nvPr/>
          </p:nvSpPr>
          <p:spPr>
            <a:xfrm>
              <a:off x="6963641" y="4011993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1751" h="1751" fill="none" extrusionOk="0">
                  <a:moveTo>
                    <a:pt x="1751" y="875"/>
                  </a:moveTo>
                  <a:cubicBezTo>
                    <a:pt x="1751" y="1357"/>
                    <a:pt x="1358" y="1751"/>
                    <a:pt x="876" y="1751"/>
                  </a:cubicBezTo>
                  <a:cubicBezTo>
                    <a:pt x="384" y="1751"/>
                    <a:pt x="0" y="1357"/>
                    <a:pt x="0" y="875"/>
                  </a:cubicBezTo>
                  <a:cubicBezTo>
                    <a:pt x="0" y="394"/>
                    <a:pt x="384" y="0"/>
                    <a:pt x="876" y="0"/>
                  </a:cubicBezTo>
                  <a:cubicBezTo>
                    <a:pt x="1358" y="0"/>
                    <a:pt x="1751" y="394"/>
                    <a:pt x="1751" y="875"/>
                  </a:cubicBezTo>
                  <a:close/>
                </a:path>
              </a:pathLst>
            </a:custGeom>
            <a:noFill/>
            <a:ln w="6875" cap="flat" cmpd="sng">
              <a:solidFill>
                <a:schemeClr val="dk2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48"/>
            <p:cNvSpPr/>
            <p:nvPr/>
          </p:nvSpPr>
          <p:spPr>
            <a:xfrm>
              <a:off x="6276071" y="4007790"/>
              <a:ext cx="115971" cy="59036"/>
            </a:xfrm>
            <a:custGeom>
              <a:avLst/>
              <a:gdLst/>
              <a:ahLst/>
              <a:cxnLst/>
              <a:rect l="l" t="t" r="r" b="b"/>
              <a:pathLst>
                <a:path w="3807" h="1938" extrusionOk="0">
                  <a:moveTo>
                    <a:pt x="1" y="0"/>
                  </a:moveTo>
                  <a:lnTo>
                    <a:pt x="1" y="1938"/>
                  </a:lnTo>
                  <a:lnTo>
                    <a:pt x="3807" y="1938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48"/>
            <p:cNvSpPr/>
            <p:nvPr/>
          </p:nvSpPr>
          <p:spPr>
            <a:xfrm>
              <a:off x="7197623" y="3807377"/>
              <a:ext cx="307702" cy="440701"/>
            </a:xfrm>
            <a:custGeom>
              <a:avLst/>
              <a:gdLst/>
              <a:ahLst/>
              <a:cxnLst/>
              <a:rect l="l" t="t" r="r" b="b"/>
              <a:pathLst>
                <a:path w="10101" h="14467" extrusionOk="0">
                  <a:moveTo>
                    <a:pt x="10101" y="0"/>
                  </a:moveTo>
                  <a:lnTo>
                    <a:pt x="9206" y="325"/>
                  </a:lnTo>
                  <a:lnTo>
                    <a:pt x="8930" y="423"/>
                  </a:lnTo>
                  <a:lnTo>
                    <a:pt x="0" y="3600"/>
                  </a:lnTo>
                  <a:lnTo>
                    <a:pt x="0" y="11487"/>
                  </a:lnTo>
                  <a:lnTo>
                    <a:pt x="8930" y="14123"/>
                  </a:lnTo>
                  <a:lnTo>
                    <a:pt x="9206" y="14201"/>
                  </a:lnTo>
                  <a:lnTo>
                    <a:pt x="10101" y="14467"/>
                  </a:lnTo>
                  <a:lnTo>
                    <a:pt x="101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48"/>
            <p:cNvSpPr/>
            <p:nvPr/>
          </p:nvSpPr>
          <p:spPr>
            <a:xfrm>
              <a:off x="7469654" y="3817247"/>
              <a:ext cx="8408" cy="422759"/>
            </a:xfrm>
            <a:custGeom>
              <a:avLst/>
              <a:gdLst/>
              <a:ahLst/>
              <a:cxnLst/>
              <a:rect l="l" t="t" r="r" b="b"/>
              <a:pathLst>
                <a:path w="276" h="13878" extrusionOk="0">
                  <a:moveTo>
                    <a:pt x="276" y="1"/>
                  </a:moveTo>
                  <a:lnTo>
                    <a:pt x="0" y="99"/>
                  </a:lnTo>
                  <a:lnTo>
                    <a:pt x="0" y="13799"/>
                  </a:lnTo>
                  <a:lnTo>
                    <a:pt x="276" y="13877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48"/>
            <p:cNvSpPr/>
            <p:nvPr/>
          </p:nvSpPr>
          <p:spPr>
            <a:xfrm>
              <a:off x="6329685" y="3422910"/>
              <a:ext cx="400308" cy="385076"/>
            </a:xfrm>
            <a:custGeom>
              <a:avLst/>
              <a:gdLst/>
              <a:ahLst/>
              <a:cxnLst/>
              <a:rect l="l" t="t" r="r" b="b"/>
              <a:pathLst>
                <a:path w="13141" h="12641" extrusionOk="0">
                  <a:moveTo>
                    <a:pt x="6826" y="278"/>
                  </a:moveTo>
                  <a:cubicBezTo>
                    <a:pt x="10160" y="278"/>
                    <a:pt x="12875" y="2983"/>
                    <a:pt x="12875" y="6327"/>
                  </a:cubicBezTo>
                  <a:cubicBezTo>
                    <a:pt x="12875" y="8766"/>
                    <a:pt x="11399" y="10979"/>
                    <a:pt x="9137" y="11913"/>
                  </a:cubicBezTo>
                  <a:cubicBezTo>
                    <a:pt x="8393" y="12222"/>
                    <a:pt x="7610" y="12372"/>
                    <a:pt x="6833" y="12372"/>
                  </a:cubicBezTo>
                  <a:cubicBezTo>
                    <a:pt x="5258" y="12372"/>
                    <a:pt x="3707" y="11757"/>
                    <a:pt x="2548" y="10605"/>
                  </a:cubicBezTo>
                  <a:cubicBezTo>
                    <a:pt x="817" y="8874"/>
                    <a:pt x="306" y="6268"/>
                    <a:pt x="1240" y="4006"/>
                  </a:cubicBezTo>
                  <a:cubicBezTo>
                    <a:pt x="2174" y="1754"/>
                    <a:pt x="4377" y="278"/>
                    <a:pt x="6826" y="278"/>
                  </a:cubicBezTo>
                  <a:close/>
                  <a:moveTo>
                    <a:pt x="6818" y="0"/>
                  </a:moveTo>
                  <a:cubicBezTo>
                    <a:pt x="5174" y="0"/>
                    <a:pt x="3561" y="643"/>
                    <a:pt x="2351" y="1852"/>
                  </a:cubicBezTo>
                  <a:cubicBezTo>
                    <a:pt x="542" y="3662"/>
                    <a:pt x="1" y="6376"/>
                    <a:pt x="984" y="8746"/>
                  </a:cubicBezTo>
                  <a:cubicBezTo>
                    <a:pt x="1958" y="11106"/>
                    <a:pt x="4269" y="12641"/>
                    <a:pt x="6826" y="12641"/>
                  </a:cubicBezTo>
                  <a:cubicBezTo>
                    <a:pt x="10308" y="12641"/>
                    <a:pt x="13140" y="9808"/>
                    <a:pt x="13140" y="6327"/>
                  </a:cubicBezTo>
                  <a:cubicBezTo>
                    <a:pt x="13140" y="3770"/>
                    <a:pt x="11606" y="1459"/>
                    <a:pt x="9246" y="485"/>
                  </a:cubicBezTo>
                  <a:cubicBezTo>
                    <a:pt x="8459" y="159"/>
                    <a:pt x="7635" y="0"/>
                    <a:pt x="68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48"/>
            <p:cNvSpPr/>
            <p:nvPr/>
          </p:nvSpPr>
          <p:spPr>
            <a:xfrm>
              <a:off x="6890835" y="3422910"/>
              <a:ext cx="400277" cy="385076"/>
            </a:xfrm>
            <a:custGeom>
              <a:avLst/>
              <a:gdLst/>
              <a:ahLst/>
              <a:cxnLst/>
              <a:rect l="l" t="t" r="r" b="b"/>
              <a:pathLst>
                <a:path w="13140" h="12641" extrusionOk="0">
                  <a:moveTo>
                    <a:pt x="6816" y="278"/>
                  </a:moveTo>
                  <a:cubicBezTo>
                    <a:pt x="10150" y="278"/>
                    <a:pt x="12855" y="2983"/>
                    <a:pt x="12864" y="6317"/>
                  </a:cubicBezTo>
                  <a:cubicBezTo>
                    <a:pt x="12864" y="8766"/>
                    <a:pt x="11389" y="10979"/>
                    <a:pt x="9127" y="11913"/>
                  </a:cubicBezTo>
                  <a:cubicBezTo>
                    <a:pt x="8383" y="12222"/>
                    <a:pt x="7600" y="12372"/>
                    <a:pt x="6822" y="12372"/>
                  </a:cubicBezTo>
                  <a:cubicBezTo>
                    <a:pt x="5248" y="12372"/>
                    <a:pt x="3697" y="11757"/>
                    <a:pt x="2538" y="10605"/>
                  </a:cubicBezTo>
                  <a:cubicBezTo>
                    <a:pt x="807" y="8874"/>
                    <a:pt x="296" y="6268"/>
                    <a:pt x="1230" y="4006"/>
                  </a:cubicBezTo>
                  <a:cubicBezTo>
                    <a:pt x="2164" y="1744"/>
                    <a:pt x="4367" y="278"/>
                    <a:pt x="6816" y="278"/>
                  </a:cubicBezTo>
                  <a:close/>
                  <a:moveTo>
                    <a:pt x="6815" y="0"/>
                  </a:moveTo>
                  <a:cubicBezTo>
                    <a:pt x="5173" y="0"/>
                    <a:pt x="3560" y="643"/>
                    <a:pt x="2351" y="1852"/>
                  </a:cubicBezTo>
                  <a:cubicBezTo>
                    <a:pt x="541" y="3662"/>
                    <a:pt x="1" y="6376"/>
                    <a:pt x="984" y="8736"/>
                  </a:cubicBezTo>
                  <a:cubicBezTo>
                    <a:pt x="1958" y="11097"/>
                    <a:pt x="4259" y="12641"/>
                    <a:pt x="6816" y="12641"/>
                  </a:cubicBezTo>
                  <a:cubicBezTo>
                    <a:pt x="10307" y="12641"/>
                    <a:pt x="13140" y="9808"/>
                    <a:pt x="13140" y="6327"/>
                  </a:cubicBezTo>
                  <a:cubicBezTo>
                    <a:pt x="13140" y="3770"/>
                    <a:pt x="11596" y="1459"/>
                    <a:pt x="9235" y="485"/>
                  </a:cubicBezTo>
                  <a:cubicBezTo>
                    <a:pt x="8452" y="159"/>
                    <a:pt x="7630" y="0"/>
                    <a:pt x="68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48"/>
            <p:cNvSpPr/>
            <p:nvPr/>
          </p:nvSpPr>
          <p:spPr>
            <a:xfrm>
              <a:off x="6490588" y="3564865"/>
              <a:ext cx="93489" cy="80147"/>
            </a:xfrm>
            <a:custGeom>
              <a:avLst/>
              <a:gdLst/>
              <a:ahLst/>
              <a:cxnLst/>
              <a:rect l="l" t="t" r="r" b="b"/>
              <a:pathLst>
                <a:path w="3069" h="2631" extrusionOk="0">
                  <a:moveTo>
                    <a:pt x="1751" y="280"/>
                  </a:moveTo>
                  <a:cubicBezTo>
                    <a:pt x="2321" y="280"/>
                    <a:pt x="2793" y="742"/>
                    <a:pt x="2793" y="1313"/>
                  </a:cubicBezTo>
                  <a:cubicBezTo>
                    <a:pt x="2793" y="1944"/>
                    <a:pt x="2281" y="2360"/>
                    <a:pt x="1746" y="2360"/>
                  </a:cubicBezTo>
                  <a:cubicBezTo>
                    <a:pt x="1489" y="2360"/>
                    <a:pt x="1227" y="2264"/>
                    <a:pt x="1013" y="2050"/>
                  </a:cubicBezTo>
                  <a:cubicBezTo>
                    <a:pt x="354" y="1401"/>
                    <a:pt x="826" y="280"/>
                    <a:pt x="1751" y="280"/>
                  </a:cubicBezTo>
                  <a:close/>
                  <a:moveTo>
                    <a:pt x="1741" y="0"/>
                  </a:moveTo>
                  <a:cubicBezTo>
                    <a:pt x="1419" y="0"/>
                    <a:pt x="1091" y="120"/>
                    <a:pt x="826" y="388"/>
                  </a:cubicBezTo>
                  <a:cubicBezTo>
                    <a:pt x="0" y="1214"/>
                    <a:pt x="580" y="2631"/>
                    <a:pt x="1751" y="2631"/>
                  </a:cubicBezTo>
                  <a:cubicBezTo>
                    <a:pt x="2479" y="2631"/>
                    <a:pt x="3069" y="2040"/>
                    <a:pt x="3059" y="1313"/>
                  </a:cubicBezTo>
                  <a:cubicBezTo>
                    <a:pt x="3059" y="522"/>
                    <a:pt x="2412" y="0"/>
                    <a:pt x="1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48"/>
            <p:cNvSpPr/>
            <p:nvPr/>
          </p:nvSpPr>
          <p:spPr>
            <a:xfrm>
              <a:off x="7044214" y="3564865"/>
              <a:ext cx="93520" cy="80147"/>
            </a:xfrm>
            <a:custGeom>
              <a:avLst/>
              <a:gdLst/>
              <a:ahLst/>
              <a:cxnLst/>
              <a:rect l="l" t="t" r="r" b="b"/>
              <a:pathLst>
                <a:path w="3070" h="2631" extrusionOk="0">
                  <a:moveTo>
                    <a:pt x="1761" y="280"/>
                  </a:moveTo>
                  <a:cubicBezTo>
                    <a:pt x="2332" y="280"/>
                    <a:pt x="2794" y="742"/>
                    <a:pt x="2794" y="1313"/>
                  </a:cubicBezTo>
                  <a:cubicBezTo>
                    <a:pt x="2794" y="1944"/>
                    <a:pt x="2282" y="2360"/>
                    <a:pt x="1750" y="2360"/>
                  </a:cubicBezTo>
                  <a:cubicBezTo>
                    <a:pt x="1494" y="2360"/>
                    <a:pt x="1234" y="2264"/>
                    <a:pt x="1024" y="2050"/>
                  </a:cubicBezTo>
                  <a:cubicBezTo>
                    <a:pt x="365" y="1401"/>
                    <a:pt x="827" y="280"/>
                    <a:pt x="1761" y="280"/>
                  </a:cubicBezTo>
                  <a:close/>
                  <a:moveTo>
                    <a:pt x="1742" y="0"/>
                  </a:moveTo>
                  <a:cubicBezTo>
                    <a:pt x="1419" y="0"/>
                    <a:pt x="1092" y="120"/>
                    <a:pt x="827" y="388"/>
                  </a:cubicBezTo>
                  <a:cubicBezTo>
                    <a:pt x="1" y="1224"/>
                    <a:pt x="591" y="2631"/>
                    <a:pt x="1761" y="2631"/>
                  </a:cubicBezTo>
                  <a:cubicBezTo>
                    <a:pt x="2479" y="2621"/>
                    <a:pt x="3069" y="2040"/>
                    <a:pt x="3069" y="1313"/>
                  </a:cubicBezTo>
                  <a:cubicBezTo>
                    <a:pt x="3063" y="522"/>
                    <a:pt x="2414" y="0"/>
                    <a:pt x="17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48"/>
            <p:cNvSpPr/>
            <p:nvPr/>
          </p:nvSpPr>
          <p:spPr>
            <a:xfrm>
              <a:off x="6948653" y="4274123"/>
              <a:ext cx="335270" cy="137234"/>
            </a:xfrm>
            <a:custGeom>
              <a:avLst/>
              <a:gdLst/>
              <a:ahLst/>
              <a:cxnLst/>
              <a:rect l="l" t="t" r="r" b="b"/>
              <a:pathLst>
                <a:path w="11006" h="4505" extrusionOk="0">
                  <a:moveTo>
                    <a:pt x="7151" y="1250"/>
                  </a:moveTo>
                  <a:cubicBezTo>
                    <a:pt x="7367" y="1250"/>
                    <a:pt x="7534" y="1515"/>
                    <a:pt x="7593" y="1751"/>
                  </a:cubicBezTo>
                  <a:cubicBezTo>
                    <a:pt x="7682" y="2164"/>
                    <a:pt x="7632" y="2587"/>
                    <a:pt x="7455" y="2971"/>
                  </a:cubicBezTo>
                  <a:cubicBezTo>
                    <a:pt x="7121" y="2725"/>
                    <a:pt x="6885" y="2361"/>
                    <a:pt x="6806" y="1958"/>
                  </a:cubicBezTo>
                  <a:cubicBezTo>
                    <a:pt x="6767" y="1741"/>
                    <a:pt x="6816" y="1535"/>
                    <a:pt x="6934" y="1358"/>
                  </a:cubicBezTo>
                  <a:cubicBezTo>
                    <a:pt x="6983" y="1289"/>
                    <a:pt x="7062" y="1250"/>
                    <a:pt x="7151" y="1250"/>
                  </a:cubicBezTo>
                  <a:close/>
                  <a:moveTo>
                    <a:pt x="3551" y="1859"/>
                  </a:moveTo>
                  <a:cubicBezTo>
                    <a:pt x="3600" y="1859"/>
                    <a:pt x="3649" y="1869"/>
                    <a:pt x="3699" y="1889"/>
                  </a:cubicBezTo>
                  <a:cubicBezTo>
                    <a:pt x="3836" y="1938"/>
                    <a:pt x="3944" y="2036"/>
                    <a:pt x="4003" y="2174"/>
                  </a:cubicBezTo>
                  <a:cubicBezTo>
                    <a:pt x="4112" y="2449"/>
                    <a:pt x="3994" y="2764"/>
                    <a:pt x="3856" y="2971"/>
                  </a:cubicBezTo>
                  <a:cubicBezTo>
                    <a:pt x="3767" y="3098"/>
                    <a:pt x="3659" y="3207"/>
                    <a:pt x="3531" y="3295"/>
                  </a:cubicBezTo>
                  <a:cubicBezTo>
                    <a:pt x="3394" y="3118"/>
                    <a:pt x="3295" y="2921"/>
                    <a:pt x="3226" y="2705"/>
                  </a:cubicBezTo>
                  <a:cubicBezTo>
                    <a:pt x="3138" y="2410"/>
                    <a:pt x="3148" y="2036"/>
                    <a:pt x="3394" y="1899"/>
                  </a:cubicBezTo>
                  <a:cubicBezTo>
                    <a:pt x="3443" y="1869"/>
                    <a:pt x="3492" y="1859"/>
                    <a:pt x="3551" y="1859"/>
                  </a:cubicBezTo>
                  <a:close/>
                  <a:moveTo>
                    <a:pt x="10593" y="1"/>
                  </a:moveTo>
                  <a:lnTo>
                    <a:pt x="10347" y="119"/>
                  </a:lnTo>
                  <a:cubicBezTo>
                    <a:pt x="10612" y="679"/>
                    <a:pt x="10730" y="1299"/>
                    <a:pt x="10691" y="1918"/>
                  </a:cubicBezTo>
                  <a:cubicBezTo>
                    <a:pt x="10691" y="2204"/>
                    <a:pt x="10612" y="2489"/>
                    <a:pt x="10485" y="2744"/>
                  </a:cubicBezTo>
                  <a:cubicBezTo>
                    <a:pt x="10191" y="3279"/>
                    <a:pt x="9568" y="3503"/>
                    <a:pt x="8961" y="3503"/>
                  </a:cubicBezTo>
                  <a:cubicBezTo>
                    <a:pt x="8776" y="3503"/>
                    <a:pt x="8592" y="3482"/>
                    <a:pt x="8419" y="3443"/>
                  </a:cubicBezTo>
                  <a:cubicBezTo>
                    <a:pt x="8154" y="3374"/>
                    <a:pt x="7908" y="3275"/>
                    <a:pt x="7682" y="3128"/>
                  </a:cubicBezTo>
                  <a:cubicBezTo>
                    <a:pt x="7898" y="2685"/>
                    <a:pt x="7957" y="2174"/>
                    <a:pt x="7849" y="1682"/>
                  </a:cubicBezTo>
                  <a:cubicBezTo>
                    <a:pt x="7760" y="1328"/>
                    <a:pt x="7514" y="964"/>
                    <a:pt x="7151" y="964"/>
                  </a:cubicBezTo>
                  <a:cubicBezTo>
                    <a:pt x="6974" y="974"/>
                    <a:pt x="6816" y="1043"/>
                    <a:pt x="6718" y="1181"/>
                  </a:cubicBezTo>
                  <a:cubicBezTo>
                    <a:pt x="6541" y="1417"/>
                    <a:pt x="6472" y="1712"/>
                    <a:pt x="6521" y="2007"/>
                  </a:cubicBezTo>
                  <a:cubicBezTo>
                    <a:pt x="6629" y="2489"/>
                    <a:pt x="6905" y="2921"/>
                    <a:pt x="7318" y="3216"/>
                  </a:cubicBezTo>
                  <a:cubicBezTo>
                    <a:pt x="7278" y="3275"/>
                    <a:pt x="7229" y="3344"/>
                    <a:pt x="7190" y="3403"/>
                  </a:cubicBezTo>
                  <a:cubicBezTo>
                    <a:pt x="6806" y="3856"/>
                    <a:pt x="6256" y="4151"/>
                    <a:pt x="5656" y="4220"/>
                  </a:cubicBezTo>
                  <a:cubicBezTo>
                    <a:pt x="5588" y="4225"/>
                    <a:pt x="5520" y="4228"/>
                    <a:pt x="5452" y="4228"/>
                  </a:cubicBezTo>
                  <a:cubicBezTo>
                    <a:pt x="4804" y="4228"/>
                    <a:pt x="4172" y="3974"/>
                    <a:pt x="3718" y="3502"/>
                  </a:cubicBezTo>
                  <a:cubicBezTo>
                    <a:pt x="3856" y="3403"/>
                    <a:pt x="3984" y="3275"/>
                    <a:pt x="4082" y="3138"/>
                  </a:cubicBezTo>
                  <a:cubicBezTo>
                    <a:pt x="4318" y="2833"/>
                    <a:pt x="4387" y="2430"/>
                    <a:pt x="4259" y="2066"/>
                  </a:cubicBezTo>
                  <a:cubicBezTo>
                    <a:pt x="4180" y="1859"/>
                    <a:pt x="4003" y="1702"/>
                    <a:pt x="3797" y="1623"/>
                  </a:cubicBezTo>
                  <a:cubicBezTo>
                    <a:pt x="3719" y="1593"/>
                    <a:pt x="3638" y="1578"/>
                    <a:pt x="3558" y="1578"/>
                  </a:cubicBezTo>
                  <a:cubicBezTo>
                    <a:pt x="3455" y="1578"/>
                    <a:pt x="3354" y="1603"/>
                    <a:pt x="3266" y="1653"/>
                  </a:cubicBezTo>
                  <a:cubicBezTo>
                    <a:pt x="2882" y="1869"/>
                    <a:pt x="2843" y="2371"/>
                    <a:pt x="2961" y="2784"/>
                  </a:cubicBezTo>
                  <a:cubicBezTo>
                    <a:pt x="3030" y="3020"/>
                    <a:pt x="3148" y="3236"/>
                    <a:pt x="3285" y="3443"/>
                  </a:cubicBezTo>
                  <a:cubicBezTo>
                    <a:pt x="3052" y="3547"/>
                    <a:pt x="2800" y="3602"/>
                    <a:pt x="2548" y="3602"/>
                  </a:cubicBezTo>
                  <a:cubicBezTo>
                    <a:pt x="2396" y="3602"/>
                    <a:pt x="2243" y="3582"/>
                    <a:pt x="2095" y="3541"/>
                  </a:cubicBezTo>
                  <a:cubicBezTo>
                    <a:pt x="1486" y="3374"/>
                    <a:pt x="945" y="2892"/>
                    <a:pt x="640" y="2233"/>
                  </a:cubicBezTo>
                  <a:cubicBezTo>
                    <a:pt x="384" y="1663"/>
                    <a:pt x="286" y="984"/>
                    <a:pt x="355" y="207"/>
                  </a:cubicBezTo>
                  <a:lnTo>
                    <a:pt x="69" y="178"/>
                  </a:lnTo>
                  <a:lnTo>
                    <a:pt x="69" y="178"/>
                  </a:lnTo>
                  <a:cubicBezTo>
                    <a:pt x="1" y="1014"/>
                    <a:pt x="109" y="1741"/>
                    <a:pt x="384" y="2351"/>
                  </a:cubicBezTo>
                  <a:cubicBezTo>
                    <a:pt x="728" y="3079"/>
                    <a:pt x="1338" y="3630"/>
                    <a:pt x="2027" y="3816"/>
                  </a:cubicBezTo>
                  <a:cubicBezTo>
                    <a:pt x="2195" y="3861"/>
                    <a:pt x="2366" y="3883"/>
                    <a:pt x="2537" y="3883"/>
                  </a:cubicBezTo>
                  <a:cubicBezTo>
                    <a:pt x="2857" y="3883"/>
                    <a:pt x="3174" y="3806"/>
                    <a:pt x="3462" y="3659"/>
                  </a:cubicBezTo>
                  <a:cubicBezTo>
                    <a:pt x="3974" y="4200"/>
                    <a:pt x="4672" y="4505"/>
                    <a:pt x="5410" y="4505"/>
                  </a:cubicBezTo>
                  <a:cubicBezTo>
                    <a:pt x="5498" y="4505"/>
                    <a:pt x="5587" y="4495"/>
                    <a:pt x="5675" y="4485"/>
                  </a:cubicBezTo>
                  <a:cubicBezTo>
                    <a:pt x="6344" y="4416"/>
                    <a:pt x="6954" y="4092"/>
                    <a:pt x="7387" y="3571"/>
                  </a:cubicBezTo>
                  <a:cubicBezTo>
                    <a:pt x="7436" y="3512"/>
                    <a:pt x="7485" y="3443"/>
                    <a:pt x="7534" y="3374"/>
                  </a:cubicBezTo>
                  <a:cubicBezTo>
                    <a:pt x="7780" y="3521"/>
                    <a:pt x="8055" y="3639"/>
                    <a:pt x="8341" y="3708"/>
                  </a:cubicBezTo>
                  <a:cubicBezTo>
                    <a:pt x="8535" y="3753"/>
                    <a:pt x="8745" y="3777"/>
                    <a:pt x="8958" y="3777"/>
                  </a:cubicBezTo>
                  <a:cubicBezTo>
                    <a:pt x="9641" y="3777"/>
                    <a:pt x="10361" y="3527"/>
                    <a:pt x="10721" y="2882"/>
                  </a:cubicBezTo>
                  <a:cubicBezTo>
                    <a:pt x="10868" y="2587"/>
                    <a:pt x="10957" y="2263"/>
                    <a:pt x="10966" y="1938"/>
                  </a:cubicBezTo>
                  <a:cubicBezTo>
                    <a:pt x="11006" y="1269"/>
                    <a:pt x="10878" y="600"/>
                    <a:pt x="10593" y="1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48"/>
            <p:cNvSpPr/>
            <p:nvPr/>
          </p:nvSpPr>
          <p:spPr>
            <a:xfrm>
              <a:off x="7444796" y="3215065"/>
              <a:ext cx="210344" cy="144727"/>
            </a:xfrm>
            <a:custGeom>
              <a:avLst/>
              <a:gdLst/>
              <a:ahLst/>
              <a:cxnLst/>
              <a:rect l="l" t="t" r="r" b="b"/>
              <a:pathLst>
                <a:path w="6905" h="4751" fill="none" extrusionOk="0">
                  <a:moveTo>
                    <a:pt x="0" y="1348"/>
                  </a:moveTo>
                  <a:cubicBezTo>
                    <a:pt x="600" y="286"/>
                    <a:pt x="2016" y="1"/>
                    <a:pt x="2980" y="758"/>
                  </a:cubicBezTo>
                  <a:cubicBezTo>
                    <a:pt x="3285" y="1004"/>
                    <a:pt x="3531" y="1299"/>
                    <a:pt x="3718" y="1643"/>
                  </a:cubicBezTo>
                  <a:cubicBezTo>
                    <a:pt x="3904" y="1928"/>
                    <a:pt x="4032" y="2243"/>
                    <a:pt x="4082" y="2587"/>
                  </a:cubicBezTo>
                  <a:cubicBezTo>
                    <a:pt x="4121" y="3207"/>
                    <a:pt x="3747" y="3777"/>
                    <a:pt x="3157" y="4003"/>
                  </a:cubicBezTo>
                  <a:cubicBezTo>
                    <a:pt x="3088" y="4033"/>
                    <a:pt x="3000" y="4043"/>
                    <a:pt x="2911" y="4013"/>
                  </a:cubicBezTo>
                  <a:cubicBezTo>
                    <a:pt x="2862" y="3984"/>
                    <a:pt x="2813" y="3925"/>
                    <a:pt x="2783" y="3866"/>
                  </a:cubicBezTo>
                  <a:cubicBezTo>
                    <a:pt x="2606" y="3502"/>
                    <a:pt x="2646" y="3069"/>
                    <a:pt x="2891" y="2754"/>
                  </a:cubicBezTo>
                  <a:cubicBezTo>
                    <a:pt x="3137" y="2440"/>
                    <a:pt x="3491" y="2223"/>
                    <a:pt x="3885" y="2145"/>
                  </a:cubicBezTo>
                  <a:cubicBezTo>
                    <a:pt x="5468" y="1791"/>
                    <a:pt x="6904" y="3148"/>
                    <a:pt x="6648" y="4751"/>
                  </a:cubicBezTo>
                </a:path>
              </a:pathLst>
            </a:custGeom>
            <a:noFill/>
            <a:ln w="6875" cap="flat" cmpd="sng">
              <a:solidFill>
                <a:srgbClr val="1F1541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48"/>
            <p:cNvSpPr/>
            <p:nvPr/>
          </p:nvSpPr>
          <p:spPr>
            <a:xfrm>
              <a:off x="7719941" y="3657291"/>
              <a:ext cx="46303" cy="39479"/>
            </a:xfrm>
            <a:custGeom>
              <a:avLst/>
              <a:gdLst/>
              <a:ahLst/>
              <a:cxnLst/>
              <a:rect l="l" t="t" r="r" b="b"/>
              <a:pathLst>
                <a:path w="1520" h="1296" extrusionOk="0">
                  <a:moveTo>
                    <a:pt x="747" y="1"/>
                  </a:moveTo>
                  <a:cubicBezTo>
                    <a:pt x="660" y="1"/>
                    <a:pt x="571" y="19"/>
                    <a:pt x="482" y="59"/>
                  </a:cubicBezTo>
                  <a:cubicBezTo>
                    <a:pt x="148" y="207"/>
                    <a:pt x="0" y="581"/>
                    <a:pt x="148" y="915"/>
                  </a:cubicBezTo>
                  <a:cubicBezTo>
                    <a:pt x="263" y="1169"/>
                    <a:pt x="503" y="1295"/>
                    <a:pt x="742" y="1295"/>
                  </a:cubicBezTo>
                  <a:cubicBezTo>
                    <a:pt x="992" y="1295"/>
                    <a:pt x="1242" y="1157"/>
                    <a:pt x="1348" y="885"/>
                  </a:cubicBezTo>
                  <a:cubicBezTo>
                    <a:pt x="1519" y="436"/>
                    <a:pt x="1169" y="1"/>
                    <a:pt x="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48"/>
            <p:cNvSpPr/>
            <p:nvPr/>
          </p:nvSpPr>
          <p:spPr>
            <a:xfrm>
              <a:off x="7754091" y="3730466"/>
              <a:ext cx="46303" cy="39479"/>
            </a:xfrm>
            <a:custGeom>
              <a:avLst/>
              <a:gdLst/>
              <a:ahLst/>
              <a:cxnLst/>
              <a:rect l="l" t="t" r="r" b="b"/>
              <a:pathLst>
                <a:path w="1520" h="1296" extrusionOk="0">
                  <a:moveTo>
                    <a:pt x="747" y="1"/>
                  </a:moveTo>
                  <a:cubicBezTo>
                    <a:pt x="660" y="1"/>
                    <a:pt x="571" y="19"/>
                    <a:pt x="482" y="59"/>
                  </a:cubicBezTo>
                  <a:cubicBezTo>
                    <a:pt x="148" y="207"/>
                    <a:pt x="0" y="581"/>
                    <a:pt x="148" y="915"/>
                  </a:cubicBezTo>
                  <a:cubicBezTo>
                    <a:pt x="263" y="1169"/>
                    <a:pt x="503" y="1295"/>
                    <a:pt x="742" y="1295"/>
                  </a:cubicBezTo>
                  <a:cubicBezTo>
                    <a:pt x="992" y="1295"/>
                    <a:pt x="1242" y="1157"/>
                    <a:pt x="1348" y="885"/>
                  </a:cubicBezTo>
                  <a:cubicBezTo>
                    <a:pt x="1519" y="436"/>
                    <a:pt x="1169" y="1"/>
                    <a:pt x="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48"/>
            <p:cNvSpPr/>
            <p:nvPr/>
          </p:nvSpPr>
          <p:spPr>
            <a:xfrm>
              <a:off x="7782391" y="3814366"/>
              <a:ext cx="46303" cy="39479"/>
            </a:xfrm>
            <a:custGeom>
              <a:avLst/>
              <a:gdLst/>
              <a:ahLst/>
              <a:cxnLst/>
              <a:rect l="l" t="t" r="r" b="b"/>
              <a:pathLst>
                <a:path w="1520" h="1296" extrusionOk="0">
                  <a:moveTo>
                    <a:pt x="747" y="1"/>
                  </a:moveTo>
                  <a:cubicBezTo>
                    <a:pt x="660" y="1"/>
                    <a:pt x="571" y="19"/>
                    <a:pt x="482" y="59"/>
                  </a:cubicBezTo>
                  <a:cubicBezTo>
                    <a:pt x="148" y="207"/>
                    <a:pt x="0" y="581"/>
                    <a:pt x="148" y="915"/>
                  </a:cubicBezTo>
                  <a:cubicBezTo>
                    <a:pt x="263" y="1169"/>
                    <a:pt x="503" y="1295"/>
                    <a:pt x="742" y="1295"/>
                  </a:cubicBezTo>
                  <a:cubicBezTo>
                    <a:pt x="992" y="1295"/>
                    <a:pt x="1242" y="1157"/>
                    <a:pt x="1348" y="885"/>
                  </a:cubicBezTo>
                  <a:cubicBezTo>
                    <a:pt x="1519" y="436"/>
                    <a:pt x="1169" y="1"/>
                    <a:pt x="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9" name="Google Shape;2999;p48"/>
          <p:cNvGrpSpPr/>
          <p:nvPr/>
        </p:nvGrpSpPr>
        <p:grpSpPr>
          <a:xfrm rot="1028379">
            <a:off x="7452300" y="3936281"/>
            <a:ext cx="1132422" cy="1063982"/>
            <a:chOff x="220838" y="-10150"/>
            <a:chExt cx="1417700" cy="1331700"/>
          </a:xfrm>
        </p:grpSpPr>
        <p:sp>
          <p:nvSpPr>
            <p:cNvPr id="3000" name="Google Shape;3000;p48"/>
            <p:cNvSpPr/>
            <p:nvPr/>
          </p:nvSpPr>
          <p:spPr>
            <a:xfrm>
              <a:off x="220838" y="-10150"/>
              <a:ext cx="1241175" cy="540250"/>
            </a:xfrm>
            <a:custGeom>
              <a:avLst/>
              <a:gdLst/>
              <a:ahLst/>
              <a:cxnLst/>
              <a:rect l="l" t="t" r="r" b="b"/>
              <a:pathLst>
                <a:path w="49647" h="21610" extrusionOk="0">
                  <a:moveTo>
                    <a:pt x="46637" y="0"/>
                  </a:moveTo>
                  <a:cubicBezTo>
                    <a:pt x="46539" y="0"/>
                    <a:pt x="46440" y="21"/>
                    <a:pt x="46342" y="62"/>
                  </a:cubicBezTo>
                  <a:lnTo>
                    <a:pt x="44296" y="750"/>
                  </a:lnTo>
                  <a:cubicBezTo>
                    <a:pt x="44228" y="760"/>
                    <a:pt x="44159" y="780"/>
                    <a:pt x="44090" y="799"/>
                  </a:cubicBezTo>
                  <a:lnTo>
                    <a:pt x="40569" y="1989"/>
                  </a:lnTo>
                  <a:cubicBezTo>
                    <a:pt x="40490" y="2019"/>
                    <a:pt x="40422" y="2048"/>
                    <a:pt x="40353" y="2088"/>
                  </a:cubicBezTo>
                  <a:lnTo>
                    <a:pt x="36773" y="3307"/>
                  </a:lnTo>
                  <a:cubicBezTo>
                    <a:pt x="36694" y="3317"/>
                    <a:pt x="36615" y="3337"/>
                    <a:pt x="36537" y="3357"/>
                  </a:cubicBezTo>
                  <a:lnTo>
                    <a:pt x="33006" y="4556"/>
                  </a:lnTo>
                  <a:cubicBezTo>
                    <a:pt x="32927" y="4586"/>
                    <a:pt x="32859" y="4615"/>
                    <a:pt x="32790" y="4665"/>
                  </a:cubicBezTo>
                  <a:lnTo>
                    <a:pt x="28797" y="6012"/>
                  </a:lnTo>
                  <a:cubicBezTo>
                    <a:pt x="28708" y="6022"/>
                    <a:pt x="28620" y="6041"/>
                    <a:pt x="28541" y="6071"/>
                  </a:cubicBezTo>
                  <a:lnTo>
                    <a:pt x="25010" y="7261"/>
                  </a:lnTo>
                  <a:cubicBezTo>
                    <a:pt x="24932" y="7290"/>
                    <a:pt x="24853" y="7330"/>
                    <a:pt x="24774" y="7379"/>
                  </a:cubicBezTo>
                  <a:lnTo>
                    <a:pt x="20850" y="8707"/>
                  </a:lnTo>
                  <a:cubicBezTo>
                    <a:pt x="20762" y="8716"/>
                    <a:pt x="20673" y="8736"/>
                    <a:pt x="20585" y="8766"/>
                  </a:cubicBezTo>
                  <a:lnTo>
                    <a:pt x="17054" y="9965"/>
                  </a:lnTo>
                  <a:cubicBezTo>
                    <a:pt x="16966" y="9995"/>
                    <a:pt x="16887" y="10034"/>
                    <a:pt x="16808" y="10083"/>
                  </a:cubicBezTo>
                  <a:lnTo>
                    <a:pt x="12914" y="11411"/>
                  </a:lnTo>
                  <a:cubicBezTo>
                    <a:pt x="12815" y="11411"/>
                    <a:pt x="12727" y="11431"/>
                    <a:pt x="12628" y="11460"/>
                  </a:cubicBezTo>
                  <a:lnTo>
                    <a:pt x="9098" y="12660"/>
                  </a:lnTo>
                  <a:cubicBezTo>
                    <a:pt x="9009" y="12690"/>
                    <a:pt x="8921" y="12739"/>
                    <a:pt x="8832" y="12788"/>
                  </a:cubicBezTo>
                  <a:lnTo>
                    <a:pt x="905" y="15483"/>
                  </a:lnTo>
                  <a:cubicBezTo>
                    <a:pt x="305" y="15689"/>
                    <a:pt x="1" y="16348"/>
                    <a:pt x="227" y="16938"/>
                  </a:cubicBezTo>
                  <a:lnTo>
                    <a:pt x="1781" y="20912"/>
                  </a:lnTo>
                  <a:cubicBezTo>
                    <a:pt x="1948" y="21334"/>
                    <a:pt x="2351" y="21610"/>
                    <a:pt x="2813" y="21610"/>
                  </a:cubicBezTo>
                  <a:cubicBezTo>
                    <a:pt x="2931" y="21610"/>
                    <a:pt x="3049" y="21590"/>
                    <a:pt x="3167" y="21551"/>
                  </a:cubicBezTo>
                  <a:lnTo>
                    <a:pt x="5744" y="20675"/>
                  </a:lnTo>
                  <a:cubicBezTo>
                    <a:pt x="5783" y="20685"/>
                    <a:pt x="5823" y="20685"/>
                    <a:pt x="5872" y="20685"/>
                  </a:cubicBezTo>
                  <a:cubicBezTo>
                    <a:pt x="5980" y="20685"/>
                    <a:pt x="6098" y="20666"/>
                    <a:pt x="6206" y="20636"/>
                  </a:cubicBezTo>
                  <a:lnTo>
                    <a:pt x="9786" y="19485"/>
                  </a:lnTo>
                  <a:cubicBezTo>
                    <a:pt x="9983" y="19417"/>
                    <a:pt x="10150" y="19299"/>
                    <a:pt x="10288" y="19141"/>
                  </a:cubicBezTo>
                  <a:lnTo>
                    <a:pt x="13169" y="18168"/>
                  </a:lnTo>
                  <a:cubicBezTo>
                    <a:pt x="13228" y="18158"/>
                    <a:pt x="13287" y="18148"/>
                    <a:pt x="13336" y="18128"/>
                  </a:cubicBezTo>
                  <a:lnTo>
                    <a:pt x="16916" y="16978"/>
                  </a:lnTo>
                  <a:cubicBezTo>
                    <a:pt x="17044" y="16938"/>
                    <a:pt x="17162" y="16869"/>
                    <a:pt x="17270" y="16791"/>
                  </a:cubicBezTo>
                  <a:lnTo>
                    <a:pt x="20988" y="15532"/>
                  </a:lnTo>
                  <a:cubicBezTo>
                    <a:pt x="21106" y="15532"/>
                    <a:pt x="21224" y="15512"/>
                    <a:pt x="21342" y="15473"/>
                  </a:cubicBezTo>
                  <a:lnTo>
                    <a:pt x="22473" y="15089"/>
                  </a:lnTo>
                  <a:cubicBezTo>
                    <a:pt x="23260" y="14824"/>
                    <a:pt x="24066" y="14548"/>
                    <a:pt x="24883" y="14273"/>
                  </a:cubicBezTo>
                  <a:cubicBezTo>
                    <a:pt x="24991" y="14234"/>
                    <a:pt x="25099" y="14175"/>
                    <a:pt x="25197" y="14106"/>
                  </a:cubicBezTo>
                  <a:lnTo>
                    <a:pt x="28964" y="12827"/>
                  </a:lnTo>
                  <a:cubicBezTo>
                    <a:pt x="29082" y="12827"/>
                    <a:pt x="29200" y="12808"/>
                    <a:pt x="29308" y="12778"/>
                  </a:cubicBezTo>
                  <a:cubicBezTo>
                    <a:pt x="30488" y="12375"/>
                    <a:pt x="31659" y="11982"/>
                    <a:pt x="32839" y="11578"/>
                  </a:cubicBezTo>
                  <a:cubicBezTo>
                    <a:pt x="32937" y="11539"/>
                    <a:pt x="33036" y="11490"/>
                    <a:pt x="33124" y="11431"/>
                  </a:cubicBezTo>
                  <a:lnTo>
                    <a:pt x="36999" y="10123"/>
                  </a:lnTo>
                  <a:cubicBezTo>
                    <a:pt x="37097" y="10113"/>
                    <a:pt x="37206" y="10093"/>
                    <a:pt x="37304" y="10064"/>
                  </a:cubicBezTo>
                  <a:lnTo>
                    <a:pt x="38759" y="9572"/>
                  </a:lnTo>
                  <a:cubicBezTo>
                    <a:pt x="39458" y="9336"/>
                    <a:pt x="40156" y="9100"/>
                    <a:pt x="40835" y="8864"/>
                  </a:cubicBezTo>
                  <a:cubicBezTo>
                    <a:pt x="40923" y="8834"/>
                    <a:pt x="41012" y="8795"/>
                    <a:pt x="41090" y="8746"/>
                  </a:cubicBezTo>
                  <a:lnTo>
                    <a:pt x="44591" y="7566"/>
                  </a:lnTo>
                  <a:cubicBezTo>
                    <a:pt x="44680" y="7556"/>
                    <a:pt x="44769" y="7536"/>
                    <a:pt x="44857" y="7507"/>
                  </a:cubicBezTo>
                  <a:cubicBezTo>
                    <a:pt x="45722" y="7212"/>
                    <a:pt x="46529" y="6936"/>
                    <a:pt x="47276" y="6681"/>
                  </a:cubicBezTo>
                  <a:lnTo>
                    <a:pt x="48388" y="6307"/>
                  </a:lnTo>
                  <a:cubicBezTo>
                    <a:pt x="48457" y="6277"/>
                    <a:pt x="48525" y="6248"/>
                    <a:pt x="48594" y="6209"/>
                  </a:cubicBezTo>
                  <a:lnTo>
                    <a:pt x="48732" y="6159"/>
                  </a:lnTo>
                  <a:cubicBezTo>
                    <a:pt x="49342" y="5953"/>
                    <a:pt x="49647" y="5274"/>
                    <a:pt x="49401" y="4684"/>
                  </a:cubicBezTo>
                  <a:lnTo>
                    <a:pt x="47719" y="681"/>
                  </a:lnTo>
                  <a:cubicBezTo>
                    <a:pt x="47545" y="276"/>
                    <a:pt x="47162" y="3"/>
                    <a:pt x="46720" y="3"/>
                  </a:cubicBezTo>
                  <a:cubicBezTo>
                    <a:pt x="46712" y="3"/>
                    <a:pt x="46704" y="3"/>
                    <a:pt x="46696" y="3"/>
                  </a:cubicBezTo>
                  <a:cubicBezTo>
                    <a:pt x="46676" y="1"/>
                    <a:pt x="46657" y="0"/>
                    <a:pt x="46637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48"/>
            <p:cNvSpPr/>
            <p:nvPr/>
          </p:nvSpPr>
          <p:spPr>
            <a:xfrm>
              <a:off x="259938" y="212725"/>
              <a:ext cx="1378600" cy="1108825"/>
            </a:xfrm>
            <a:custGeom>
              <a:avLst/>
              <a:gdLst/>
              <a:ahLst/>
              <a:cxnLst/>
              <a:rect l="l" t="t" r="r" b="b"/>
              <a:pathLst>
                <a:path w="55144" h="44353" extrusionOk="0">
                  <a:moveTo>
                    <a:pt x="47660" y="0"/>
                  </a:moveTo>
                  <a:cubicBezTo>
                    <a:pt x="47578" y="0"/>
                    <a:pt x="47496" y="9"/>
                    <a:pt x="47414" y="28"/>
                  </a:cubicBezTo>
                  <a:lnTo>
                    <a:pt x="46735" y="185"/>
                  </a:lnTo>
                  <a:lnTo>
                    <a:pt x="46676" y="195"/>
                  </a:lnTo>
                  <a:lnTo>
                    <a:pt x="43037" y="1021"/>
                  </a:lnTo>
                  <a:lnTo>
                    <a:pt x="42949" y="1041"/>
                  </a:lnTo>
                  <a:lnTo>
                    <a:pt x="42909" y="1050"/>
                  </a:lnTo>
                  <a:lnTo>
                    <a:pt x="39713" y="1768"/>
                  </a:lnTo>
                  <a:cubicBezTo>
                    <a:pt x="39654" y="1759"/>
                    <a:pt x="39595" y="1759"/>
                    <a:pt x="39536" y="1759"/>
                  </a:cubicBezTo>
                  <a:cubicBezTo>
                    <a:pt x="39448" y="1759"/>
                    <a:pt x="39369" y="1768"/>
                    <a:pt x="39290" y="1788"/>
                  </a:cubicBezTo>
                  <a:lnTo>
                    <a:pt x="35651" y="2604"/>
                  </a:lnTo>
                  <a:cubicBezTo>
                    <a:pt x="35504" y="2634"/>
                    <a:pt x="35376" y="2703"/>
                    <a:pt x="35248" y="2781"/>
                  </a:cubicBezTo>
                  <a:lnTo>
                    <a:pt x="31521" y="3627"/>
                  </a:lnTo>
                  <a:cubicBezTo>
                    <a:pt x="31462" y="3617"/>
                    <a:pt x="31403" y="3607"/>
                    <a:pt x="31334" y="3607"/>
                  </a:cubicBezTo>
                  <a:cubicBezTo>
                    <a:pt x="31255" y="3607"/>
                    <a:pt x="31167" y="3617"/>
                    <a:pt x="31088" y="3637"/>
                  </a:cubicBezTo>
                  <a:lnTo>
                    <a:pt x="27449" y="4463"/>
                  </a:lnTo>
                  <a:cubicBezTo>
                    <a:pt x="27311" y="4493"/>
                    <a:pt x="27174" y="4552"/>
                    <a:pt x="27056" y="4640"/>
                  </a:cubicBezTo>
                  <a:lnTo>
                    <a:pt x="23328" y="5486"/>
                  </a:lnTo>
                  <a:cubicBezTo>
                    <a:pt x="23269" y="5466"/>
                    <a:pt x="23201" y="5466"/>
                    <a:pt x="23132" y="5466"/>
                  </a:cubicBezTo>
                  <a:cubicBezTo>
                    <a:pt x="23053" y="5466"/>
                    <a:pt x="22974" y="5476"/>
                    <a:pt x="22886" y="5496"/>
                  </a:cubicBezTo>
                  <a:lnTo>
                    <a:pt x="19257" y="6312"/>
                  </a:lnTo>
                  <a:cubicBezTo>
                    <a:pt x="19109" y="6342"/>
                    <a:pt x="18972" y="6410"/>
                    <a:pt x="18854" y="6499"/>
                  </a:cubicBezTo>
                  <a:lnTo>
                    <a:pt x="15097" y="7345"/>
                  </a:lnTo>
                  <a:cubicBezTo>
                    <a:pt x="15028" y="7335"/>
                    <a:pt x="14969" y="7325"/>
                    <a:pt x="14900" y="7325"/>
                  </a:cubicBezTo>
                  <a:cubicBezTo>
                    <a:pt x="14821" y="7325"/>
                    <a:pt x="14733" y="7335"/>
                    <a:pt x="14654" y="7355"/>
                  </a:cubicBezTo>
                  <a:lnTo>
                    <a:pt x="11015" y="8181"/>
                  </a:lnTo>
                  <a:cubicBezTo>
                    <a:pt x="10868" y="8210"/>
                    <a:pt x="10730" y="8269"/>
                    <a:pt x="10612" y="8358"/>
                  </a:cubicBezTo>
                  <a:lnTo>
                    <a:pt x="7317" y="9105"/>
                  </a:lnTo>
                  <a:cubicBezTo>
                    <a:pt x="7249" y="9091"/>
                    <a:pt x="7178" y="9084"/>
                    <a:pt x="7109" y="9084"/>
                  </a:cubicBezTo>
                  <a:cubicBezTo>
                    <a:pt x="7028" y="9084"/>
                    <a:pt x="6949" y="9094"/>
                    <a:pt x="6875" y="9115"/>
                  </a:cubicBezTo>
                  <a:lnTo>
                    <a:pt x="3236" y="9941"/>
                  </a:lnTo>
                  <a:cubicBezTo>
                    <a:pt x="3088" y="9971"/>
                    <a:pt x="2951" y="10030"/>
                    <a:pt x="2833" y="10118"/>
                  </a:cubicBezTo>
                  <a:lnTo>
                    <a:pt x="964" y="10541"/>
                  </a:lnTo>
                  <a:cubicBezTo>
                    <a:pt x="374" y="10679"/>
                    <a:pt x="0" y="11259"/>
                    <a:pt x="128" y="11859"/>
                  </a:cubicBezTo>
                  <a:lnTo>
                    <a:pt x="1013" y="15999"/>
                  </a:lnTo>
                  <a:cubicBezTo>
                    <a:pt x="1023" y="16019"/>
                    <a:pt x="1023" y="16029"/>
                    <a:pt x="1023" y="16048"/>
                  </a:cubicBezTo>
                  <a:lnTo>
                    <a:pt x="1023" y="16058"/>
                  </a:lnTo>
                  <a:lnTo>
                    <a:pt x="1033" y="16107"/>
                  </a:lnTo>
                  <a:lnTo>
                    <a:pt x="6855" y="43478"/>
                  </a:lnTo>
                  <a:cubicBezTo>
                    <a:pt x="6963" y="43989"/>
                    <a:pt x="7416" y="44353"/>
                    <a:pt x="7937" y="44353"/>
                  </a:cubicBezTo>
                  <a:cubicBezTo>
                    <a:pt x="8016" y="44353"/>
                    <a:pt x="8094" y="44343"/>
                    <a:pt x="8173" y="44323"/>
                  </a:cubicBezTo>
                  <a:lnTo>
                    <a:pt x="54170" y="34489"/>
                  </a:lnTo>
                  <a:cubicBezTo>
                    <a:pt x="54760" y="34371"/>
                    <a:pt x="55144" y="33790"/>
                    <a:pt x="55026" y="33200"/>
                  </a:cubicBezTo>
                  <a:lnTo>
                    <a:pt x="48751" y="893"/>
                  </a:lnTo>
                  <a:cubicBezTo>
                    <a:pt x="48649" y="366"/>
                    <a:pt x="48179" y="0"/>
                    <a:pt x="47660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48"/>
            <p:cNvSpPr/>
            <p:nvPr/>
          </p:nvSpPr>
          <p:spPr>
            <a:xfrm>
              <a:off x="248725" y="11400"/>
              <a:ext cx="1178225" cy="485125"/>
            </a:xfrm>
            <a:custGeom>
              <a:avLst/>
              <a:gdLst/>
              <a:ahLst/>
              <a:cxnLst/>
              <a:rect l="l" t="t" r="r" b="b"/>
              <a:pathLst>
                <a:path w="47129" h="19405" extrusionOk="0">
                  <a:moveTo>
                    <a:pt x="45447" y="1"/>
                  </a:moveTo>
                  <a:lnTo>
                    <a:pt x="1" y="15431"/>
                  </a:lnTo>
                  <a:lnTo>
                    <a:pt x="1555" y="19405"/>
                  </a:lnTo>
                  <a:lnTo>
                    <a:pt x="47129" y="4013"/>
                  </a:lnTo>
                  <a:lnTo>
                    <a:pt x="45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48"/>
            <p:cNvSpPr/>
            <p:nvPr/>
          </p:nvSpPr>
          <p:spPr>
            <a:xfrm>
              <a:off x="453775" y="296600"/>
              <a:ext cx="177800" cy="114375"/>
            </a:xfrm>
            <a:custGeom>
              <a:avLst/>
              <a:gdLst/>
              <a:ahLst/>
              <a:cxnLst/>
              <a:rect l="l" t="t" r="r" b="b"/>
              <a:pathLst>
                <a:path w="7112" h="4575" extrusionOk="0">
                  <a:moveTo>
                    <a:pt x="3532" y="1"/>
                  </a:moveTo>
                  <a:lnTo>
                    <a:pt x="1" y="1201"/>
                  </a:lnTo>
                  <a:lnTo>
                    <a:pt x="3532" y="4574"/>
                  </a:lnTo>
                  <a:lnTo>
                    <a:pt x="7111" y="3423"/>
                  </a:lnTo>
                  <a:lnTo>
                    <a:pt x="35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48"/>
            <p:cNvSpPr/>
            <p:nvPr/>
          </p:nvSpPr>
          <p:spPr>
            <a:xfrm>
              <a:off x="275525" y="359300"/>
              <a:ext cx="177800" cy="114350"/>
            </a:xfrm>
            <a:custGeom>
              <a:avLst/>
              <a:gdLst/>
              <a:ahLst/>
              <a:cxnLst/>
              <a:rect l="l" t="t" r="r" b="b"/>
              <a:pathLst>
                <a:path w="7112" h="4574" extrusionOk="0">
                  <a:moveTo>
                    <a:pt x="3531" y="1"/>
                  </a:moveTo>
                  <a:lnTo>
                    <a:pt x="1" y="1201"/>
                  </a:lnTo>
                  <a:lnTo>
                    <a:pt x="3531" y="4574"/>
                  </a:lnTo>
                  <a:lnTo>
                    <a:pt x="7111" y="3413"/>
                  </a:lnTo>
                  <a:lnTo>
                    <a:pt x="35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48"/>
            <p:cNvSpPr/>
            <p:nvPr/>
          </p:nvSpPr>
          <p:spPr>
            <a:xfrm>
              <a:off x="652700" y="229250"/>
              <a:ext cx="177775" cy="115325"/>
            </a:xfrm>
            <a:custGeom>
              <a:avLst/>
              <a:gdLst/>
              <a:ahLst/>
              <a:cxnLst/>
              <a:rect l="l" t="t" r="r" b="b"/>
              <a:pathLst>
                <a:path w="7111" h="4613" extrusionOk="0">
                  <a:moveTo>
                    <a:pt x="3531" y="0"/>
                  </a:moveTo>
                  <a:lnTo>
                    <a:pt x="0" y="1200"/>
                  </a:lnTo>
                  <a:lnTo>
                    <a:pt x="3570" y="4613"/>
                  </a:lnTo>
                  <a:lnTo>
                    <a:pt x="7111" y="3413"/>
                  </a:lnTo>
                  <a:lnTo>
                    <a:pt x="35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48"/>
            <p:cNvSpPr/>
            <p:nvPr/>
          </p:nvSpPr>
          <p:spPr>
            <a:xfrm>
              <a:off x="851600" y="161875"/>
              <a:ext cx="177800" cy="115350"/>
            </a:xfrm>
            <a:custGeom>
              <a:avLst/>
              <a:gdLst/>
              <a:ahLst/>
              <a:cxnLst/>
              <a:rect l="l" t="t" r="r" b="b"/>
              <a:pathLst>
                <a:path w="7112" h="4614" extrusionOk="0">
                  <a:moveTo>
                    <a:pt x="3531" y="1"/>
                  </a:moveTo>
                  <a:lnTo>
                    <a:pt x="1" y="1191"/>
                  </a:lnTo>
                  <a:lnTo>
                    <a:pt x="3580" y="4613"/>
                  </a:lnTo>
                  <a:cubicBezTo>
                    <a:pt x="4761" y="4210"/>
                    <a:pt x="5931" y="3816"/>
                    <a:pt x="7111" y="3413"/>
                  </a:cubicBezTo>
                  <a:lnTo>
                    <a:pt x="35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48"/>
            <p:cNvSpPr/>
            <p:nvPr/>
          </p:nvSpPr>
          <p:spPr>
            <a:xfrm>
              <a:off x="1051500" y="94025"/>
              <a:ext cx="177775" cy="115325"/>
            </a:xfrm>
            <a:custGeom>
              <a:avLst/>
              <a:gdLst/>
              <a:ahLst/>
              <a:cxnLst/>
              <a:rect l="l" t="t" r="r" b="b"/>
              <a:pathLst>
                <a:path w="7111" h="4613" extrusionOk="0">
                  <a:moveTo>
                    <a:pt x="3531" y="0"/>
                  </a:moveTo>
                  <a:lnTo>
                    <a:pt x="0" y="1200"/>
                  </a:lnTo>
                  <a:lnTo>
                    <a:pt x="3580" y="4613"/>
                  </a:lnTo>
                  <a:cubicBezTo>
                    <a:pt x="4790" y="4200"/>
                    <a:pt x="5970" y="3806"/>
                    <a:pt x="7111" y="3423"/>
                  </a:cubicBezTo>
                  <a:lnTo>
                    <a:pt x="35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48"/>
            <p:cNvSpPr/>
            <p:nvPr/>
          </p:nvSpPr>
          <p:spPr>
            <a:xfrm>
              <a:off x="286600" y="234650"/>
              <a:ext cx="1318125" cy="1053325"/>
            </a:xfrm>
            <a:custGeom>
              <a:avLst/>
              <a:gdLst/>
              <a:ahLst/>
              <a:cxnLst/>
              <a:rect l="l" t="t" r="r" b="b"/>
              <a:pathLst>
                <a:path w="52725" h="42133" extrusionOk="0">
                  <a:moveTo>
                    <a:pt x="46450" y="1"/>
                  </a:moveTo>
                  <a:lnTo>
                    <a:pt x="45703" y="168"/>
                  </a:lnTo>
                  <a:lnTo>
                    <a:pt x="43627" y="2292"/>
                  </a:lnTo>
                  <a:lnTo>
                    <a:pt x="41946" y="1014"/>
                  </a:lnTo>
                  <a:lnTo>
                    <a:pt x="0" y="10514"/>
                  </a:lnTo>
                  <a:lnTo>
                    <a:pt x="6737" y="42133"/>
                  </a:lnTo>
                  <a:lnTo>
                    <a:pt x="52725" y="32298"/>
                  </a:lnTo>
                  <a:lnTo>
                    <a:pt x="464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48"/>
            <p:cNvSpPr/>
            <p:nvPr/>
          </p:nvSpPr>
          <p:spPr>
            <a:xfrm>
              <a:off x="413450" y="645750"/>
              <a:ext cx="67650" cy="67150"/>
            </a:xfrm>
            <a:custGeom>
              <a:avLst/>
              <a:gdLst/>
              <a:ahLst/>
              <a:cxnLst/>
              <a:rect l="l" t="t" r="r" b="b"/>
              <a:pathLst>
                <a:path w="2706" h="2686" extrusionOk="0">
                  <a:moveTo>
                    <a:pt x="1313" y="234"/>
                  </a:moveTo>
                  <a:cubicBezTo>
                    <a:pt x="1819" y="234"/>
                    <a:pt x="2194" y="542"/>
                    <a:pt x="2302" y="1033"/>
                  </a:cubicBezTo>
                  <a:cubicBezTo>
                    <a:pt x="2420" y="1613"/>
                    <a:pt x="2096" y="2115"/>
                    <a:pt x="1447" y="2252"/>
                  </a:cubicBezTo>
                  <a:lnTo>
                    <a:pt x="729" y="2410"/>
                  </a:lnTo>
                  <a:lnTo>
                    <a:pt x="306" y="423"/>
                  </a:lnTo>
                  <a:lnTo>
                    <a:pt x="1024" y="266"/>
                  </a:lnTo>
                  <a:cubicBezTo>
                    <a:pt x="1124" y="245"/>
                    <a:pt x="1221" y="234"/>
                    <a:pt x="1313" y="234"/>
                  </a:cubicBezTo>
                  <a:close/>
                  <a:moveTo>
                    <a:pt x="1341" y="1"/>
                  </a:moveTo>
                  <a:cubicBezTo>
                    <a:pt x="1227" y="1"/>
                    <a:pt x="1108" y="13"/>
                    <a:pt x="984" y="40"/>
                  </a:cubicBezTo>
                  <a:lnTo>
                    <a:pt x="1" y="246"/>
                  </a:lnTo>
                  <a:lnTo>
                    <a:pt x="522" y="2685"/>
                  </a:lnTo>
                  <a:lnTo>
                    <a:pt x="1506" y="2469"/>
                  </a:lnTo>
                  <a:cubicBezTo>
                    <a:pt x="2292" y="2302"/>
                    <a:pt x="2706" y="1692"/>
                    <a:pt x="2548" y="974"/>
                  </a:cubicBezTo>
                  <a:cubicBezTo>
                    <a:pt x="2424" y="368"/>
                    <a:pt x="1957" y="1"/>
                    <a:pt x="134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48"/>
            <p:cNvSpPr/>
            <p:nvPr/>
          </p:nvSpPr>
          <p:spPr>
            <a:xfrm>
              <a:off x="489425" y="634425"/>
              <a:ext cx="19450" cy="62250"/>
            </a:xfrm>
            <a:custGeom>
              <a:avLst/>
              <a:gdLst/>
              <a:ahLst/>
              <a:cxnLst/>
              <a:rect l="l" t="t" r="r" b="b"/>
              <a:pathLst>
                <a:path w="778" h="2490" extrusionOk="0">
                  <a:moveTo>
                    <a:pt x="257" y="1"/>
                  </a:moveTo>
                  <a:lnTo>
                    <a:pt x="1" y="50"/>
                  </a:lnTo>
                  <a:lnTo>
                    <a:pt x="522" y="2489"/>
                  </a:lnTo>
                  <a:lnTo>
                    <a:pt x="778" y="2430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48"/>
            <p:cNvSpPr/>
            <p:nvPr/>
          </p:nvSpPr>
          <p:spPr>
            <a:xfrm>
              <a:off x="520175" y="623400"/>
              <a:ext cx="61475" cy="66625"/>
            </a:xfrm>
            <a:custGeom>
              <a:avLst/>
              <a:gdLst/>
              <a:ahLst/>
              <a:cxnLst/>
              <a:rect l="l" t="t" r="r" b="b"/>
              <a:pathLst>
                <a:path w="2459" h="2665" extrusionOk="0">
                  <a:moveTo>
                    <a:pt x="1202" y="227"/>
                  </a:moveTo>
                  <a:cubicBezTo>
                    <a:pt x="1543" y="227"/>
                    <a:pt x="1756" y="396"/>
                    <a:pt x="1820" y="707"/>
                  </a:cubicBezTo>
                  <a:lnTo>
                    <a:pt x="1820" y="717"/>
                  </a:lnTo>
                  <a:cubicBezTo>
                    <a:pt x="1908" y="1101"/>
                    <a:pt x="1702" y="1376"/>
                    <a:pt x="1210" y="1484"/>
                  </a:cubicBezTo>
                  <a:lnTo>
                    <a:pt x="561" y="1622"/>
                  </a:lnTo>
                  <a:lnTo>
                    <a:pt x="305" y="403"/>
                  </a:lnTo>
                  <a:lnTo>
                    <a:pt x="944" y="255"/>
                  </a:lnTo>
                  <a:cubicBezTo>
                    <a:pt x="1037" y="237"/>
                    <a:pt x="1123" y="227"/>
                    <a:pt x="1202" y="227"/>
                  </a:cubicBezTo>
                  <a:close/>
                  <a:moveTo>
                    <a:pt x="1235" y="0"/>
                  </a:moveTo>
                  <a:cubicBezTo>
                    <a:pt x="1132" y="0"/>
                    <a:pt x="1022" y="13"/>
                    <a:pt x="905" y="39"/>
                  </a:cubicBezTo>
                  <a:lnTo>
                    <a:pt x="0" y="226"/>
                  </a:lnTo>
                  <a:lnTo>
                    <a:pt x="522" y="2665"/>
                  </a:lnTo>
                  <a:lnTo>
                    <a:pt x="777" y="2615"/>
                  </a:lnTo>
                  <a:lnTo>
                    <a:pt x="610" y="1838"/>
                  </a:lnTo>
                  <a:lnTo>
                    <a:pt x="1269" y="1701"/>
                  </a:lnTo>
                  <a:cubicBezTo>
                    <a:pt x="1328" y="1681"/>
                    <a:pt x="1397" y="1671"/>
                    <a:pt x="1456" y="1652"/>
                  </a:cubicBezTo>
                  <a:lnTo>
                    <a:pt x="2184" y="2311"/>
                  </a:lnTo>
                  <a:lnTo>
                    <a:pt x="2459" y="2252"/>
                  </a:lnTo>
                  <a:lnTo>
                    <a:pt x="1692" y="1543"/>
                  </a:lnTo>
                  <a:cubicBezTo>
                    <a:pt x="2007" y="1376"/>
                    <a:pt x="2174" y="1012"/>
                    <a:pt x="2085" y="658"/>
                  </a:cubicBezTo>
                  <a:cubicBezTo>
                    <a:pt x="1989" y="235"/>
                    <a:pt x="1680" y="0"/>
                    <a:pt x="123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48"/>
            <p:cNvSpPr/>
            <p:nvPr/>
          </p:nvSpPr>
          <p:spPr>
            <a:xfrm>
              <a:off x="587300" y="605925"/>
              <a:ext cx="56075" cy="69850"/>
            </a:xfrm>
            <a:custGeom>
              <a:avLst/>
              <a:gdLst/>
              <a:ahLst/>
              <a:cxnLst/>
              <a:rect l="l" t="t" r="r" b="b"/>
              <a:pathLst>
                <a:path w="2243" h="2794" extrusionOk="0">
                  <a:moveTo>
                    <a:pt x="1672" y="0"/>
                  </a:moveTo>
                  <a:lnTo>
                    <a:pt x="0" y="354"/>
                  </a:lnTo>
                  <a:lnTo>
                    <a:pt x="521" y="2793"/>
                  </a:lnTo>
                  <a:lnTo>
                    <a:pt x="2242" y="2419"/>
                  </a:lnTo>
                  <a:lnTo>
                    <a:pt x="2193" y="2203"/>
                  </a:lnTo>
                  <a:lnTo>
                    <a:pt x="738" y="2508"/>
                  </a:lnTo>
                  <a:lnTo>
                    <a:pt x="541" y="1603"/>
                  </a:lnTo>
                  <a:lnTo>
                    <a:pt x="1800" y="1338"/>
                  </a:lnTo>
                  <a:lnTo>
                    <a:pt x="1751" y="1121"/>
                  </a:lnTo>
                  <a:lnTo>
                    <a:pt x="492" y="1387"/>
                  </a:lnTo>
                  <a:lnTo>
                    <a:pt x="305" y="521"/>
                  </a:lnTo>
                  <a:lnTo>
                    <a:pt x="1711" y="216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48"/>
            <p:cNvSpPr/>
            <p:nvPr/>
          </p:nvSpPr>
          <p:spPr>
            <a:xfrm>
              <a:off x="646800" y="594325"/>
              <a:ext cx="62725" cy="63825"/>
            </a:xfrm>
            <a:custGeom>
              <a:avLst/>
              <a:gdLst/>
              <a:ahLst/>
              <a:cxnLst/>
              <a:rect l="l" t="t" r="r" b="b"/>
              <a:pathLst>
                <a:path w="2509" h="2553" extrusionOk="0">
                  <a:moveTo>
                    <a:pt x="1469" y="1"/>
                  </a:moveTo>
                  <a:cubicBezTo>
                    <a:pt x="1366" y="1"/>
                    <a:pt x="1263" y="14"/>
                    <a:pt x="1161" y="41"/>
                  </a:cubicBezTo>
                  <a:cubicBezTo>
                    <a:pt x="423" y="199"/>
                    <a:pt x="0" y="838"/>
                    <a:pt x="148" y="1546"/>
                  </a:cubicBezTo>
                  <a:cubicBezTo>
                    <a:pt x="283" y="2161"/>
                    <a:pt x="779" y="2553"/>
                    <a:pt x="1383" y="2553"/>
                  </a:cubicBezTo>
                  <a:cubicBezTo>
                    <a:pt x="1483" y="2553"/>
                    <a:pt x="1587" y="2542"/>
                    <a:pt x="1692" y="2520"/>
                  </a:cubicBezTo>
                  <a:cubicBezTo>
                    <a:pt x="2026" y="2461"/>
                    <a:pt x="2331" y="2254"/>
                    <a:pt x="2508" y="1969"/>
                  </a:cubicBezTo>
                  <a:lnTo>
                    <a:pt x="2311" y="1841"/>
                  </a:lnTo>
                  <a:cubicBezTo>
                    <a:pt x="2164" y="2067"/>
                    <a:pt x="1928" y="2234"/>
                    <a:pt x="1652" y="2284"/>
                  </a:cubicBezTo>
                  <a:cubicBezTo>
                    <a:pt x="1581" y="2299"/>
                    <a:pt x="1510" y="2306"/>
                    <a:pt x="1439" y="2306"/>
                  </a:cubicBezTo>
                  <a:cubicBezTo>
                    <a:pt x="966" y="2306"/>
                    <a:pt x="536" y="1975"/>
                    <a:pt x="433" y="1487"/>
                  </a:cubicBezTo>
                  <a:cubicBezTo>
                    <a:pt x="315" y="936"/>
                    <a:pt x="669" y="385"/>
                    <a:pt x="1220" y="267"/>
                  </a:cubicBezTo>
                  <a:cubicBezTo>
                    <a:pt x="1301" y="247"/>
                    <a:pt x="1382" y="237"/>
                    <a:pt x="1463" y="237"/>
                  </a:cubicBezTo>
                  <a:cubicBezTo>
                    <a:pt x="1654" y="237"/>
                    <a:pt x="1840" y="294"/>
                    <a:pt x="2006" y="405"/>
                  </a:cubicBezTo>
                  <a:lnTo>
                    <a:pt x="2124" y="199"/>
                  </a:lnTo>
                  <a:cubicBezTo>
                    <a:pt x="1927" y="69"/>
                    <a:pt x="1700" y="1"/>
                    <a:pt x="146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48"/>
            <p:cNvSpPr/>
            <p:nvPr/>
          </p:nvSpPr>
          <p:spPr>
            <a:xfrm>
              <a:off x="705800" y="578875"/>
              <a:ext cx="50425" cy="66900"/>
            </a:xfrm>
            <a:custGeom>
              <a:avLst/>
              <a:gdLst/>
              <a:ahLst/>
              <a:cxnLst/>
              <a:rect l="l" t="t" r="r" b="b"/>
              <a:pathLst>
                <a:path w="2017" h="2676" extrusionOk="0">
                  <a:moveTo>
                    <a:pt x="1967" y="0"/>
                  </a:moveTo>
                  <a:lnTo>
                    <a:pt x="1" y="423"/>
                  </a:lnTo>
                  <a:lnTo>
                    <a:pt x="50" y="640"/>
                  </a:lnTo>
                  <a:lnTo>
                    <a:pt x="905" y="462"/>
                  </a:lnTo>
                  <a:lnTo>
                    <a:pt x="1368" y="2675"/>
                  </a:lnTo>
                  <a:lnTo>
                    <a:pt x="1623" y="2616"/>
                  </a:lnTo>
                  <a:lnTo>
                    <a:pt x="1151" y="403"/>
                  </a:lnTo>
                  <a:lnTo>
                    <a:pt x="2017" y="217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48"/>
            <p:cNvSpPr/>
            <p:nvPr/>
          </p:nvSpPr>
          <p:spPr>
            <a:xfrm>
              <a:off x="766050" y="568850"/>
              <a:ext cx="71550" cy="63575"/>
            </a:xfrm>
            <a:custGeom>
              <a:avLst/>
              <a:gdLst/>
              <a:ahLst/>
              <a:cxnLst/>
              <a:rect l="l" t="t" r="r" b="b"/>
              <a:pathLst>
                <a:path w="2862" h="2543" extrusionOk="0">
                  <a:moveTo>
                    <a:pt x="1420" y="215"/>
                  </a:moveTo>
                  <a:cubicBezTo>
                    <a:pt x="1882" y="215"/>
                    <a:pt x="2339" y="515"/>
                    <a:pt x="2449" y="1050"/>
                  </a:cubicBezTo>
                  <a:lnTo>
                    <a:pt x="2459" y="1050"/>
                  </a:lnTo>
                  <a:cubicBezTo>
                    <a:pt x="2596" y="1621"/>
                    <a:pt x="2223" y="2181"/>
                    <a:pt x="1652" y="2280"/>
                  </a:cubicBezTo>
                  <a:cubicBezTo>
                    <a:pt x="1573" y="2297"/>
                    <a:pt x="1496" y="2305"/>
                    <a:pt x="1421" y="2305"/>
                  </a:cubicBezTo>
                  <a:cubicBezTo>
                    <a:pt x="626" y="2305"/>
                    <a:pt x="84" y="1405"/>
                    <a:pt x="551" y="686"/>
                  </a:cubicBezTo>
                  <a:cubicBezTo>
                    <a:pt x="763" y="365"/>
                    <a:pt x="1093" y="215"/>
                    <a:pt x="1420" y="215"/>
                  </a:cubicBezTo>
                  <a:close/>
                  <a:moveTo>
                    <a:pt x="1494" y="0"/>
                  </a:moveTo>
                  <a:cubicBezTo>
                    <a:pt x="1389" y="0"/>
                    <a:pt x="1281" y="12"/>
                    <a:pt x="1170" y="37"/>
                  </a:cubicBezTo>
                  <a:cubicBezTo>
                    <a:pt x="433" y="195"/>
                    <a:pt x="0" y="834"/>
                    <a:pt x="157" y="1542"/>
                  </a:cubicBezTo>
                  <a:cubicBezTo>
                    <a:pt x="283" y="2153"/>
                    <a:pt x="778" y="2543"/>
                    <a:pt x="1378" y="2543"/>
                  </a:cubicBezTo>
                  <a:cubicBezTo>
                    <a:pt x="1483" y="2543"/>
                    <a:pt x="1591" y="2531"/>
                    <a:pt x="1701" y="2506"/>
                  </a:cubicBezTo>
                  <a:cubicBezTo>
                    <a:pt x="2429" y="2349"/>
                    <a:pt x="2862" y="1709"/>
                    <a:pt x="2705" y="1001"/>
                  </a:cubicBezTo>
                  <a:cubicBezTo>
                    <a:pt x="2579" y="390"/>
                    <a:pt x="2091" y="0"/>
                    <a:pt x="149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48"/>
            <p:cNvSpPr/>
            <p:nvPr/>
          </p:nvSpPr>
          <p:spPr>
            <a:xfrm>
              <a:off x="846200" y="553575"/>
              <a:ext cx="61475" cy="66625"/>
            </a:xfrm>
            <a:custGeom>
              <a:avLst/>
              <a:gdLst/>
              <a:ahLst/>
              <a:cxnLst/>
              <a:rect l="l" t="t" r="r" b="b"/>
              <a:pathLst>
                <a:path w="2459" h="2665" extrusionOk="0">
                  <a:moveTo>
                    <a:pt x="1201" y="227"/>
                  </a:moveTo>
                  <a:cubicBezTo>
                    <a:pt x="1543" y="227"/>
                    <a:pt x="1756" y="398"/>
                    <a:pt x="1820" y="717"/>
                  </a:cubicBezTo>
                  <a:cubicBezTo>
                    <a:pt x="1908" y="1101"/>
                    <a:pt x="1692" y="1376"/>
                    <a:pt x="1210" y="1484"/>
                  </a:cubicBezTo>
                  <a:lnTo>
                    <a:pt x="561" y="1622"/>
                  </a:lnTo>
                  <a:lnTo>
                    <a:pt x="305" y="403"/>
                  </a:lnTo>
                  <a:lnTo>
                    <a:pt x="944" y="255"/>
                  </a:lnTo>
                  <a:cubicBezTo>
                    <a:pt x="1037" y="237"/>
                    <a:pt x="1122" y="227"/>
                    <a:pt x="1201" y="227"/>
                  </a:cubicBezTo>
                  <a:close/>
                  <a:moveTo>
                    <a:pt x="1235" y="0"/>
                  </a:moveTo>
                  <a:cubicBezTo>
                    <a:pt x="1132" y="0"/>
                    <a:pt x="1022" y="13"/>
                    <a:pt x="905" y="39"/>
                  </a:cubicBezTo>
                  <a:lnTo>
                    <a:pt x="0" y="235"/>
                  </a:lnTo>
                  <a:lnTo>
                    <a:pt x="521" y="2664"/>
                  </a:lnTo>
                  <a:lnTo>
                    <a:pt x="777" y="2615"/>
                  </a:lnTo>
                  <a:lnTo>
                    <a:pt x="610" y="1838"/>
                  </a:lnTo>
                  <a:lnTo>
                    <a:pt x="1259" y="1701"/>
                  </a:lnTo>
                  <a:cubicBezTo>
                    <a:pt x="1328" y="1681"/>
                    <a:pt x="1397" y="1671"/>
                    <a:pt x="1456" y="1652"/>
                  </a:cubicBezTo>
                  <a:lnTo>
                    <a:pt x="2184" y="2310"/>
                  </a:lnTo>
                  <a:lnTo>
                    <a:pt x="2459" y="2251"/>
                  </a:lnTo>
                  <a:lnTo>
                    <a:pt x="1692" y="1543"/>
                  </a:lnTo>
                  <a:cubicBezTo>
                    <a:pt x="2006" y="1376"/>
                    <a:pt x="2174" y="1012"/>
                    <a:pt x="2085" y="658"/>
                  </a:cubicBezTo>
                  <a:cubicBezTo>
                    <a:pt x="1989" y="235"/>
                    <a:pt x="1680" y="0"/>
                    <a:pt x="123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48"/>
            <p:cNvSpPr/>
            <p:nvPr/>
          </p:nvSpPr>
          <p:spPr>
            <a:xfrm>
              <a:off x="525575" y="1019700"/>
              <a:ext cx="71075" cy="69375"/>
            </a:xfrm>
            <a:custGeom>
              <a:avLst/>
              <a:gdLst/>
              <a:ahLst/>
              <a:cxnLst/>
              <a:rect l="l" t="t" r="r" b="b"/>
              <a:pathLst>
                <a:path w="2843" h="2775" extrusionOk="0">
                  <a:moveTo>
                    <a:pt x="2351" y="1"/>
                  </a:moveTo>
                  <a:lnTo>
                    <a:pt x="2164" y="50"/>
                  </a:lnTo>
                  <a:lnTo>
                    <a:pt x="1545" y="1938"/>
                  </a:lnTo>
                  <a:lnTo>
                    <a:pt x="197" y="463"/>
                  </a:lnTo>
                  <a:lnTo>
                    <a:pt x="1" y="503"/>
                  </a:lnTo>
                  <a:lnTo>
                    <a:pt x="492" y="2774"/>
                  </a:lnTo>
                  <a:lnTo>
                    <a:pt x="719" y="2725"/>
                  </a:lnTo>
                  <a:lnTo>
                    <a:pt x="325" y="916"/>
                  </a:lnTo>
                  <a:lnTo>
                    <a:pt x="1545" y="2243"/>
                  </a:lnTo>
                  <a:lnTo>
                    <a:pt x="1663" y="2224"/>
                  </a:lnTo>
                  <a:lnTo>
                    <a:pt x="2223" y="503"/>
                  </a:lnTo>
                  <a:lnTo>
                    <a:pt x="2617" y="2312"/>
                  </a:lnTo>
                  <a:lnTo>
                    <a:pt x="2843" y="2263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48"/>
            <p:cNvSpPr/>
            <p:nvPr/>
          </p:nvSpPr>
          <p:spPr>
            <a:xfrm>
              <a:off x="604500" y="1008100"/>
              <a:ext cx="66650" cy="59375"/>
            </a:xfrm>
            <a:custGeom>
              <a:avLst/>
              <a:gdLst/>
              <a:ahLst/>
              <a:cxnLst/>
              <a:rect l="l" t="t" r="r" b="b"/>
              <a:pathLst>
                <a:path w="2666" h="2375" extrusionOk="0">
                  <a:moveTo>
                    <a:pt x="1324" y="202"/>
                  </a:moveTo>
                  <a:cubicBezTo>
                    <a:pt x="1757" y="202"/>
                    <a:pt x="2184" y="484"/>
                    <a:pt x="2282" y="986"/>
                  </a:cubicBezTo>
                  <a:cubicBezTo>
                    <a:pt x="2410" y="1507"/>
                    <a:pt x="2066" y="2039"/>
                    <a:pt x="1535" y="2127"/>
                  </a:cubicBezTo>
                  <a:cubicBezTo>
                    <a:pt x="1461" y="2143"/>
                    <a:pt x="1389" y="2151"/>
                    <a:pt x="1319" y="2151"/>
                  </a:cubicBezTo>
                  <a:cubicBezTo>
                    <a:pt x="584" y="2151"/>
                    <a:pt x="81" y="1306"/>
                    <a:pt x="512" y="642"/>
                  </a:cubicBezTo>
                  <a:cubicBezTo>
                    <a:pt x="711" y="341"/>
                    <a:pt x="1019" y="202"/>
                    <a:pt x="1324" y="202"/>
                  </a:cubicBezTo>
                  <a:close/>
                  <a:moveTo>
                    <a:pt x="1382" y="1"/>
                  </a:moveTo>
                  <a:cubicBezTo>
                    <a:pt x="1288" y="1"/>
                    <a:pt x="1191" y="11"/>
                    <a:pt x="1092" y="32"/>
                  </a:cubicBezTo>
                  <a:cubicBezTo>
                    <a:pt x="404" y="180"/>
                    <a:pt x="1" y="780"/>
                    <a:pt x="138" y="1448"/>
                  </a:cubicBezTo>
                  <a:cubicBezTo>
                    <a:pt x="265" y="2013"/>
                    <a:pt x="737" y="2375"/>
                    <a:pt x="1296" y="2375"/>
                  </a:cubicBezTo>
                  <a:cubicBezTo>
                    <a:pt x="1390" y="2375"/>
                    <a:pt x="1486" y="2365"/>
                    <a:pt x="1584" y="2343"/>
                  </a:cubicBezTo>
                  <a:cubicBezTo>
                    <a:pt x="2263" y="2196"/>
                    <a:pt x="2666" y="1596"/>
                    <a:pt x="2528" y="937"/>
                  </a:cubicBezTo>
                  <a:cubicBezTo>
                    <a:pt x="2402" y="364"/>
                    <a:pt x="1944" y="1"/>
                    <a:pt x="138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48"/>
            <p:cNvSpPr/>
            <p:nvPr/>
          </p:nvSpPr>
          <p:spPr>
            <a:xfrm>
              <a:off x="668425" y="989725"/>
              <a:ext cx="56075" cy="63200"/>
            </a:xfrm>
            <a:custGeom>
              <a:avLst/>
              <a:gdLst/>
              <a:ahLst/>
              <a:cxnLst/>
              <a:rect l="l" t="t" r="r" b="b"/>
              <a:pathLst>
                <a:path w="2243" h="2528" extrusionOk="0">
                  <a:moveTo>
                    <a:pt x="2243" y="0"/>
                  </a:moveTo>
                  <a:lnTo>
                    <a:pt x="2007" y="49"/>
                  </a:lnTo>
                  <a:lnTo>
                    <a:pt x="1555" y="2203"/>
                  </a:lnTo>
                  <a:lnTo>
                    <a:pt x="256" y="423"/>
                  </a:lnTo>
                  <a:lnTo>
                    <a:pt x="1" y="472"/>
                  </a:lnTo>
                  <a:lnTo>
                    <a:pt x="1496" y="2528"/>
                  </a:lnTo>
                  <a:lnTo>
                    <a:pt x="1732" y="2478"/>
                  </a:lnTo>
                  <a:lnTo>
                    <a:pt x="2243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48"/>
            <p:cNvSpPr/>
            <p:nvPr/>
          </p:nvSpPr>
          <p:spPr>
            <a:xfrm>
              <a:off x="736775" y="985775"/>
              <a:ext cx="18475" cy="58050"/>
            </a:xfrm>
            <a:custGeom>
              <a:avLst/>
              <a:gdLst/>
              <a:ahLst/>
              <a:cxnLst/>
              <a:rect l="l" t="t" r="r" b="b"/>
              <a:pathLst>
                <a:path w="739" h="2322" extrusionOk="0">
                  <a:moveTo>
                    <a:pt x="247" y="1"/>
                  </a:moveTo>
                  <a:lnTo>
                    <a:pt x="1" y="50"/>
                  </a:lnTo>
                  <a:lnTo>
                    <a:pt x="492" y="2322"/>
                  </a:lnTo>
                  <a:lnTo>
                    <a:pt x="738" y="2263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48"/>
            <p:cNvSpPr/>
            <p:nvPr/>
          </p:nvSpPr>
          <p:spPr>
            <a:xfrm>
              <a:off x="765300" y="972500"/>
              <a:ext cx="52400" cy="65175"/>
            </a:xfrm>
            <a:custGeom>
              <a:avLst/>
              <a:gdLst/>
              <a:ahLst/>
              <a:cxnLst/>
              <a:rect l="l" t="t" r="r" b="b"/>
              <a:pathLst>
                <a:path w="2096" h="2607" extrusionOk="0">
                  <a:moveTo>
                    <a:pt x="1554" y="1"/>
                  </a:moveTo>
                  <a:lnTo>
                    <a:pt x="1" y="335"/>
                  </a:lnTo>
                  <a:lnTo>
                    <a:pt x="492" y="2607"/>
                  </a:lnTo>
                  <a:lnTo>
                    <a:pt x="2095" y="2263"/>
                  </a:lnTo>
                  <a:lnTo>
                    <a:pt x="2056" y="2056"/>
                  </a:lnTo>
                  <a:lnTo>
                    <a:pt x="679" y="2341"/>
                  </a:lnTo>
                  <a:lnTo>
                    <a:pt x="502" y="1496"/>
                  </a:lnTo>
                  <a:lnTo>
                    <a:pt x="1672" y="1250"/>
                  </a:lnTo>
                  <a:lnTo>
                    <a:pt x="1633" y="1043"/>
                  </a:lnTo>
                  <a:lnTo>
                    <a:pt x="453" y="1299"/>
                  </a:lnTo>
                  <a:lnTo>
                    <a:pt x="286" y="492"/>
                  </a:lnTo>
                  <a:lnTo>
                    <a:pt x="1604" y="207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48"/>
            <p:cNvSpPr/>
            <p:nvPr/>
          </p:nvSpPr>
          <p:spPr>
            <a:xfrm>
              <a:off x="1121825" y="278425"/>
              <a:ext cx="122700" cy="140400"/>
            </a:xfrm>
            <a:custGeom>
              <a:avLst/>
              <a:gdLst/>
              <a:ahLst/>
              <a:cxnLst/>
              <a:rect l="l" t="t" r="r" b="b"/>
              <a:pathLst>
                <a:path w="4908" h="5616" extrusionOk="0">
                  <a:moveTo>
                    <a:pt x="4908" y="0"/>
                  </a:moveTo>
                  <a:lnTo>
                    <a:pt x="1269" y="826"/>
                  </a:lnTo>
                  <a:lnTo>
                    <a:pt x="0" y="5616"/>
                  </a:lnTo>
                  <a:lnTo>
                    <a:pt x="0" y="5616"/>
                  </a:lnTo>
                  <a:lnTo>
                    <a:pt x="3777" y="4829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48"/>
            <p:cNvSpPr/>
            <p:nvPr/>
          </p:nvSpPr>
          <p:spPr>
            <a:xfrm>
              <a:off x="1306450" y="23882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9" y="1"/>
                  </a:moveTo>
                  <a:lnTo>
                    <a:pt x="1270" y="817"/>
                  </a:lnTo>
                  <a:lnTo>
                    <a:pt x="1" y="5607"/>
                  </a:lnTo>
                  <a:lnTo>
                    <a:pt x="3650" y="4721"/>
                  </a:lnTo>
                  <a:lnTo>
                    <a:pt x="4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48"/>
            <p:cNvSpPr/>
            <p:nvPr/>
          </p:nvSpPr>
          <p:spPr>
            <a:xfrm>
              <a:off x="917000" y="32487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8" y="1"/>
                  </a:moveTo>
                  <a:lnTo>
                    <a:pt x="1269" y="817"/>
                  </a:lnTo>
                  <a:lnTo>
                    <a:pt x="1" y="5607"/>
                  </a:lnTo>
                  <a:cubicBezTo>
                    <a:pt x="1250" y="5322"/>
                    <a:pt x="2469" y="5046"/>
                    <a:pt x="3639" y="4781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48"/>
            <p:cNvSpPr/>
            <p:nvPr/>
          </p:nvSpPr>
          <p:spPr>
            <a:xfrm>
              <a:off x="712200" y="371100"/>
              <a:ext cx="122450" cy="140175"/>
            </a:xfrm>
            <a:custGeom>
              <a:avLst/>
              <a:gdLst/>
              <a:ahLst/>
              <a:cxnLst/>
              <a:rect l="l" t="t" r="r" b="b"/>
              <a:pathLst>
                <a:path w="4898" h="5607" extrusionOk="0">
                  <a:moveTo>
                    <a:pt x="4898" y="1"/>
                  </a:moveTo>
                  <a:lnTo>
                    <a:pt x="1259" y="827"/>
                  </a:lnTo>
                  <a:lnTo>
                    <a:pt x="0" y="5607"/>
                  </a:lnTo>
                  <a:cubicBezTo>
                    <a:pt x="1210" y="5331"/>
                    <a:pt x="2420" y="5066"/>
                    <a:pt x="3629" y="4790"/>
                  </a:cubicBezTo>
                  <a:lnTo>
                    <a:pt x="48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48"/>
            <p:cNvSpPr/>
            <p:nvPr/>
          </p:nvSpPr>
          <p:spPr>
            <a:xfrm>
              <a:off x="506150" y="41782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8" y="1"/>
                  </a:moveTo>
                  <a:lnTo>
                    <a:pt x="1269" y="817"/>
                  </a:lnTo>
                  <a:lnTo>
                    <a:pt x="1" y="5606"/>
                  </a:lnTo>
                  <a:cubicBezTo>
                    <a:pt x="1181" y="5341"/>
                    <a:pt x="2391" y="5065"/>
                    <a:pt x="3640" y="4780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48"/>
            <p:cNvSpPr/>
            <p:nvPr/>
          </p:nvSpPr>
          <p:spPr>
            <a:xfrm>
              <a:off x="311675" y="461825"/>
              <a:ext cx="122475" cy="139925"/>
            </a:xfrm>
            <a:custGeom>
              <a:avLst/>
              <a:gdLst/>
              <a:ahLst/>
              <a:cxnLst/>
              <a:rect l="l" t="t" r="r" b="b"/>
              <a:pathLst>
                <a:path w="4899" h="5597" extrusionOk="0">
                  <a:moveTo>
                    <a:pt x="4898" y="1"/>
                  </a:moveTo>
                  <a:lnTo>
                    <a:pt x="1269" y="817"/>
                  </a:lnTo>
                  <a:lnTo>
                    <a:pt x="0" y="5597"/>
                  </a:lnTo>
                  <a:cubicBezTo>
                    <a:pt x="1053" y="5361"/>
                    <a:pt x="2282" y="5085"/>
                    <a:pt x="3639" y="4781"/>
                  </a:cubicBezTo>
                  <a:lnTo>
                    <a:pt x="48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48"/>
            <p:cNvSpPr/>
            <p:nvPr/>
          </p:nvSpPr>
          <p:spPr>
            <a:xfrm>
              <a:off x="307725" y="342050"/>
              <a:ext cx="1160800" cy="262650"/>
            </a:xfrm>
            <a:custGeom>
              <a:avLst/>
              <a:gdLst/>
              <a:ahLst/>
              <a:cxnLst/>
              <a:rect l="l" t="t" r="r" b="b"/>
              <a:pathLst>
                <a:path w="46432" h="10506" extrusionOk="0">
                  <a:moveTo>
                    <a:pt x="46302" y="1"/>
                  </a:moveTo>
                  <a:cubicBezTo>
                    <a:pt x="46296" y="1"/>
                    <a:pt x="46290" y="1"/>
                    <a:pt x="46284" y="2"/>
                  </a:cubicBezTo>
                  <a:lnTo>
                    <a:pt x="129" y="10280"/>
                  </a:lnTo>
                  <a:cubicBezTo>
                    <a:pt x="1" y="10309"/>
                    <a:pt x="21" y="10506"/>
                    <a:pt x="158" y="10506"/>
                  </a:cubicBezTo>
                  <a:lnTo>
                    <a:pt x="178" y="10496"/>
                  </a:lnTo>
                  <a:lnTo>
                    <a:pt x="46333" y="219"/>
                  </a:lnTo>
                  <a:cubicBezTo>
                    <a:pt x="46392" y="209"/>
                    <a:pt x="46431" y="150"/>
                    <a:pt x="46411" y="91"/>
                  </a:cubicBezTo>
                  <a:cubicBezTo>
                    <a:pt x="46403" y="38"/>
                    <a:pt x="46354" y="1"/>
                    <a:pt x="46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48"/>
            <p:cNvSpPr/>
            <p:nvPr/>
          </p:nvSpPr>
          <p:spPr>
            <a:xfrm>
              <a:off x="414775" y="555250"/>
              <a:ext cx="1012100" cy="219375"/>
            </a:xfrm>
            <a:custGeom>
              <a:avLst/>
              <a:gdLst/>
              <a:ahLst/>
              <a:cxnLst/>
              <a:rect l="l" t="t" r="r" b="b"/>
              <a:pathLst>
                <a:path w="40484" h="8775" extrusionOk="0">
                  <a:moveTo>
                    <a:pt x="40320" y="1"/>
                  </a:moveTo>
                  <a:cubicBezTo>
                    <a:pt x="40317" y="1"/>
                    <a:pt x="40313" y="1"/>
                    <a:pt x="40310" y="1"/>
                  </a:cubicBezTo>
                  <a:lnTo>
                    <a:pt x="145" y="8548"/>
                  </a:lnTo>
                  <a:cubicBezTo>
                    <a:pt x="0" y="8567"/>
                    <a:pt x="16" y="8774"/>
                    <a:pt x="155" y="8774"/>
                  </a:cubicBezTo>
                  <a:cubicBezTo>
                    <a:pt x="158" y="8774"/>
                    <a:pt x="161" y="8774"/>
                    <a:pt x="164" y="8774"/>
                  </a:cubicBezTo>
                  <a:cubicBezTo>
                    <a:pt x="174" y="8774"/>
                    <a:pt x="184" y="8764"/>
                    <a:pt x="194" y="8764"/>
                  </a:cubicBezTo>
                  <a:lnTo>
                    <a:pt x="40359" y="217"/>
                  </a:lnTo>
                  <a:cubicBezTo>
                    <a:pt x="40484" y="179"/>
                    <a:pt x="40450" y="1"/>
                    <a:pt x="40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48"/>
            <p:cNvSpPr/>
            <p:nvPr/>
          </p:nvSpPr>
          <p:spPr>
            <a:xfrm>
              <a:off x="468775" y="787750"/>
              <a:ext cx="1011475" cy="219450"/>
            </a:xfrm>
            <a:custGeom>
              <a:avLst/>
              <a:gdLst/>
              <a:ahLst/>
              <a:cxnLst/>
              <a:rect l="l" t="t" r="r" b="b"/>
              <a:pathLst>
                <a:path w="40459" h="8778" extrusionOk="0">
                  <a:moveTo>
                    <a:pt x="40306" y="0"/>
                  </a:moveTo>
                  <a:cubicBezTo>
                    <a:pt x="40296" y="0"/>
                    <a:pt x="40286" y="2"/>
                    <a:pt x="40274" y="5"/>
                  </a:cubicBezTo>
                  <a:lnTo>
                    <a:pt x="99" y="8551"/>
                  </a:lnTo>
                  <a:cubicBezTo>
                    <a:pt x="40" y="8571"/>
                    <a:pt x="1" y="8630"/>
                    <a:pt x="20" y="8689"/>
                  </a:cubicBezTo>
                  <a:cubicBezTo>
                    <a:pt x="30" y="8738"/>
                    <a:pt x="70" y="8777"/>
                    <a:pt x="129" y="8777"/>
                  </a:cubicBezTo>
                  <a:lnTo>
                    <a:pt x="148" y="8768"/>
                  </a:lnTo>
                  <a:lnTo>
                    <a:pt x="40314" y="221"/>
                  </a:lnTo>
                  <a:cubicBezTo>
                    <a:pt x="40459" y="203"/>
                    <a:pt x="40428" y="0"/>
                    <a:pt x="403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48"/>
            <p:cNvSpPr/>
            <p:nvPr/>
          </p:nvSpPr>
          <p:spPr>
            <a:xfrm>
              <a:off x="644825" y="719875"/>
              <a:ext cx="54600" cy="234225"/>
            </a:xfrm>
            <a:custGeom>
              <a:avLst/>
              <a:gdLst/>
              <a:ahLst/>
              <a:cxnLst/>
              <a:rect l="l" t="t" r="r" b="b"/>
              <a:pathLst>
                <a:path w="2184" h="9369" extrusionOk="0">
                  <a:moveTo>
                    <a:pt x="130" y="0"/>
                  </a:moveTo>
                  <a:cubicBezTo>
                    <a:pt x="120" y="0"/>
                    <a:pt x="109" y="2"/>
                    <a:pt x="99" y="5"/>
                  </a:cubicBezTo>
                  <a:cubicBezTo>
                    <a:pt x="40" y="15"/>
                    <a:pt x="1" y="74"/>
                    <a:pt x="10" y="133"/>
                  </a:cubicBezTo>
                  <a:lnTo>
                    <a:pt x="1948" y="9280"/>
                  </a:lnTo>
                  <a:cubicBezTo>
                    <a:pt x="1967" y="9329"/>
                    <a:pt x="2007" y="9368"/>
                    <a:pt x="2066" y="9368"/>
                  </a:cubicBezTo>
                  <a:lnTo>
                    <a:pt x="2085" y="9368"/>
                  </a:lnTo>
                  <a:cubicBezTo>
                    <a:pt x="2144" y="9358"/>
                    <a:pt x="2184" y="9299"/>
                    <a:pt x="2174" y="9240"/>
                  </a:cubicBezTo>
                  <a:lnTo>
                    <a:pt x="227" y="84"/>
                  </a:lnTo>
                  <a:cubicBezTo>
                    <a:pt x="219" y="36"/>
                    <a:pt x="177" y="0"/>
                    <a:pt x="1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48"/>
            <p:cNvSpPr/>
            <p:nvPr/>
          </p:nvSpPr>
          <p:spPr>
            <a:xfrm>
              <a:off x="1170500" y="611925"/>
              <a:ext cx="55350" cy="236450"/>
            </a:xfrm>
            <a:custGeom>
              <a:avLst/>
              <a:gdLst/>
              <a:ahLst/>
              <a:cxnLst/>
              <a:rect l="l" t="t" r="r" b="b"/>
              <a:pathLst>
                <a:path w="2214" h="9458" extrusionOk="0">
                  <a:moveTo>
                    <a:pt x="129" y="1"/>
                  </a:moveTo>
                  <a:cubicBezTo>
                    <a:pt x="119" y="1"/>
                    <a:pt x="109" y="3"/>
                    <a:pt x="99" y="6"/>
                  </a:cubicBezTo>
                  <a:cubicBezTo>
                    <a:pt x="40" y="16"/>
                    <a:pt x="0" y="75"/>
                    <a:pt x="10" y="134"/>
                  </a:cubicBezTo>
                  <a:lnTo>
                    <a:pt x="1977" y="9369"/>
                  </a:lnTo>
                  <a:cubicBezTo>
                    <a:pt x="1987" y="9418"/>
                    <a:pt x="2036" y="9447"/>
                    <a:pt x="2085" y="9457"/>
                  </a:cubicBezTo>
                  <a:lnTo>
                    <a:pt x="2115" y="9447"/>
                  </a:lnTo>
                  <a:cubicBezTo>
                    <a:pt x="2174" y="9437"/>
                    <a:pt x="2213" y="9378"/>
                    <a:pt x="2193" y="9319"/>
                  </a:cubicBezTo>
                  <a:lnTo>
                    <a:pt x="226" y="94"/>
                  </a:lnTo>
                  <a:cubicBezTo>
                    <a:pt x="218" y="38"/>
                    <a:pt x="177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48"/>
            <p:cNvSpPr/>
            <p:nvPr/>
          </p:nvSpPr>
          <p:spPr>
            <a:xfrm>
              <a:off x="514275" y="969425"/>
              <a:ext cx="989650" cy="215525"/>
            </a:xfrm>
            <a:custGeom>
              <a:avLst/>
              <a:gdLst/>
              <a:ahLst/>
              <a:cxnLst/>
              <a:rect l="l" t="t" r="r" b="b"/>
              <a:pathLst>
                <a:path w="39586" h="8621" extrusionOk="0">
                  <a:moveTo>
                    <a:pt x="39469" y="1"/>
                  </a:moveTo>
                  <a:cubicBezTo>
                    <a:pt x="39459" y="1"/>
                    <a:pt x="39448" y="2"/>
                    <a:pt x="39438" y="6"/>
                  </a:cubicBezTo>
                  <a:lnTo>
                    <a:pt x="99" y="8395"/>
                  </a:lnTo>
                  <a:cubicBezTo>
                    <a:pt x="40" y="8414"/>
                    <a:pt x="0" y="8473"/>
                    <a:pt x="10" y="8532"/>
                  </a:cubicBezTo>
                  <a:cubicBezTo>
                    <a:pt x="20" y="8582"/>
                    <a:pt x="69" y="8621"/>
                    <a:pt x="118" y="8621"/>
                  </a:cubicBezTo>
                  <a:lnTo>
                    <a:pt x="148" y="8611"/>
                  </a:lnTo>
                  <a:lnTo>
                    <a:pt x="39487" y="222"/>
                  </a:lnTo>
                  <a:cubicBezTo>
                    <a:pt x="39546" y="202"/>
                    <a:pt x="39585" y="143"/>
                    <a:pt x="39566" y="84"/>
                  </a:cubicBezTo>
                  <a:cubicBezTo>
                    <a:pt x="39558" y="36"/>
                    <a:pt x="39516" y="1"/>
                    <a:pt x="39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48"/>
            <p:cNvSpPr/>
            <p:nvPr/>
          </p:nvSpPr>
          <p:spPr>
            <a:xfrm>
              <a:off x="439275" y="809950"/>
              <a:ext cx="48950" cy="52425"/>
            </a:xfrm>
            <a:custGeom>
              <a:avLst/>
              <a:gdLst/>
              <a:ahLst/>
              <a:cxnLst/>
              <a:rect l="l" t="t" r="r" b="b"/>
              <a:pathLst>
                <a:path w="1958" h="2097" extrusionOk="0">
                  <a:moveTo>
                    <a:pt x="969" y="181"/>
                  </a:moveTo>
                  <a:cubicBezTo>
                    <a:pt x="1223" y="181"/>
                    <a:pt x="1382" y="311"/>
                    <a:pt x="1436" y="553"/>
                  </a:cubicBezTo>
                  <a:cubicBezTo>
                    <a:pt x="1505" y="858"/>
                    <a:pt x="1348" y="1084"/>
                    <a:pt x="964" y="1162"/>
                  </a:cubicBezTo>
                  <a:lnTo>
                    <a:pt x="463" y="1280"/>
                  </a:lnTo>
                  <a:lnTo>
                    <a:pt x="246" y="326"/>
                  </a:lnTo>
                  <a:lnTo>
                    <a:pt x="748" y="208"/>
                  </a:lnTo>
                  <a:cubicBezTo>
                    <a:pt x="828" y="190"/>
                    <a:pt x="902" y="181"/>
                    <a:pt x="969" y="181"/>
                  </a:cubicBezTo>
                  <a:close/>
                  <a:moveTo>
                    <a:pt x="976" y="0"/>
                  </a:moveTo>
                  <a:cubicBezTo>
                    <a:pt x="893" y="0"/>
                    <a:pt x="804" y="11"/>
                    <a:pt x="709" y="31"/>
                  </a:cubicBezTo>
                  <a:lnTo>
                    <a:pt x="1" y="199"/>
                  </a:lnTo>
                  <a:lnTo>
                    <a:pt x="433" y="2097"/>
                  </a:lnTo>
                  <a:lnTo>
                    <a:pt x="640" y="2048"/>
                  </a:lnTo>
                  <a:lnTo>
                    <a:pt x="502" y="1448"/>
                  </a:lnTo>
                  <a:lnTo>
                    <a:pt x="1014" y="1330"/>
                  </a:lnTo>
                  <a:cubicBezTo>
                    <a:pt x="1063" y="1320"/>
                    <a:pt x="1112" y="1310"/>
                    <a:pt x="1161" y="1290"/>
                  </a:cubicBezTo>
                  <a:lnTo>
                    <a:pt x="1732" y="1802"/>
                  </a:lnTo>
                  <a:lnTo>
                    <a:pt x="1958" y="1753"/>
                  </a:lnTo>
                  <a:lnTo>
                    <a:pt x="1338" y="1202"/>
                  </a:lnTo>
                  <a:cubicBezTo>
                    <a:pt x="1594" y="1074"/>
                    <a:pt x="1712" y="779"/>
                    <a:pt x="1643" y="513"/>
                  </a:cubicBezTo>
                  <a:cubicBezTo>
                    <a:pt x="1564" y="180"/>
                    <a:pt x="1324" y="0"/>
                    <a:pt x="97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48"/>
            <p:cNvSpPr/>
            <p:nvPr/>
          </p:nvSpPr>
          <p:spPr>
            <a:xfrm>
              <a:off x="489975" y="794975"/>
              <a:ext cx="62425" cy="51550"/>
            </a:xfrm>
            <a:custGeom>
              <a:avLst/>
              <a:gdLst/>
              <a:ahLst/>
              <a:cxnLst/>
              <a:rect l="l" t="t" r="r" b="b"/>
              <a:pathLst>
                <a:path w="2497" h="2062" extrusionOk="0">
                  <a:moveTo>
                    <a:pt x="1179" y="229"/>
                  </a:moveTo>
                  <a:cubicBezTo>
                    <a:pt x="1538" y="229"/>
                    <a:pt x="1894" y="460"/>
                    <a:pt x="1985" y="876"/>
                  </a:cubicBezTo>
                  <a:cubicBezTo>
                    <a:pt x="2093" y="1319"/>
                    <a:pt x="1808" y="1761"/>
                    <a:pt x="1366" y="1850"/>
                  </a:cubicBezTo>
                  <a:cubicBezTo>
                    <a:pt x="1300" y="1865"/>
                    <a:pt x="1236" y="1873"/>
                    <a:pt x="1173" y="1873"/>
                  </a:cubicBezTo>
                  <a:cubicBezTo>
                    <a:pt x="562" y="1873"/>
                    <a:pt x="133" y="1173"/>
                    <a:pt x="490" y="611"/>
                  </a:cubicBezTo>
                  <a:cubicBezTo>
                    <a:pt x="656" y="350"/>
                    <a:pt x="918" y="229"/>
                    <a:pt x="1179" y="229"/>
                  </a:cubicBezTo>
                  <a:close/>
                  <a:moveTo>
                    <a:pt x="1185" y="0"/>
                  </a:moveTo>
                  <a:cubicBezTo>
                    <a:pt x="557" y="0"/>
                    <a:pt x="1" y="596"/>
                    <a:pt x="185" y="1289"/>
                  </a:cubicBezTo>
                  <a:cubicBezTo>
                    <a:pt x="285" y="1752"/>
                    <a:pt x="696" y="2062"/>
                    <a:pt x="1146" y="2062"/>
                  </a:cubicBezTo>
                  <a:cubicBezTo>
                    <a:pt x="1231" y="2062"/>
                    <a:pt x="1318" y="2051"/>
                    <a:pt x="1405" y="2027"/>
                  </a:cubicBezTo>
                  <a:cubicBezTo>
                    <a:pt x="2300" y="1820"/>
                    <a:pt x="2497" y="630"/>
                    <a:pt x="1710" y="149"/>
                  </a:cubicBezTo>
                  <a:cubicBezTo>
                    <a:pt x="1539" y="46"/>
                    <a:pt x="1359" y="0"/>
                    <a:pt x="118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48"/>
            <p:cNvSpPr/>
            <p:nvPr/>
          </p:nvSpPr>
          <p:spPr>
            <a:xfrm>
              <a:off x="555325" y="787125"/>
              <a:ext cx="42575" cy="48450"/>
            </a:xfrm>
            <a:custGeom>
              <a:avLst/>
              <a:gdLst/>
              <a:ahLst/>
              <a:cxnLst/>
              <a:rect l="l" t="t" r="r" b="b"/>
              <a:pathLst>
                <a:path w="1703" h="1938" extrusionOk="0">
                  <a:moveTo>
                    <a:pt x="207" y="0"/>
                  </a:moveTo>
                  <a:lnTo>
                    <a:pt x="1" y="49"/>
                  </a:lnTo>
                  <a:lnTo>
                    <a:pt x="433" y="1938"/>
                  </a:lnTo>
                  <a:lnTo>
                    <a:pt x="1702" y="1653"/>
                  </a:lnTo>
                  <a:lnTo>
                    <a:pt x="1663" y="1475"/>
                  </a:lnTo>
                  <a:lnTo>
                    <a:pt x="601" y="172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48"/>
            <p:cNvSpPr/>
            <p:nvPr/>
          </p:nvSpPr>
          <p:spPr>
            <a:xfrm>
              <a:off x="600325" y="776800"/>
              <a:ext cx="42550" cy="48450"/>
            </a:xfrm>
            <a:custGeom>
              <a:avLst/>
              <a:gdLst/>
              <a:ahLst/>
              <a:cxnLst/>
              <a:rect l="l" t="t" r="r" b="b"/>
              <a:pathLst>
                <a:path w="1702" h="1938" extrusionOk="0">
                  <a:moveTo>
                    <a:pt x="207" y="0"/>
                  </a:moveTo>
                  <a:lnTo>
                    <a:pt x="0" y="49"/>
                  </a:lnTo>
                  <a:lnTo>
                    <a:pt x="433" y="1938"/>
                  </a:lnTo>
                  <a:lnTo>
                    <a:pt x="1702" y="1652"/>
                  </a:lnTo>
                  <a:lnTo>
                    <a:pt x="1662" y="1475"/>
                  </a:lnTo>
                  <a:lnTo>
                    <a:pt x="600" y="172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48"/>
            <p:cNvSpPr/>
            <p:nvPr/>
          </p:nvSpPr>
          <p:spPr>
            <a:xfrm>
              <a:off x="694000" y="749725"/>
              <a:ext cx="42550" cy="50325"/>
            </a:xfrm>
            <a:custGeom>
              <a:avLst/>
              <a:gdLst/>
              <a:ahLst/>
              <a:cxnLst/>
              <a:rect l="l" t="t" r="r" b="b"/>
              <a:pathLst>
                <a:path w="1702" h="2013" extrusionOk="0">
                  <a:moveTo>
                    <a:pt x="903" y="1"/>
                  </a:moveTo>
                  <a:cubicBezTo>
                    <a:pt x="818" y="1"/>
                    <a:pt x="733" y="11"/>
                    <a:pt x="650" y="31"/>
                  </a:cubicBezTo>
                  <a:cubicBezTo>
                    <a:pt x="168" y="139"/>
                    <a:pt x="0" y="434"/>
                    <a:pt x="69" y="710"/>
                  </a:cubicBezTo>
                  <a:cubicBezTo>
                    <a:pt x="227" y="1418"/>
                    <a:pt x="1318" y="828"/>
                    <a:pt x="1446" y="1349"/>
                  </a:cubicBezTo>
                  <a:cubicBezTo>
                    <a:pt x="1486" y="1536"/>
                    <a:pt x="1367" y="1722"/>
                    <a:pt x="1013" y="1801"/>
                  </a:cubicBezTo>
                  <a:cubicBezTo>
                    <a:pt x="935" y="1821"/>
                    <a:pt x="856" y="1831"/>
                    <a:pt x="779" y="1831"/>
                  </a:cubicBezTo>
                  <a:cubicBezTo>
                    <a:pt x="623" y="1831"/>
                    <a:pt x="473" y="1791"/>
                    <a:pt x="335" y="1713"/>
                  </a:cubicBezTo>
                  <a:lnTo>
                    <a:pt x="286" y="1890"/>
                  </a:lnTo>
                  <a:cubicBezTo>
                    <a:pt x="443" y="1968"/>
                    <a:pt x="618" y="2012"/>
                    <a:pt x="793" y="2012"/>
                  </a:cubicBezTo>
                  <a:cubicBezTo>
                    <a:pt x="880" y="2012"/>
                    <a:pt x="968" y="2001"/>
                    <a:pt x="1053" y="1978"/>
                  </a:cubicBezTo>
                  <a:cubicBezTo>
                    <a:pt x="1535" y="1860"/>
                    <a:pt x="1702" y="1575"/>
                    <a:pt x="1643" y="1290"/>
                  </a:cubicBezTo>
                  <a:cubicBezTo>
                    <a:pt x="1486" y="601"/>
                    <a:pt x="384" y="1182"/>
                    <a:pt x="266" y="660"/>
                  </a:cubicBezTo>
                  <a:cubicBezTo>
                    <a:pt x="227" y="473"/>
                    <a:pt x="345" y="287"/>
                    <a:pt x="689" y="208"/>
                  </a:cubicBezTo>
                  <a:cubicBezTo>
                    <a:pt x="764" y="192"/>
                    <a:pt x="838" y="184"/>
                    <a:pt x="913" y="184"/>
                  </a:cubicBezTo>
                  <a:cubicBezTo>
                    <a:pt x="1024" y="184"/>
                    <a:pt x="1133" y="202"/>
                    <a:pt x="1240" y="237"/>
                  </a:cubicBezTo>
                  <a:lnTo>
                    <a:pt x="1279" y="70"/>
                  </a:lnTo>
                  <a:cubicBezTo>
                    <a:pt x="1156" y="23"/>
                    <a:pt x="1029" y="1"/>
                    <a:pt x="90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48"/>
            <p:cNvSpPr/>
            <p:nvPr/>
          </p:nvSpPr>
          <p:spPr>
            <a:xfrm>
              <a:off x="740950" y="737425"/>
              <a:ext cx="49450" cy="50075"/>
            </a:xfrm>
            <a:custGeom>
              <a:avLst/>
              <a:gdLst/>
              <a:ahLst/>
              <a:cxnLst/>
              <a:rect l="l" t="t" r="r" b="b"/>
              <a:pathLst>
                <a:path w="1978" h="2003" extrusionOk="0">
                  <a:moveTo>
                    <a:pt x="1139" y="1"/>
                  </a:moveTo>
                  <a:cubicBezTo>
                    <a:pt x="1060" y="1"/>
                    <a:pt x="982" y="11"/>
                    <a:pt x="906" y="31"/>
                  </a:cubicBezTo>
                  <a:cubicBezTo>
                    <a:pt x="355" y="139"/>
                    <a:pt x="1" y="680"/>
                    <a:pt x="129" y="1231"/>
                  </a:cubicBezTo>
                  <a:cubicBezTo>
                    <a:pt x="228" y="1687"/>
                    <a:pt x="635" y="2003"/>
                    <a:pt x="1090" y="2003"/>
                  </a:cubicBezTo>
                  <a:cubicBezTo>
                    <a:pt x="1175" y="2003"/>
                    <a:pt x="1262" y="1992"/>
                    <a:pt x="1348" y="1969"/>
                  </a:cubicBezTo>
                  <a:cubicBezTo>
                    <a:pt x="1604" y="1919"/>
                    <a:pt x="1840" y="1762"/>
                    <a:pt x="1978" y="1536"/>
                  </a:cubicBezTo>
                  <a:lnTo>
                    <a:pt x="1820" y="1438"/>
                  </a:lnTo>
                  <a:cubicBezTo>
                    <a:pt x="1712" y="1615"/>
                    <a:pt x="1525" y="1752"/>
                    <a:pt x="1309" y="1792"/>
                  </a:cubicBezTo>
                  <a:cubicBezTo>
                    <a:pt x="1239" y="1810"/>
                    <a:pt x="1170" y="1819"/>
                    <a:pt x="1101" y="1819"/>
                  </a:cubicBezTo>
                  <a:cubicBezTo>
                    <a:pt x="733" y="1819"/>
                    <a:pt x="399" y="1565"/>
                    <a:pt x="316" y="1192"/>
                  </a:cubicBezTo>
                  <a:cubicBezTo>
                    <a:pt x="207" y="739"/>
                    <a:pt x="502" y="297"/>
                    <a:pt x="955" y="218"/>
                  </a:cubicBezTo>
                  <a:cubicBezTo>
                    <a:pt x="1019" y="200"/>
                    <a:pt x="1084" y="191"/>
                    <a:pt x="1148" y="191"/>
                  </a:cubicBezTo>
                  <a:cubicBezTo>
                    <a:pt x="1293" y="191"/>
                    <a:pt x="1436" y="235"/>
                    <a:pt x="1565" y="316"/>
                  </a:cubicBezTo>
                  <a:lnTo>
                    <a:pt x="1663" y="159"/>
                  </a:lnTo>
                  <a:cubicBezTo>
                    <a:pt x="1504" y="56"/>
                    <a:pt x="1322" y="1"/>
                    <a:pt x="113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48"/>
            <p:cNvSpPr/>
            <p:nvPr/>
          </p:nvSpPr>
          <p:spPr>
            <a:xfrm>
              <a:off x="796775" y="723675"/>
              <a:ext cx="44525" cy="54875"/>
            </a:xfrm>
            <a:custGeom>
              <a:avLst/>
              <a:gdLst/>
              <a:ahLst/>
              <a:cxnLst/>
              <a:rect l="l" t="t" r="r" b="b"/>
              <a:pathLst>
                <a:path w="1781" h="2195" extrusionOk="0">
                  <a:moveTo>
                    <a:pt x="1299" y="1"/>
                  </a:moveTo>
                  <a:lnTo>
                    <a:pt x="0" y="296"/>
                  </a:lnTo>
                  <a:lnTo>
                    <a:pt x="433" y="2194"/>
                  </a:lnTo>
                  <a:lnTo>
                    <a:pt x="1781" y="1889"/>
                  </a:lnTo>
                  <a:lnTo>
                    <a:pt x="1741" y="1712"/>
                  </a:lnTo>
                  <a:lnTo>
                    <a:pt x="590" y="1978"/>
                  </a:lnTo>
                  <a:lnTo>
                    <a:pt x="433" y="1270"/>
                  </a:lnTo>
                  <a:lnTo>
                    <a:pt x="1417" y="1043"/>
                  </a:lnTo>
                  <a:lnTo>
                    <a:pt x="1377" y="876"/>
                  </a:lnTo>
                  <a:lnTo>
                    <a:pt x="394" y="1102"/>
                  </a:lnTo>
                  <a:lnTo>
                    <a:pt x="236" y="424"/>
                  </a:lnTo>
                  <a:lnTo>
                    <a:pt x="1338" y="168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48"/>
            <p:cNvSpPr/>
            <p:nvPr/>
          </p:nvSpPr>
          <p:spPr>
            <a:xfrm>
              <a:off x="847175" y="710400"/>
              <a:ext cx="50675" cy="56575"/>
            </a:xfrm>
            <a:custGeom>
              <a:avLst/>
              <a:gdLst/>
              <a:ahLst/>
              <a:cxnLst/>
              <a:rect l="l" t="t" r="r" b="b"/>
              <a:pathLst>
                <a:path w="2027" h="2263" extrusionOk="0">
                  <a:moveTo>
                    <a:pt x="1594" y="1"/>
                  </a:moveTo>
                  <a:lnTo>
                    <a:pt x="1387" y="50"/>
                  </a:lnTo>
                  <a:lnTo>
                    <a:pt x="1741" y="1584"/>
                  </a:lnTo>
                  <a:lnTo>
                    <a:pt x="168" y="325"/>
                  </a:lnTo>
                  <a:lnTo>
                    <a:pt x="1" y="365"/>
                  </a:lnTo>
                  <a:lnTo>
                    <a:pt x="433" y="2263"/>
                  </a:lnTo>
                  <a:lnTo>
                    <a:pt x="640" y="2223"/>
                  </a:lnTo>
                  <a:lnTo>
                    <a:pt x="286" y="679"/>
                  </a:lnTo>
                  <a:lnTo>
                    <a:pt x="286" y="679"/>
                  </a:lnTo>
                  <a:lnTo>
                    <a:pt x="1859" y="1938"/>
                  </a:lnTo>
                  <a:lnTo>
                    <a:pt x="2027" y="1899"/>
                  </a:lnTo>
                  <a:lnTo>
                    <a:pt x="159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48"/>
            <p:cNvSpPr/>
            <p:nvPr/>
          </p:nvSpPr>
          <p:spPr>
            <a:xfrm>
              <a:off x="907425" y="698350"/>
              <a:ext cx="44525" cy="54875"/>
            </a:xfrm>
            <a:custGeom>
              <a:avLst/>
              <a:gdLst/>
              <a:ahLst/>
              <a:cxnLst/>
              <a:rect l="l" t="t" r="r" b="b"/>
              <a:pathLst>
                <a:path w="1781" h="2195" extrusionOk="0">
                  <a:moveTo>
                    <a:pt x="1298" y="1"/>
                  </a:moveTo>
                  <a:lnTo>
                    <a:pt x="0" y="296"/>
                  </a:lnTo>
                  <a:lnTo>
                    <a:pt x="433" y="2194"/>
                  </a:lnTo>
                  <a:lnTo>
                    <a:pt x="1780" y="1889"/>
                  </a:lnTo>
                  <a:lnTo>
                    <a:pt x="1741" y="1712"/>
                  </a:lnTo>
                  <a:lnTo>
                    <a:pt x="590" y="1978"/>
                  </a:lnTo>
                  <a:lnTo>
                    <a:pt x="423" y="1270"/>
                  </a:lnTo>
                  <a:lnTo>
                    <a:pt x="1406" y="1043"/>
                  </a:lnTo>
                  <a:lnTo>
                    <a:pt x="1367" y="876"/>
                  </a:lnTo>
                  <a:lnTo>
                    <a:pt x="384" y="1102"/>
                  </a:lnTo>
                  <a:lnTo>
                    <a:pt x="236" y="424"/>
                  </a:lnTo>
                  <a:lnTo>
                    <a:pt x="1338" y="168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48"/>
            <p:cNvSpPr/>
            <p:nvPr/>
          </p:nvSpPr>
          <p:spPr>
            <a:xfrm>
              <a:off x="1210825" y="630675"/>
              <a:ext cx="49425" cy="50050"/>
            </a:xfrm>
            <a:custGeom>
              <a:avLst/>
              <a:gdLst/>
              <a:ahLst/>
              <a:cxnLst/>
              <a:rect l="l" t="t" r="r" b="b"/>
              <a:pathLst>
                <a:path w="1977" h="2002" extrusionOk="0">
                  <a:moveTo>
                    <a:pt x="1153" y="0"/>
                  </a:moveTo>
                  <a:cubicBezTo>
                    <a:pt x="1070" y="0"/>
                    <a:pt x="986" y="11"/>
                    <a:pt x="905" y="33"/>
                  </a:cubicBezTo>
                  <a:cubicBezTo>
                    <a:pt x="354" y="131"/>
                    <a:pt x="0" y="672"/>
                    <a:pt x="128" y="1223"/>
                  </a:cubicBezTo>
                  <a:cubicBezTo>
                    <a:pt x="228" y="1690"/>
                    <a:pt x="639" y="2001"/>
                    <a:pt x="1092" y="2001"/>
                  </a:cubicBezTo>
                  <a:cubicBezTo>
                    <a:pt x="1173" y="2001"/>
                    <a:pt x="1255" y="1991"/>
                    <a:pt x="1338" y="1970"/>
                  </a:cubicBezTo>
                  <a:cubicBezTo>
                    <a:pt x="1603" y="1921"/>
                    <a:pt x="1839" y="1754"/>
                    <a:pt x="1977" y="1528"/>
                  </a:cubicBezTo>
                  <a:lnTo>
                    <a:pt x="1820" y="1429"/>
                  </a:lnTo>
                  <a:cubicBezTo>
                    <a:pt x="1702" y="1616"/>
                    <a:pt x="1525" y="1744"/>
                    <a:pt x="1308" y="1783"/>
                  </a:cubicBezTo>
                  <a:cubicBezTo>
                    <a:pt x="1237" y="1802"/>
                    <a:pt x="1166" y="1811"/>
                    <a:pt x="1096" y="1811"/>
                  </a:cubicBezTo>
                  <a:cubicBezTo>
                    <a:pt x="730" y="1811"/>
                    <a:pt x="397" y="1563"/>
                    <a:pt x="315" y="1184"/>
                  </a:cubicBezTo>
                  <a:cubicBezTo>
                    <a:pt x="207" y="741"/>
                    <a:pt x="502" y="298"/>
                    <a:pt x="944" y="210"/>
                  </a:cubicBezTo>
                  <a:cubicBezTo>
                    <a:pt x="1011" y="195"/>
                    <a:pt x="1077" y="187"/>
                    <a:pt x="1143" y="187"/>
                  </a:cubicBezTo>
                  <a:cubicBezTo>
                    <a:pt x="1291" y="187"/>
                    <a:pt x="1434" y="226"/>
                    <a:pt x="1564" y="308"/>
                  </a:cubicBezTo>
                  <a:lnTo>
                    <a:pt x="1662" y="151"/>
                  </a:lnTo>
                  <a:cubicBezTo>
                    <a:pt x="1508" y="50"/>
                    <a:pt x="1331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48"/>
            <p:cNvSpPr/>
            <p:nvPr/>
          </p:nvSpPr>
          <p:spPr>
            <a:xfrm>
              <a:off x="1266150" y="615500"/>
              <a:ext cx="48450" cy="53075"/>
            </a:xfrm>
            <a:custGeom>
              <a:avLst/>
              <a:gdLst/>
              <a:ahLst/>
              <a:cxnLst/>
              <a:rect l="l" t="t" r="r" b="b"/>
              <a:pathLst>
                <a:path w="1938" h="2123" extrusionOk="0">
                  <a:moveTo>
                    <a:pt x="1564" y="1"/>
                  </a:moveTo>
                  <a:lnTo>
                    <a:pt x="1367" y="40"/>
                  </a:lnTo>
                  <a:lnTo>
                    <a:pt x="1613" y="1122"/>
                  </a:lnTo>
                  <a:cubicBezTo>
                    <a:pt x="1721" y="1574"/>
                    <a:pt x="1564" y="1830"/>
                    <a:pt x="1180" y="1909"/>
                  </a:cubicBezTo>
                  <a:cubicBezTo>
                    <a:pt x="1114" y="1924"/>
                    <a:pt x="1052" y="1932"/>
                    <a:pt x="993" y="1932"/>
                  </a:cubicBezTo>
                  <a:cubicBezTo>
                    <a:pt x="721" y="1932"/>
                    <a:pt x="532" y="1760"/>
                    <a:pt x="443" y="1387"/>
                  </a:cubicBezTo>
                  <a:lnTo>
                    <a:pt x="197" y="306"/>
                  </a:lnTo>
                  <a:lnTo>
                    <a:pt x="0" y="355"/>
                  </a:lnTo>
                  <a:lnTo>
                    <a:pt x="246" y="1446"/>
                  </a:lnTo>
                  <a:cubicBezTo>
                    <a:pt x="352" y="1897"/>
                    <a:pt x="623" y="2122"/>
                    <a:pt x="989" y="2122"/>
                  </a:cubicBezTo>
                  <a:cubicBezTo>
                    <a:pt x="1062" y="2122"/>
                    <a:pt x="1139" y="2113"/>
                    <a:pt x="1220" y="2095"/>
                  </a:cubicBezTo>
                  <a:cubicBezTo>
                    <a:pt x="1711" y="1977"/>
                    <a:pt x="1937" y="1633"/>
                    <a:pt x="1810" y="1082"/>
                  </a:cubicBezTo>
                  <a:lnTo>
                    <a:pt x="156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48"/>
            <p:cNvSpPr/>
            <p:nvPr/>
          </p:nvSpPr>
          <p:spPr>
            <a:xfrm>
              <a:off x="1316800" y="603950"/>
              <a:ext cx="39350" cy="52400"/>
            </a:xfrm>
            <a:custGeom>
              <a:avLst/>
              <a:gdLst/>
              <a:ahLst/>
              <a:cxnLst/>
              <a:rect l="l" t="t" r="r" b="b"/>
              <a:pathLst>
                <a:path w="1574" h="2096" extrusionOk="0">
                  <a:moveTo>
                    <a:pt x="1534" y="0"/>
                  </a:moveTo>
                  <a:lnTo>
                    <a:pt x="0" y="354"/>
                  </a:lnTo>
                  <a:lnTo>
                    <a:pt x="39" y="522"/>
                  </a:lnTo>
                  <a:lnTo>
                    <a:pt x="708" y="374"/>
                  </a:lnTo>
                  <a:lnTo>
                    <a:pt x="1101" y="2095"/>
                  </a:lnTo>
                  <a:lnTo>
                    <a:pt x="1308" y="2046"/>
                  </a:lnTo>
                  <a:lnTo>
                    <a:pt x="905" y="325"/>
                  </a:lnTo>
                  <a:lnTo>
                    <a:pt x="1574" y="177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6" name="Google Shape;3046;p48"/>
          <p:cNvGrpSpPr/>
          <p:nvPr/>
        </p:nvGrpSpPr>
        <p:grpSpPr>
          <a:xfrm rot="657575">
            <a:off x="122644" y="4352680"/>
            <a:ext cx="773062" cy="656341"/>
            <a:chOff x="3502275" y="3218775"/>
            <a:chExt cx="1175775" cy="998250"/>
          </a:xfrm>
        </p:grpSpPr>
        <p:sp>
          <p:nvSpPr>
            <p:cNvPr id="3047" name="Google Shape;3047;p48"/>
            <p:cNvSpPr/>
            <p:nvPr/>
          </p:nvSpPr>
          <p:spPr>
            <a:xfrm>
              <a:off x="3503750" y="3218775"/>
              <a:ext cx="1174300" cy="997175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48"/>
            <p:cNvSpPr/>
            <p:nvPr/>
          </p:nvSpPr>
          <p:spPr>
            <a:xfrm>
              <a:off x="3502275" y="3292450"/>
              <a:ext cx="1155375" cy="92457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48"/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48"/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48"/>
            <p:cNvSpPr/>
            <p:nvPr/>
          </p:nvSpPr>
          <p:spPr>
            <a:xfrm>
              <a:off x="3937225" y="3272500"/>
              <a:ext cx="241475" cy="223800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48"/>
            <p:cNvSpPr/>
            <p:nvPr/>
          </p:nvSpPr>
          <p:spPr>
            <a:xfrm>
              <a:off x="3672925" y="3396275"/>
              <a:ext cx="267525" cy="219150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8"/>
            <p:cNvSpPr/>
            <p:nvPr/>
          </p:nvSpPr>
          <p:spPr>
            <a:xfrm>
              <a:off x="3693700" y="3683175"/>
              <a:ext cx="296650" cy="24367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48"/>
            <p:cNvSpPr/>
            <p:nvPr/>
          </p:nvSpPr>
          <p:spPr>
            <a:xfrm>
              <a:off x="4051550" y="3806075"/>
              <a:ext cx="278725" cy="279350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48"/>
            <p:cNvSpPr/>
            <p:nvPr/>
          </p:nvSpPr>
          <p:spPr>
            <a:xfrm>
              <a:off x="4311675" y="3673800"/>
              <a:ext cx="296825" cy="25870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48"/>
            <p:cNvSpPr/>
            <p:nvPr/>
          </p:nvSpPr>
          <p:spPr>
            <a:xfrm>
              <a:off x="4234725" y="3403275"/>
              <a:ext cx="267050" cy="221800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48"/>
            <p:cNvSpPr/>
            <p:nvPr/>
          </p:nvSpPr>
          <p:spPr>
            <a:xfrm>
              <a:off x="4027700" y="3566800"/>
              <a:ext cx="189350" cy="161850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48"/>
            <p:cNvSpPr/>
            <p:nvPr/>
          </p:nvSpPr>
          <p:spPr>
            <a:xfrm>
              <a:off x="3796600" y="3346750"/>
              <a:ext cx="638775" cy="639525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847;p30">
            <a:extLst>
              <a:ext uri="{FF2B5EF4-FFF2-40B4-BE49-F238E27FC236}">
                <a16:creationId xmlns:a16="http://schemas.microsoft.com/office/drawing/2014/main" id="{F38FF1E2-7A2C-A315-AF99-A64B2ABA9A32}"/>
              </a:ext>
            </a:extLst>
          </p:cNvPr>
          <p:cNvGrpSpPr/>
          <p:nvPr/>
        </p:nvGrpSpPr>
        <p:grpSpPr>
          <a:xfrm>
            <a:off x="633368" y="1493890"/>
            <a:ext cx="2964844" cy="2815459"/>
            <a:chOff x="5171900" y="1164025"/>
            <a:chExt cx="2964844" cy="2815459"/>
          </a:xfrm>
        </p:grpSpPr>
        <p:sp>
          <p:nvSpPr>
            <p:cNvPr id="3" name="Google Shape;848;p30">
              <a:extLst>
                <a:ext uri="{FF2B5EF4-FFF2-40B4-BE49-F238E27FC236}">
                  <a16:creationId xmlns:a16="http://schemas.microsoft.com/office/drawing/2014/main" id="{DDD7FA72-0CE4-D23F-9769-01830C1449C0}"/>
                </a:ext>
              </a:extLst>
            </p:cNvPr>
            <p:cNvSpPr/>
            <p:nvPr/>
          </p:nvSpPr>
          <p:spPr>
            <a:xfrm>
              <a:off x="5171900" y="1164025"/>
              <a:ext cx="2964844" cy="2815459"/>
            </a:xfrm>
            <a:custGeom>
              <a:avLst/>
              <a:gdLst/>
              <a:ahLst/>
              <a:cxnLst/>
              <a:rect l="l" t="t" r="r" b="b"/>
              <a:pathLst>
                <a:path w="59541" h="56541" extrusionOk="0">
                  <a:moveTo>
                    <a:pt x="33931" y="0"/>
                  </a:moveTo>
                  <a:cubicBezTo>
                    <a:pt x="32829" y="10"/>
                    <a:pt x="31738" y="305"/>
                    <a:pt x="30784" y="866"/>
                  </a:cubicBezTo>
                  <a:cubicBezTo>
                    <a:pt x="30211" y="560"/>
                    <a:pt x="29574" y="403"/>
                    <a:pt x="28934" y="403"/>
                  </a:cubicBezTo>
                  <a:cubicBezTo>
                    <a:pt x="28915" y="403"/>
                    <a:pt x="28895" y="403"/>
                    <a:pt x="28876" y="404"/>
                  </a:cubicBezTo>
                  <a:cubicBezTo>
                    <a:pt x="28355" y="404"/>
                    <a:pt x="27843" y="492"/>
                    <a:pt x="27351" y="669"/>
                  </a:cubicBezTo>
                  <a:cubicBezTo>
                    <a:pt x="27056" y="777"/>
                    <a:pt x="26781" y="915"/>
                    <a:pt x="26506" y="1072"/>
                  </a:cubicBezTo>
                  <a:cubicBezTo>
                    <a:pt x="26457" y="1043"/>
                    <a:pt x="26407" y="1023"/>
                    <a:pt x="26348" y="1003"/>
                  </a:cubicBezTo>
                  <a:cubicBezTo>
                    <a:pt x="25807" y="758"/>
                    <a:pt x="25227" y="630"/>
                    <a:pt x="24637" y="630"/>
                  </a:cubicBezTo>
                  <a:cubicBezTo>
                    <a:pt x="23368" y="630"/>
                    <a:pt x="22149" y="1171"/>
                    <a:pt x="21303" y="2125"/>
                  </a:cubicBezTo>
                  <a:cubicBezTo>
                    <a:pt x="21087" y="2370"/>
                    <a:pt x="20890" y="2646"/>
                    <a:pt x="20733" y="2941"/>
                  </a:cubicBezTo>
                  <a:cubicBezTo>
                    <a:pt x="19385" y="3669"/>
                    <a:pt x="18421" y="4937"/>
                    <a:pt x="18077" y="6422"/>
                  </a:cubicBezTo>
                  <a:cubicBezTo>
                    <a:pt x="16168" y="4676"/>
                    <a:pt x="13772" y="3823"/>
                    <a:pt x="11390" y="3823"/>
                  </a:cubicBezTo>
                  <a:cubicBezTo>
                    <a:pt x="8446" y="3823"/>
                    <a:pt x="5523" y="5124"/>
                    <a:pt x="3561" y="7652"/>
                  </a:cubicBezTo>
                  <a:cubicBezTo>
                    <a:pt x="1" y="12215"/>
                    <a:pt x="1102" y="18844"/>
                    <a:pt x="5941" y="22030"/>
                  </a:cubicBezTo>
                  <a:cubicBezTo>
                    <a:pt x="2538" y="24115"/>
                    <a:pt x="719" y="28039"/>
                    <a:pt x="1329" y="31993"/>
                  </a:cubicBezTo>
                  <a:cubicBezTo>
                    <a:pt x="1938" y="35936"/>
                    <a:pt x="4859" y="39133"/>
                    <a:pt x="8734" y="40097"/>
                  </a:cubicBezTo>
                  <a:cubicBezTo>
                    <a:pt x="9019" y="41857"/>
                    <a:pt x="9619" y="43539"/>
                    <a:pt x="10504" y="45083"/>
                  </a:cubicBezTo>
                  <a:cubicBezTo>
                    <a:pt x="11036" y="46007"/>
                    <a:pt x="11635" y="46883"/>
                    <a:pt x="12314" y="47709"/>
                  </a:cubicBezTo>
                  <a:lnTo>
                    <a:pt x="10790" y="48309"/>
                  </a:lnTo>
                  <a:cubicBezTo>
                    <a:pt x="10593" y="48387"/>
                    <a:pt x="10416" y="48505"/>
                    <a:pt x="10268" y="48653"/>
                  </a:cubicBezTo>
                  <a:cubicBezTo>
                    <a:pt x="9373" y="49538"/>
                    <a:pt x="9855" y="51062"/>
                    <a:pt x="11095" y="51279"/>
                  </a:cubicBezTo>
                  <a:cubicBezTo>
                    <a:pt x="11183" y="51288"/>
                    <a:pt x="11272" y="51298"/>
                    <a:pt x="11360" y="51298"/>
                  </a:cubicBezTo>
                  <a:lnTo>
                    <a:pt x="11517" y="51298"/>
                  </a:lnTo>
                  <a:cubicBezTo>
                    <a:pt x="11694" y="51288"/>
                    <a:pt x="12491" y="51269"/>
                    <a:pt x="15963" y="51259"/>
                  </a:cubicBezTo>
                  <a:cubicBezTo>
                    <a:pt x="17792" y="52685"/>
                    <a:pt x="19808" y="53846"/>
                    <a:pt x="21962" y="54721"/>
                  </a:cubicBezTo>
                  <a:cubicBezTo>
                    <a:pt x="24952" y="55930"/>
                    <a:pt x="27942" y="56540"/>
                    <a:pt x="30843" y="56540"/>
                  </a:cubicBezTo>
                  <a:cubicBezTo>
                    <a:pt x="32190" y="56540"/>
                    <a:pt x="33547" y="56403"/>
                    <a:pt x="34875" y="56127"/>
                  </a:cubicBezTo>
                  <a:cubicBezTo>
                    <a:pt x="35800" y="55930"/>
                    <a:pt x="36704" y="55675"/>
                    <a:pt x="37580" y="55350"/>
                  </a:cubicBezTo>
                  <a:cubicBezTo>
                    <a:pt x="38387" y="55776"/>
                    <a:pt x="39226" y="55970"/>
                    <a:pt x="40041" y="55970"/>
                  </a:cubicBezTo>
                  <a:cubicBezTo>
                    <a:pt x="42992" y="55970"/>
                    <a:pt x="45631" y="53430"/>
                    <a:pt x="45300" y="50148"/>
                  </a:cubicBezTo>
                  <a:cubicBezTo>
                    <a:pt x="46844" y="48436"/>
                    <a:pt x="48064" y="46450"/>
                    <a:pt x="48890" y="44296"/>
                  </a:cubicBezTo>
                  <a:lnTo>
                    <a:pt x="57987" y="44296"/>
                  </a:lnTo>
                  <a:cubicBezTo>
                    <a:pt x="58843" y="44296"/>
                    <a:pt x="59541" y="43598"/>
                    <a:pt x="59541" y="42752"/>
                  </a:cubicBezTo>
                  <a:lnTo>
                    <a:pt x="59541" y="7071"/>
                  </a:lnTo>
                  <a:cubicBezTo>
                    <a:pt x="59541" y="6222"/>
                    <a:pt x="58852" y="5527"/>
                    <a:pt x="58005" y="5527"/>
                  </a:cubicBezTo>
                  <a:cubicBezTo>
                    <a:pt x="57999" y="5527"/>
                    <a:pt x="57993" y="5527"/>
                    <a:pt x="57987" y="5527"/>
                  </a:cubicBezTo>
                  <a:lnTo>
                    <a:pt x="32987" y="5527"/>
                  </a:lnTo>
                  <a:cubicBezTo>
                    <a:pt x="33036" y="5173"/>
                    <a:pt x="33036" y="4810"/>
                    <a:pt x="32997" y="4455"/>
                  </a:cubicBezTo>
                  <a:cubicBezTo>
                    <a:pt x="32957" y="4170"/>
                    <a:pt x="32898" y="3875"/>
                    <a:pt x="32829" y="3600"/>
                  </a:cubicBezTo>
                  <a:cubicBezTo>
                    <a:pt x="33184" y="3442"/>
                    <a:pt x="33577" y="3364"/>
                    <a:pt x="33970" y="3364"/>
                  </a:cubicBezTo>
                  <a:cubicBezTo>
                    <a:pt x="34275" y="3364"/>
                    <a:pt x="34580" y="3423"/>
                    <a:pt x="34875" y="3541"/>
                  </a:cubicBezTo>
                  <a:cubicBezTo>
                    <a:pt x="35093" y="3637"/>
                    <a:pt x="35319" y="3682"/>
                    <a:pt x="35542" y="3682"/>
                  </a:cubicBezTo>
                  <a:cubicBezTo>
                    <a:pt x="36186" y="3682"/>
                    <a:pt x="36800" y="3304"/>
                    <a:pt x="37078" y="2675"/>
                  </a:cubicBezTo>
                  <a:cubicBezTo>
                    <a:pt x="37452" y="1830"/>
                    <a:pt x="37058" y="836"/>
                    <a:pt x="36213" y="472"/>
                  </a:cubicBezTo>
                  <a:cubicBezTo>
                    <a:pt x="35495" y="158"/>
                    <a:pt x="34718" y="0"/>
                    <a:pt x="339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49;p30">
              <a:extLst>
                <a:ext uri="{FF2B5EF4-FFF2-40B4-BE49-F238E27FC236}">
                  <a16:creationId xmlns:a16="http://schemas.microsoft.com/office/drawing/2014/main" id="{7278CBB8-449B-C60A-38A4-CCBE1AF6CFAD}"/>
                </a:ext>
              </a:extLst>
            </p:cNvPr>
            <p:cNvSpPr/>
            <p:nvPr/>
          </p:nvSpPr>
          <p:spPr>
            <a:xfrm>
              <a:off x="5647932" y="2475506"/>
              <a:ext cx="1955001" cy="1429166"/>
            </a:xfrm>
            <a:custGeom>
              <a:avLst/>
              <a:gdLst/>
              <a:ahLst/>
              <a:cxnLst/>
              <a:rect l="l" t="t" r="r" b="b"/>
              <a:pathLst>
                <a:path w="39261" h="28701" extrusionOk="0">
                  <a:moveTo>
                    <a:pt x="28250" y="1"/>
                  </a:moveTo>
                  <a:cubicBezTo>
                    <a:pt x="28029" y="1"/>
                    <a:pt x="27808" y="10"/>
                    <a:pt x="27587" y="29"/>
                  </a:cubicBezTo>
                  <a:cubicBezTo>
                    <a:pt x="23867" y="349"/>
                    <a:pt x="20659" y="3414"/>
                    <a:pt x="16976" y="3414"/>
                  </a:cubicBezTo>
                  <a:cubicBezTo>
                    <a:pt x="16803" y="3414"/>
                    <a:pt x="16629" y="3407"/>
                    <a:pt x="16454" y="3393"/>
                  </a:cubicBezTo>
                  <a:cubicBezTo>
                    <a:pt x="14231" y="3216"/>
                    <a:pt x="12264" y="1849"/>
                    <a:pt x="10061" y="1475"/>
                  </a:cubicBezTo>
                  <a:cubicBezTo>
                    <a:pt x="9647" y="1405"/>
                    <a:pt x="9230" y="1371"/>
                    <a:pt x="8816" y="1371"/>
                  </a:cubicBezTo>
                  <a:cubicBezTo>
                    <a:pt x="7363" y="1371"/>
                    <a:pt x="5936" y="1795"/>
                    <a:pt x="4711" y="2606"/>
                  </a:cubicBezTo>
                  <a:cubicBezTo>
                    <a:pt x="2577" y="4032"/>
                    <a:pt x="1269" y="6805"/>
                    <a:pt x="708" y="9264"/>
                  </a:cubicBezTo>
                  <a:cubicBezTo>
                    <a:pt x="0" y="12401"/>
                    <a:pt x="669" y="15391"/>
                    <a:pt x="2154" y="18037"/>
                  </a:cubicBezTo>
                  <a:cubicBezTo>
                    <a:pt x="4455" y="22098"/>
                    <a:pt x="8694" y="25324"/>
                    <a:pt x="12845" y="26996"/>
                  </a:cubicBezTo>
                  <a:cubicBezTo>
                    <a:pt x="15497" y="28065"/>
                    <a:pt x="18317" y="28700"/>
                    <a:pt x="21158" y="28700"/>
                  </a:cubicBezTo>
                  <a:cubicBezTo>
                    <a:pt x="22393" y="28700"/>
                    <a:pt x="23632" y="28580"/>
                    <a:pt x="24863" y="28324"/>
                  </a:cubicBezTo>
                  <a:cubicBezTo>
                    <a:pt x="33203" y="26563"/>
                    <a:pt x="39261" y="19158"/>
                    <a:pt x="38858" y="10533"/>
                  </a:cubicBezTo>
                  <a:cubicBezTo>
                    <a:pt x="38779" y="8940"/>
                    <a:pt x="38484" y="7327"/>
                    <a:pt x="37776" y="5891"/>
                  </a:cubicBezTo>
                  <a:cubicBezTo>
                    <a:pt x="36704" y="3727"/>
                    <a:pt x="34747" y="2085"/>
                    <a:pt x="32563" y="1062"/>
                  </a:cubicBezTo>
                  <a:cubicBezTo>
                    <a:pt x="31210" y="420"/>
                    <a:pt x="29738" y="1"/>
                    <a:pt x="28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50;p30">
              <a:extLst>
                <a:ext uri="{FF2B5EF4-FFF2-40B4-BE49-F238E27FC236}">
                  <a16:creationId xmlns:a16="http://schemas.microsoft.com/office/drawing/2014/main" id="{80D8F8CC-A732-964A-FB4A-9FBF67AC845E}"/>
                </a:ext>
              </a:extLst>
            </p:cNvPr>
            <p:cNvSpPr/>
            <p:nvPr/>
          </p:nvSpPr>
          <p:spPr>
            <a:xfrm>
              <a:off x="6135665" y="1358920"/>
              <a:ext cx="371272" cy="371272"/>
            </a:xfrm>
            <a:custGeom>
              <a:avLst/>
              <a:gdLst/>
              <a:ahLst/>
              <a:cxnLst/>
              <a:rect l="l" t="t" r="r" b="b"/>
              <a:pathLst>
                <a:path w="7456" h="7456" extrusionOk="0">
                  <a:moveTo>
                    <a:pt x="3728" y="1"/>
                  </a:moveTo>
                  <a:cubicBezTo>
                    <a:pt x="1663" y="1"/>
                    <a:pt x="1" y="1663"/>
                    <a:pt x="1" y="3728"/>
                  </a:cubicBezTo>
                  <a:cubicBezTo>
                    <a:pt x="1" y="5783"/>
                    <a:pt x="1663" y="7455"/>
                    <a:pt x="3728" y="7455"/>
                  </a:cubicBezTo>
                  <a:cubicBezTo>
                    <a:pt x="5784" y="7455"/>
                    <a:pt x="7456" y="5783"/>
                    <a:pt x="7456" y="3728"/>
                  </a:cubicBezTo>
                  <a:cubicBezTo>
                    <a:pt x="7456" y="1663"/>
                    <a:pt x="5784" y="1"/>
                    <a:pt x="3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51;p30">
              <a:extLst>
                <a:ext uri="{FF2B5EF4-FFF2-40B4-BE49-F238E27FC236}">
                  <a16:creationId xmlns:a16="http://schemas.microsoft.com/office/drawing/2014/main" id="{DB6B9486-48A2-186D-B3EC-349DD018B9E3}"/>
                </a:ext>
              </a:extLst>
            </p:cNvPr>
            <p:cNvSpPr/>
            <p:nvPr/>
          </p:nvSpPr>
          <p:spPr>
            <a:xfrm>
              <a:off x="6338925" y="1518560"/>
              <a:ext cx="1713595" cy="1776287"/>
            </a:xfrm>
            <a:custGeom>
              <a:avLst/>
              <a:gdLst/>
              <a:ahLst/>
              <a:cxnLst/>
              <a:rect l="l" t="t" r="r" b="b"/>
              <a:pathLst>
                <a:path w="34413" h="35672" extrusionOk="0">
                  <a:moveTo>
                    <a:pt x="0" y="1"/>
                  </a:moveTo>
                  <a:lnTo>
                    <a:pt x="0" y="35671"/>
                  </a:lnTo>
                  <a:lnTo>
                    <a:pt x="34412" y="35671"/>
                  </a:lnTo>
                  <a:lnTo>
                    <a:pt x="344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52;p30">
              <a:extLst>
                <a:ext uri="{FF2B5EF4-FFF2-40B4-BE49-F238E27FC236}">
                  <a16:creationId xmlns:a16="http://schemas.microsoft.com/office/drawing/2014/main" id="{FAB24D61-AF07-DB2E-D703-3FB243E7D7D4}"/>
                </a:ext>
              </a:extLst>
            </p:cNvPr>
            <p:cNvSpPr/>
            <p:nvPr/>
          </p:nvSpPr>
          <p:spPr>
            <a:xfrm>
              <a:off x="6406993" y="1588620"/>
              <a:ext cx="1577904" cy="1636164"/>
            </a:xfrm>
            <a:custGeom>
              <a:avLst/>
              <a:gdLst/>
              <a:ahLst/>
              <a:cxnLst/>
              <a:rect l="l" t="t" r="r" b="b"/>
              <a:pathLst>
                <a:path w="31688" h="32858" fill="none" extrusionOk="0">
                  <a:moveTo>
                    <a:pt x="0" y="0"/>
                  </a:moveTo>
                  <a:lnTo>
                    <a:pt x="31688" y="0"/>
                  </a:lnTo>
                  <a:lnTo>
                    <a:pt x="31688" y="32858"/>
                  </a:lnTo>
                  <a:lnTo>
                    <a:pt x="0" y="32858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53;p30">
              <a:extLst>
                <a:ext uri="{FF2B5EF4-FFF2-40B4-BE49-F238E27FC236}">
                  <a16:creationId xmlns:a16="http://schemas.microsoft.com/office/drawing/2014/main" id="{39A09C46-0C31-64D0-2212-7B9D3E987806}"/>
                </a:ext>
              </a:extLst>
            </p:cNvPr>
            <p:cNvSpPr/>
            <p:nvPr/>
          </p:nvSpPr>
          <p:spPr>
            <a:xfrm>
              <a:off x="6496125" y="1719828"/>
              <a:ext cx="1392816" cy="1340083"/>
            </a:xfrm>
            <a:custGeom>
              <a:avLst/>
              <a:gdLst/>
              <a:ahLst/>
              <a:cxnLst/>
              <a:rect l="l" t="t" r="r" b="b"/>
              <a:pathLst>
                <a:path w="27971" h="26912" extrusionOk="0">
                  <a:moveTo>
                    <a:pt x="14516" y="1"/>
                  </a:moveTo>
                  <a:cubicBezTo>
                    <a:pt x="9078" y="1"/>
                    <a:pt x="4170" y="3276"/>
                    <a:pt x="2085" y="8301"/>
                  </a:cubicBezTo>
                  <a:cubicBezTo>
                    <a:pt x="0" y="13337"/>
                    <a:pt x="1151" y="19119"/>
                    <a:pt x="5006" y="22965"/>
                  </a:cubicBezTo>
                  <a:cubicBezTo>
                    <a:pt x="7578" y="25543"/>
                    <a:pt x="11016" y="26912"/>
                    <a:pt x="14515" y="26912"/>
                  </a:cubicBezTo>
                  <a:cubicBezTo>
                    <a:pt x="16248" y="26912"/>
                    <a:pt x="17996" y="26576"/>
                    <a:pt x="19660" y="25886"/>
                  </a:cubicBezTo>
                  <a:cubicBezTo>
                    <a:pt x="24695" y="23801"/>
                    <a:pt x="27970" y="18903"/>
                    <a:pt x="27970" y="13455"/>
                  </a:cubicBezTo>
                  <a:cubicBezTo>
                    <a:pt x="27970" y="13238"/>
                    <a:pt x="27970" y="13012"/>
                    <a:pt x="27961" y="12796"/>
                  </a:cubicBezTo>
                  <a:lnTo>
                    <a:pt x="15293" y="12796"/>
                  </a:lnTo>
                  <a:lnTo>
                    <a:pt x="15293" y="30"/>
                  </a:lnTo>
                  <a:cubicBezTo>
                    <a:pt x="15038" y="11"/>
                    <a:pt x="14782" y="1"/>
                    <a:pt x="145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55;p30">
              <a:extLst>
                <a:ext uri="{FF2B5EF4-FFF2-40B4-BE49-F238E27FC236}">
                  <a16:creationId xmlns:a16="http://schemas.microsoft.com/office/drawing/2014/main" id="{287DA94C-E55E-0301-A76E-7C1EDB2AB19D}"/>
                </a:ext>
              </a:extLst>
            </p:cNvPr>
            <p:cNvSpPr/>
            <p:nvPr/>
          </p:nvSpPr>
          <p:spPr>
            <a:xfrm>
              <a:off x="5314909" y="1433362"/>
              <a:ext cx="833070" cy="833568"/>
            </a:xfrm>
            <a:custGeom>
              <a:avLst/>
              <a:gdLst/>
              <a:ahLst/>
              <a:cxnLst/>
              <a:rect l="l" t="t" r="r" b="b"/>
              <a:pathLst>
                <a:path w="16730" h="16740" extrusionOk="0">
                  <a:moveTo>
                    <a:pt x="8360" y="0"/>
                  </a:moveTo>
                  <a:cubicBezTo>
                    <a:pt x="3738" y="0"/>
                    <a:pt x="1" y="3747"/>
                    <a:pt x="1" y="8370"/>
                  </a:cubicBezTo>
                  <a:cubicBezTo>
                    <a:pt x="1" y="12992"/>
                    <a:pt x="3738" y="16739"/>
                    <a:pt x="8360" y="16739"/>
                  </a:cubicBezTo>
                  <a:cubicBezTo>
                    <a:pt x="12983" y="16739"/>
                    <a:pt x="16730" y="12992"/>
                    <a:pt x="16730" y="8370"/>
                  </a:cubicBezTo>
                  <a:cubicBezTo>
                    <a:pt x="16730" y="3747"/>
                    <a:pt x="12983" y="0"/>
                    <a:pt x="83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56;p30">
              <a:extLst>
                <a:ext uri="{FF2B5EF4-FFF2-40B4-BE49-F238E27FC236}">
                  <a16:creationId xmlns:a16="http://schemas.microsoft.com/office/drawing/2014/main" id="{772E2022-DFA2-8923-8B2C-42999731186E}"/>
                </a:ext>
              </a:extLst>
            </p:cNvPr>
            <p:cNvSpPr/>
            <p:nvPr/>
          </p:nvSpPr>
          <p:spPr>
            <a:xfrm>
              <a:off x="5536293" y="1642946"/>
              <a:ext cx="405530" cy="405530"/>
            </a:xfrm>
            <a:custGeom>
              <a:avLst/>
              <a:gdLst/>
              <a:ahLst/>
              <a:cxnLst/>
              <a:rect l="l" t="t" r="r" b="b"/>
              <a:pathLst>
                <a:path w="8144" h="8144" fill="none" extrusionOk="0">
                  <a:moveTo>
                    <a:pt x="8143" y="4072"/>
                  </a:moveTo>
                  <a:cubicBezTo>
                    <a:pt x="8143" y="6315"/>
                    <a:pt x="6324" y="8144"/>
                    <a:pt x="4072" y="8144"/>
                  </a:cubicBezTo>
                  <a:cubicBezTo>
                    <a:pt x="1829" y="8144"/>
                    <a:pt x="0" y="6315"/>
                    <a:pt x="0" y="4072"/>
                  </a:cubicBezTo>
                  <a:cubicBezTo>
                    <a:pt x="0" y="1820"/>
                    <a:pt x="1829" y="1"/>
                    <a:pt x="4072" y="1"/>
                  </a:cubicBezTo>
                  <a:cubicBezTo>
                    <a:pt x="6324" y="1"/>
                    <a:pt x="8143" y="1820"/>
                    <a:pt x="8143" y="407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57;p30">
              <a:extLst>
                <a:ext uri="{FF2B5EF4-FFF2-40B4-BE49-F238E27FC236}">
                  <a16:creationId xmlns:a16="http://schemas.microsoft.com/office/drawing/2014/main" id="{497F6BD6-4CF9-3116-ACCA-2A3D75FD8956}"/>
                </a:ext>
              </a:extLst>
            </p:cNvPr>
            <p:cNvSpPr/>
            <p:nvPr/>
          </p:nvSpPr>
          <p:spPr>
            <a:xfrm>
              <a:off x="5691004" y="1809458"/>
              <a:ext cx="84303" cy="72352"/>
            </a:xfrm>
            <a:custGeom>
              <a:avLst/>
              <a:gdLst/>
              <a:ahLst/>
              <a:cxnLst/>
              <a:rect l="l" t="t" r="r" b="b"/>
              <a:pathLst>
                <a:path w="1693" h="1453" extrusionOk="0">
                  <a:moveTo>
                    <a:pt x="965" y="1"/>
                  </a:moveTo>
                  <a:cubicBezTo>
                    <a:pt x="316" y="1"/>
                    <a:pt x="1" y="787"/>
                    <a:pt x="453" y="1240"/>
                  </a:cubicBezTo>
                  <a:cubicBezTo>
                    <a:pt x="600" y="1387"/>
                    <a:pt x="782" y="1453"/>
                    <a:pt x="961" y="1453"/>
                  </a:cubicBezTo>
                  <a:cubicBezTo>
                    <a:pt x="1333" y="1453"/>
                    <a:pt x="1692" y="1167"/>
                    <a:pt x="1692" y="728"/>
                  </a:cubicBezTo>
                  <a:cubicBezTo>
                    <a:pt x="1692" y="325"/>
                    <a:pt x="1368" y="1"/>
                    <a:pt x="9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58;p30">
              <a:extLst>
                <a:ext uri="{FF2B5EF4-FFF2-40B4-BE49-F238E27FC236}">
                  <a16:creationId xmlns:a16="http://schemas.microsoft.com/office/drawing/2014/main" id="{5F2FBE7A-2463-0C26-B6D1-C556FA52F9D8}"/>
                </a:ext>
              </a:extLst>
            </p:cNvPr>
            <p:cNvSpPr/>
            <p:nvPr/>
          </p:nvSpPr>
          <p:spPr>
            <a:xfrm>
              <a:off x="5562236" y="1462243"/>
              <a:ext cx="264959" cy="163128"/>
            </a:xfrm>
            <a:custGeom>
              <a:avLst/>
              <a:gdLst/>
              <a:ahLst/>
              <a:cxnLst/>
              <a:rect l="l" t="t" r="r" b="b"/>
              <a:pathLst>
                <a:path w="5321" h="3276" fill="none" extrusionOk="0">
                  <a:moveTo>
                    <a:pt x="5213" y="1289"/>
                  </a:moveTo>
                  <a:cubicBezTo>
                    <a:pt x="5321" y="2086"/>
                    <a:pt x="4269" y="2892"/>
                    <a:pt x="2862" y="3079"/>
                  </a:cubicBezTo>
                  <a:cubicBezTo>
                    <a:pt x="1456" y="3276"/>
                    <a:pt x="226" y="2784"/>
                    <a:pt x="118" y="1987"/>
                  </a:cubicBezTo>
                  <a:cubicBezTo>
                    <a:pt x="0" y="1191"/>
                    <a:pt x="1062" y="384"/>
                    <a:pt x="2469" y="197"/>
                  </a:cubicBezTo>
                  <a:cubicBezTo>
                    <a:pt x="3875" y="1"/>
                    <a:pt x="5105" y="492"/>
                    <a:pt x="5213" y="1289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59;p30">
              <a:extLst>
                <a:ext uri="{FF2B5EF4-FFF2-40B4-BE49-F238E27FC236}">
                  <a16:creationId xmlns:a16="http://schemas.microsoft.com/office/drawing/2014/main" id="{4252859B-489C-0B53-4496-E45949F7B145}"/>
                </a:ext>
              </a:extLst>
            </p:cNvPr>
            <p:cNvSpPr/>
            <p:nvPr/>
          </p:nvSpPr>
          <p:spPr>
            <a:xfrm>
              <a:off x="5653310" y="2074861"/>
              <a:ext cx="265009" cy="163128"/>
            </a:xfrm>
            <a:custGeom>
              <a:avLst/>
              <a:gdLst/>
              <a:ahLst/>
              <a:cxnLst/>
              <a:rect l="l" t="t" r="r" b="b"/>
              <a:pathLst>
                <a:path w="5322" h="3276" fill="none" extrusionOk="0">
                  <a:moveTo>
                    <a:pt x="5213" y="1289"/>
                  </a:moveTo>
                  <a:cubicBezTo>
                    <a:pt x="5321" y="2086"/>
                    <a:pt x="4269" y="2892"/>
                    <a:pt x="2862" y="3079"/>
                  </a:cubicBezTo>
                  <a:cubicBezTo>
                    <a:pt x="1456" y="3276"/>
                    <a:pt x="217" y="2784"/>
                    <a:pt x="109" y="1988"/>
                  </a:cubicBezTo>
                  <a:cubicBezTo>
                    <a:pt x="1" y="1191"/>
                    <a:pt x="1053" y="384"/>
                    <a:pt x="2469" y="198"/>
                  </a:cubicBezTo>
                  <a:cubicBezTo>
                    <a:pt x="3875" y="1"/>
                    <a:pt x="5105" y="493"/>
                    <a:pt x="5213" y="1289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60;p30">
              <a:extLst>
                <a:ext uri="{FF2B5EF4-FFF2-40B4-BE49-F238E27FC236}">
                  <a16:creationId xmlns:a16="http://schemas.microsoft.com/office/drawing/2014/main" id="{60773499-8D13-1289-53D9-8B0C3428485F}"/>
                </a:ext>
              </a:extLst>
            </p:cNvPr>
            <p:cNvSpPr/>
            <p:nvPr/>
          </p:nvSpPr>
          <p:spPr>
            <a:xfrm>
              <a:off x="5859457" y="1518560"/>
              <a:ext cx="227314" cy="246884"/>
            </a:xfrm>
            <a:custGeom>
              <a:avLst/>
              <a:gdLst/>
              <a:ahLst/>
              <a:cxnLst/>
              <a:rect l="l" t="t" r="r" b="b"/>
              <a:pathLst>
                <a:path w="4565" h="4958" fill="none" extrusionOk="0">
                  <a:moveTo>
                    <a:pt x="3394" y="1535"/>
                  </a:moveTo>
                  <a:cubicBezTo>
                    <a:pt x="4309" y="2617"/>
                    <a:pt x="4564" y="3915"/>
                    <a:pt x="3955" y="4436"/>
                  </a:cubicBezTo>
                  <a:cubicBezTo>
                    <a:pt x="3345" y="4957"/>
                    <a:pt x="2096" y="4505"/>
                    <a:pt x="1171" y="3423"/>
                  </a:cubicBezTo>
                  <a:cubicBezTo>
                    <a:pt x="257" y="2351"/>
                    <a:pt x="1" y="1043"/>
                    <a:pt x="611" y="522"/>
                  </a:cubicBezTo>
                  <a:cubicBezTo>
                    <a:pt x="1220" y="1"/>
                    <a:pt x="2470" y="453"/>
                    <a:pt x="3394" y="1535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61;p30">
              <a:extLst>
                <a:ext uri="{FF2B5EF4-FFF2-40B4-BE49-F238E27FC236}">
                  <a16:creationId xmlns:a16="http://schemas.microsoft.com/office/drawing/2014/main" id="{AF531CB4-BF43-36DC-B0A9-A1DDBC85C6C2}"/>
                </a:ext>
              </a:extLst>
            </p:cNvPr>
            <p:cNvSpPr/>
            <p:nvPr/>
          </p:nvSpPr>
          <p:spPr>
            <a:xfrm>
              <a:off x="5393285" y="1929910"/>
              <a:ext cx="227264" cy="247382"/>
            </a:xfrm>
            <a:custGeom>
              <a:avLst/>
              <a:gdLst/>
              <a:ahLst/>
              <a:cxnLst/>
              <a:rect l="l" t="t" r="r" b="b"/>
              <a:pathLst>
                <a:path w="4564" h="4968" fill="none" extrusionOk="0">
                  <a:moveTo>
                    <a:pt x="3954" y="4446"/>
                  </a:moveTo>
                  <a:cubicBezTo>
                    <a:pt x="3334" y="4967"/>
                    <a:pt x="2095" y="4505"/>
                    <a:pt x="1171" y="3423"/>
                  </a:cubicBezTo>
                  <a:cubicBezTo>
                    <a:pt x="256" y="2342"/>
                    <a:pt x="0" y="1043"/>
                    <a:pt x="610" y="522"/>
                  </a:cubicBezTo>
                  <a:cubicBezTo>
                    <a:pt x="1230" y="1"/>
                    <a:pt x="2469" y="453"/>
                    <a:pt x="3393" y="1535"/>
                  </a:cubicBezTo>
                  <a:cubicBezTo>
                    <a:pt x="4308" y="2617"/>
                    <a:pt x="4564" y="3925"/>
                    <a:pt x="3954" y="4446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62;p30">
              <a:extLst>
                <a:ext uri="{FF2B5EF4-FFF2-40B4-BE49-F238E27FC236}">
                  <a16:creationId xmlns:a16="http://schemas.microsoft.com/office/drawing/2014/main" id="{46D84ED1-1DCC-3F0F-53EF-3D26A9E74B3C}"/>
                </a:ext>
              </a:extLst>
            </p:cNvPr>
            <p:cNvSpPr/>
            <p:nvPr/>
          </p:nvSpPr>
          <p:spPr>
            <a:xfrm>
              <a:off x="5935393" y="1828579"/>
              <a:ext cx="187130" cy="267399"/>
            </a:xfrm>
            <a:custGeom>
              <a:avLst/>
              <a:gdLst/>
              <a:ahLst/>
              <a:cxnLst/>
              <a:rect l="l" t="t" r="r" b="b"/>
              <a:pathLst>
                <a:path w="3758" h="5370" fill="none" extrusionOk="0">
                  <a:moveTo>
                    <a:pt x="2843" y="295"/>
                  </a:moveTo>
                  <a:cubicBezTo>
                    <a:pt x="3590" y="600"/>
                    <a:pt x="3757" y="1908"/>
                    <a:pt x="3226" y="3226"/>
                  </a:cubicBezTo>
                  <a:cubicBezTo>
                    <a:pt x="2695" y="4544"/>
                    <a:pt x="1662" y="5370"/>
                    <a:pt x="915" y="5075"/>
                  </a:cubicBezTo>
                  <a:cubicBezTo>
                    <a:pt x="168" y="4770"/>
                    <a:pt x="0" y="3462"/>
                    <a:pt x="531" y="2144"/>
                  </a:cubicBezTo>
                  <a:cubicBezTo>
                    <a:pt x="1063" y="826"/>
                    <a:pt x="2095" y="0"/>
                    <a:pt x="2843" y="295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63;p30">
              <a:extLst>
                <a:ext uri="{FF2B5EF4-FFF2-40B4-BE49-F238E27FC236}">
                  <a16:creationId xmlns:a16="http://schemas.microsoft.com/office/drawing/2014/main" id="{E90BC6BE-630D-20CD-DE92-95A89D80FC7D}"/>
                </a:ext>
              </a:extLst>
            </p:cNvPr>
            <p:cNvSpPr/>
            <p:nvPr/>
          </p:nvSpPr>
          <p:spPr>
            <a:xfrm>
              <a:off x="5358030" y="1603758"/>
              <a:ext cx="187578" cy="267449"/>
            </a:xfrm>
            <a:custGeom>
              <a:avLst/>
              <a:gdLst/>
              <a:ahLst/>
              <a:cxnLst/>
              <a:rect l="l" t="t" r="r" b="b"/>
              <a:pathLst>
                <a:path w="3767" h="5371" fill="none" extrusionOk="0">
                  <a:moveTo>
                    <a:pt x="2842" y="306"/>
                  </a:moveTo>
                  <a:cubicBezTo>
                    <a:pt x="3590" y="601"/>
                    <a:pt x="3767" y="1909"/>
                    <a:pt x="3236" y="3237"/>
                  </a:cubicBezTo>
                  <a:cubicBezTo>
                    <a:pt x="2705" y="4554"/>
                    <a:pt x="1662" y="5371"/>
                    <a:pt x="925" y="5076"/>
                  </a:cubicBezTo>
                  <a:cubicBezTo>
                    <a:pt x="177" y="4771"/>
                    <a:pt x="0" y="3463"/>
                    <a:pt x="531" y="2145"/>
                  </a:cubicBezTo>
                  <a:cubicBezTo>
                    <a:pt x="1062" y="827"/>
                    <a:pt x="2095" y="1"/>
                    <a:pt x="2842" y="306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64;p30">
              <a:extLst>
                <a:ext uri="{FF2B5EF4-FFF2-40B4-BE49-F238E27FC236}">
                  <a16:creationId xmlns:a16="http://schemas.microsoft.com/office/drawing/2014/main" id="{7F4B5D1B-3B6D-AAD8-4FA4-34D17DA42EC2}"/>
                </a:ext>
              </a:extLst>
            </p:cNvPr>
            <p:cNvSpPr/>
            <p:nvPr/>
          </p:nvSpPr>
          <p:spPr>
            <a:xfrm>
              <a:off x="5261529" y="2266868"/>
              <a:ext cx="914884" cy="833519"/>
            </a:xfrm>
            <a:custGeom>
              <a:avLst/>
              <a:gdLst/>
              <a:ahLst/>
              <a:cxnLst/>
              <a:rect l="l" t="t" r="r" b="b"/>
              <a:pathLst>
                <a:path w="18373" h="16739" extrusionOk="0">
                  <a:moveTo>
                    <a:pt x="9186" y="0"/>
                  </a:moveTo>
                  <a:cubicBezTo>
                    <a:pt x="7045" y="0"/>
                    <a:pt x="4903" y="816"/>
                    <a:pt x="3266" y="2449"/>
                  </a:cubicBezTo>
                  <a:cubicBezTo>
                    <a:pt x="1" y="5724"/>
                    <a:pt x="1" y="11015"/>
                    <a:pt x="3266" y="14290"/>
                  </a:cubicBezTo>
                  <a:cubicBezTo>
                    <a:pt x="4903" y="15923"/>
                    <a:pt x="7045" y="16739"/>
                    <a:pt x="9186" y="16739"/>
                  </a:cubicBezTo>
                  <a:cubicBezTo>
                    <a:pt x="11328" y="16739"/>
                    <a:pt x="13469" y="15923"/>
                    <a:pt x="15107" y="14290"/>
                  </a:cubicBezTo>
                  <a:cubicBezTo>
                    <a:pt x="18372" y="11015"/>
                    <a:pt x="18372" y="5724"/>
                    <a:pt x="15107" y="2449"/>
                  </a:cubicBezTo>
                  <a:cubicBezTo>
                    <a:pt x="13469" y="816"/>
                    <a:pt x="11328" y="0"/>
                    <a:pt x="9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65;p30">
              <a:extLst>
                <a:ext uri="{FF2B5EF4-FFF2-40B4-BE49-F238E27FC236}">
                  <a16:creationId xmlns:a16="http://schemas.microsoft.com/office/drawing/2014/main" id="{44B80743-337A-7E7B-3431-2C5B60B6C8A6}"/>
                </a:ext>
              </a:extLst>
            </p:cNvPr>
            <p:cNvSpPr/>
            <p:nvPr/>
          </p:nvSpPr>
          <p:spPr>
            <a:xfrm>
              <a:off x="5538235" y="2502893"/>
              <a:ext cx="361960" cy="361960"/>
            </a:xfrm>
            <a:custGeom>
              <a:avLst/>
              <a:gdLst/>
              <a:ahLst/>
              <a:cxnLst/>
              <a:rect l="l" t="t" r="r" b="b"/>
              <a:pathLst>
                <a:path w="7269" h="7269" extrusionOk="0">
                  <a:moveTo>
                    <a:pt x="3718" y="119"/>
                  </a:moveTo>
                  <a:cubicBezTo>
                    <a:pt x="4593" y="128"/>
                    <a:pt x="5439" y="482"/>
                    <a:pt x="6078" y="1102"/>
                  </a:cubicBezTo>
                  <a:cubicBezTo>
                    <a:pt x="6108" y="1122"/>
                    <a:pt x="6127" y="1151"/>
                    <a:pt x="6157" y="1181"/>
                  </a:cubicBezTo>
                  <a:cubicBezTo>
                    <a:pt x="6777" y="1820"/>
                    <a:pt x="7121" y="2666"/>
                    <a:pt x="7140" y="3541"/>
                  </a:cubicBezTo>
                  <a:lnTo>
                    <a:pt x="7140" y="3630"/>
                  </a:lnTo>
                  <a:lnTo>
                    <a:pt x="7140" y="3659"/>
                  </a:lnTo>
                  <a:cubicBezTo>
                    <a:pt x="7131" y="4554"/>
                    <a:pt x="6786" y="5410"/>
                    <a:pt x="6177" y="6049"/>
                  </a:cubicBezTo>
                  <a:cubicBezTo>
                    <a:pt x="6147" y="6078"/>
                    <a:pt x="6118" y="6108"/>
                    <a:pt x="6098" y="6137"/>
                  </a:cubicBezTo>
                  <a:cubicBezTo>
                    <a:pt x="5459" y="6767"/>
                    <a:pt x="4603" y="7121"/>
                    <a:pt x="3708" y="7141"/>
                  </a:cubicBezTo>
                  <a:lnTo>
                    <a:pt x="3590" y="7141"/>
                  </a:lnTo>
                  <a:cubicBezTo>
                    <a:pt x="2695" y="7131"/>
                    <a:pt x="1830" y="6777"/>
                    <a:pt x="1190" y="6157"/>
                  </a:cubicBezTo>
                  <a:lnTo>
                    <a:pt x="1102" y="6069"/>
                  </a:lnTo>
                  <a:cubicBezTo>
                    <a:pt x="482" y="5429"/>
                    <a:pt x="128" y="4564"/>
                    <a:pt x="118" y="3669"/>
                  </a:cubicBezTo>
                  <a:lnTo>
                    <a:pt x="118" y="3630"/>
                  </a:lnTo>
                  <a:lnTo>
                    <a:pt x="118" y="3551"/>
                  </a:lnTo>
                  <a:cubicBezTo>
                    <a:pt x="138" y="2656"/>
                    <a:pt x="502" y="1800"/>
                    <a:pt x="1131" y="1171"/>
                  </a:cubicBezTo>
                  <a:cubicBezTo>
                    <a:pt x="1151" y="1141"/>
                    <a:pt x="1181" y="1112"/>
                    <a:pt x="1210" y="1082"/>
                  </a:cubicBezTo>
                  <a:cubicBezTo>
                    <a:pt x="1859" y="473"/>
                    <a:pt x="2705" y="128"/>
                    <a:pt x="3590" y="119"/>
                  </a:cubicBezTo>
                  <a:close/>
                  <a:moveTo>
                    <a:pt x="3590" y="0"/>
                  </a:moveTo>
                  <a:cubicBezTo>
                    <a:pt x="2675" y="10"/>
                    <a:pt x="1790" y="374"/>
                    <a:pt x="1131" y="1013"/>
                  </a:cubicBezTo>
                  <a:cubicBezTo>
                    <a:pt x="1102" y="1033"/>
                    <a:pt x="1072" y="1063"/>
                    <a:pt x="1043" y="1092"/>
                  </a:cubicBezTo>
                  <a:cubicBezTo>
                    <a:pt x="394" y="1751"/>
                    <a:pt x="20" y="2626"/>
                    <a:pt x="0" y="3551"/>
                  </a:cubicBezTo>
                  <a:lnTo>
                    <a:pt x="0" y="3630"/>
                  </a:lnTo>
                  <a:lnTo>
                    <a:pt x="0" y="3669"/>
                  </a:lnTo>
                  <a:cubicBezTo>
                    <a:pt x="10" y="4603"/>
                    <a:pt x="374" y="5488"/>
                    <a:pt x="1023" y="6157"/>
                  </a:cubicBezTo>
                  <a:lnTo>
                    <a:pt x="1112" y="6246"/>
                  </a:lnTo>
                  <a:cubicBezTo>
                    <a:pt x="1771" y="6885"/>
                    <a:pt x="2666" y="7259"/>
                    <a:pt x="3590" y="7268"/>
                  </a:cubicBezTo>
                  <a:lnTo>
                    <a:pt x="3718" y="7268"/>
                  </a:lnTo>
                  <a:cubicBezTo>
                    <a:pt x="4642" y="7249"/>
                    <a:pt x="5518" y="6875"/>
                    <a:pt x="6177" y="6226"/>
                  </a:cubicBezTo>
                  <a:cubicBezTo>
                    <a:pt x="6206" y="6196"/>
                    <a:pt x="6236" y="6167"/>
                    <a:pt x="6265" y="6137"/>
                  </a:cubicBezTo>
                  <a:cubicBezTo>
                    <a:pt x="6904" y="5478"/>
                    <a:pt x="7258" y="4593"/>
                    <a:pt x="7268" y="3669"/>
                  </a:cubicBezTo>
                  <a:lnTo>
                    <a:pt x="7268" y="3630"/>
                  </a:lnTo>
                  <a:cubicBezTo>
                    <a:pt x="7268" y="3600"/>
                    <a:pt x="7268" y="3580"/>
                    <a:pt x="7268" y="3551"/>
                  </a:cubicBezTo>
                  <a:cubicBezTo>
                    <a:pt x="7249" y="2636"/>
                    <a:pt x="6885" y="1761"/>
                    <a:pt x="6245" y="1102"/>
                  </a:cubicBezTo>
                  <a:cubicBezTo>
                    <a:pt x="6216" y="1072"/>
                    <a:pt x="6186" y="1053"/>
                    <a:pt x="6157" y="1023"/>
                  </a:cubicBezTo>
                  <a:cubicBezTo>
                    <a:pt x="5498" y="384"/>
                    <a:pt x="4623" y="20"/>
                    <a:pt x="3708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66;p30">
              <a:extLst>
                <a:ext uri="{FF2B5EF4-FFF2-40B4-BE49-F238E27FC236}">
                  <a16:creationId xmlns:a16="http://schemas.microsoft.com/office/drawing/2014/main" id="{08262AFD-3D09-5138-3DA2-A40BF2F810BF}"/>
                </a:ext>
              </a:extLst>
            </p:cNvPr>
            <p:cNvSpPr/>
            <p:nvPr/>
          </p:nvSpPr>
          <p:spPr>
            <a:xfrm>
              <a:off x="5304651" y="2301126"/>
              <a:ext cx="796820" cy="765250"/>
            </a:xfrm>
            <a:custGeom>
              <a:avLst/>
              <a:gdLst/>
              <a:ahLst/>
              <a:cxnLst/>
              <a:rect l="l" t="t" r="r" b="b"/>
              <a:pathLst>
                <a:path w="16002" h="15368" extrusionOk="0">
                  <a:moveTo>
                    <a:pt x="8399" y="109"/>
                  </a:moveTo>
                  <a:cubicBezTo>
                    <a:pt x="10366" y="128"/>
                    <a:pt x="12235" y="915"/>
                    <a:pt x="13631" y="2292"/>
                  </a:cubicBezTo>
                  <a:cubicBezTo>
                    <a:pt x="13661" y="2322"/>
                    <a:pt x="13680" y="2341"/>
                    <a:pt x="13710" y="2371"/>
                  </a:cubicBezTo>
                  <a:cubicBezTo>
                    <a:pt x="15087" y="3767"/>
                    <a:pt x="15864" y="5636"/>
                    <a:pt x="15893" y="7593"/>
                  </a:cubicBezTo>
                  <a:lnTo>
                    <a:pt x="15893" y="7721"/>
                  </a:lnTo>
                  <a:cubicBezTo>
                    <a:pt x="15883" y="9678"/>
                    <a:pt x="15106" y="11566"/>
                    <a:pt x="13730" y="12973"/>
                  </a:cubicBezTo>
                  <a:lnTo>
                    <a:pt x="13671" y="13032"/>
                  </a:lnTo>
                  <a:lnTo>
                    <a:pt x="13641" y="13051"/>
                  </a:lnTo>
                  <a:cubicBezTo>
                    <a:pt x="12166" y="14526"/>
                    <a:pt x="10231" y="15264"/>
                    <a:pt x="8296" y="15264"/>
                  </a:cubicBezTo>
                  <a:cubicBezTo>
                    <a:pt x="6361" y="15264"/>
                    <a:pt x="4426" y="14526"/>
                    <a:pt x="2951" y="13051"/>
                  </a:cubicBezTo>
                  <a:cubicBezTo>
                    <a:pt x="0" y="10101"/>
                    <a:pt x="0" y="5311"/>
                    <a:pt x="2951" y="2351"/>
                  </a:cubicBezTo>
                  <a:lnTo>
                    <a:pt x="2960" y="2341"/>
                  </a:lnTo>
                  <a:lnTo>
                    <a:pt x="2970" y="2331"/>
                  </a:lnTo>
                  <a:cubicBezTo>
                    <a:pt x="2990" y="2312"/>
                    <a:pt x="3010" y="2292"/>
                    <a:pt x="3039" y="2272"/>
                  </a:cubicBezTo>
                  <a:cubicBezTo>
                    <a:pt x="4436" y="896"/>
                    <a:pt x="6314" y="119"/>
                    <a:pt x="8281" y="109"/>
                  </a:cubicBezTo>
                  <a:close/>
                  <a:moveTo>
                    <a:pt x="8320" y="1"/>
                  </a:moveTo>
                  <a:cubicBezTo>
                    <a:pt x="5213" y="1"/>
                    <a:pt x="2410" y="1869"/>
                    <a:pt x="1220" y="4741"/>
                  </a:cubicBezTo>
                  <a:cubicBezTo>
                    <a:pt x="30" y="7613"/>
                    <a:pt x="689" y="10917"/>
                    <a:pt x="2882" y="13110"/>
                  </a:cubicBezTo>
                  <a:cubicBezTo>
                    <a:pt x="4349" y="14584"/>
                    <a:pt x="6315" y="15367"/>
                    <a:pt x="8318" y="15367"/>
                  </a:cubicBezTo>
                  <a:cubicBezTo>
                    <a:pt x="9308" y="15367"/>
                    <a:pt x="10308" y="15176"/>
                    <a:pt x="11261" y="14782"/>
                  </a:cubicBezTo>
                  <a:cubicBezTo>
                    <a:pt x="14133" y="13592"/>
                    <a:pt x="16001" y="10789"/>
                    <a:pt x="16001" y="7682"/>
                  </a:cubicBezTo>
                  <a:cubicBezTo>
                    <a:pt x="16001" y="3443"/>
                    <a:pt x="12559" y="10"/>
                    <a:pt x="832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67;p30">
              <a:extLst>
                <a:ext uri="{FF2B5EF4-FFF2-40B4-BE49-F238E27FC236}">
                  <a16:creationId xmlns:a16="http://schemas.microsoft.com/office/drawing/2014/main" id="{0BCA2DF0-9640-420A-D89D-BF4EAC328C72}"/>
                </a:ext>
              </a:extLst>
            </p:cNvPr>
            <p:cNvSpPr/>
            <p:nvPr/>
          </p:nvSpPr>
          <p:spPr>
            <a:xfrm>
              <a:off x="5666555" y="2631212"/>
              <a:ext cx="104818" cy="104818"/>
            </a:xfrm>
            <a:custGeom>
              <a:avLst/>
              <a:gdLst/>
              <a:ahLst/>
              <a:cxnLst/>
              <a:rect l="l" t="t" r="r" b="b"/>
              <a:pathLst>
                <a:path w="2105" h="2105" extrusionOk="0">
                  <a:moveTo>
                    <a:pt x="1013" y="0"/>
                  </a:moveTo>
                  <a:cubicBezTo>
                    <a:pt x="777" y="10"/>
                    <a:pt x="551" y="99"/>
                    <a:pt x="374" y="246"/>
                  </a:cubicBezTo>
                  <a:cubicBezTo>
                    <a:pt x="344" y="276"/>
                    <a:pt x="315" y="305"/>
                    <a:pt x="285" y="335"/>
                  </a:cubicBezTo>
                  <a:cubicBezTo>
                    <a:pt x="118" y="502"/>
                    <a:pt x="20" y="728"/>
                    <a:pt x="10" y="974"/>
                  </a:cubicBezTo>
                  <a:cubicBezTo>
                    <a:pt x="0" y="1003"/>
                    <a:pt x="0" y="1023"/>
                    <a:pt x="10" y="1053"/>
                  </a:cubicBezTo>
                  <a:cubicBezTo>
                    <a:pt x="10" y="1062"/>
                    <a:pt x="10" y="1082"/>
                    <a:pt x="10" y="1092"/>
                  </a:cubicBezTo>
                  <a:cubicBezTo>
                    <a:pt x="10" y="1338"/>
                    <a:pt x="108" y="1574"/>
                    <a:pt x="275" y="1751"/>
                  </a:cubicBezTo>
                  <a:cubicBezTo>
                    <a:pt x="295" y="1780"/>
                    <a:pt x="325" y="1810"/>
                    <a:pt x="354" y="1839"/>
                  </a:cubicBezTo>
                  <a:cubicBezTo>
                    <a:pt x="541" y="2006"/>
                    <a:pt x="777" y="2095"/>
                    <a:pt x="1023" y="2105"/>
                  </a:cubicBezTo>
                  <a:lnTo>
                    <a:pt x="1141" y="2105"/>
                  </a:lnTo>
                  <a:cubicBezTo>
                    <a:pt x="1377" y="2085"/>
                    <a:pt x="1603" y="1987"/>
                    <a:pt x="1780" y="1820"/>
                  </a:cubicBezTo>
                  <a:cubicBezTo>
                    <a:pt x="1810" y="1790"/>
                    <a:pt x="1839" y="1761"/>
                    <a:pt x="1859" y="1731"/>
                  </a:cubicBezTo>
                  <a:cubicBezTo>
                    <a:pt x="2016" y="1554"/>
                    <a:pt x="2105" y="1328"/>
                    <a:pt x="2105" y="1092"/>
                  </a:cubicBezTo>
                  <a:cubicBezTo>
                    <a:pt x="2105" y="1082"/>
                    <a:pt x="2105" y="1062"/>
                    <a:pt x="2105" y="1053"/>
                  </a:cubicBezTo>
                  <a:cubicBezTo>
                    <a:pt x="2105" y="1023"/>
                    <a:pt x="2105" y="1003"/>
                    <a:pt x="2105" y="974"/>
                  </a:cubicBezTo>
                  <a:cubicBezTo>
                    <a:pt x="2085" y="738"/>
                    <a:pt x="1997" y="521"/>
                    <a:pt x="1839" y="354"/>
                  </a:cubicBezTo>
                  <a:cubicBezTo>
                    <a:pt x="1819" y="325"/>
                    <a:pt x="1790" y="295"/>
                    <a:pt x="1760" y="266"/>
                  </a:cubicBezTo>
                  <a:cubicBezTo>
                    <a:pt x="1583" y="118"/>
                    <a:pt x="1367" y="20"/>
                    <a:pt x="11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68;p30">
              <a:extLst>
                <a:ext uri="{FF2B5EF4-FFF2-40B4-BE49-F238E27FC236}">
                  <a16:creationId xmlns:a16="http://schemas.microsoft.com/office/drawing/2014/main" id="{A7308DFF-5148-655E-1883-49E86D719792}"/>
                </a:ext>
              </a:extLst>
            </p:cNvPr>
            <p:cNvSpPr/>
            <p:nvPr/>
          </p:nvSpPr>
          <p:spPr>
            <a:xfrm>
              <a:off x="5716996" y="2306006"/>
              <a:ext cx="5926" cy="202815"/>
            </a:xfrm>
            <a:custGeom>
              <a:avLst/>
              <a:gdLst/>
              <a:ahLst/>
              <a:cxnLst/>
              <a:rect l="l" t="t" r="r" b="b"/>
              <a:pathLst>
                <a:path w="119" h="4073" extrusionOk="0">
                  <a:moveTo>
                    <a:pt x="0" y="1"/>
                  </a:moveTo>
                  <a:lnTo>
                    <a:pt x="0" y="4073"/>
                  </a:lnTo>
                  <a:lnTo>
                    <a:pt x="118" y="4073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69;p30">
              <a:extLst>
                <a:ext uri="{FF2B5EF4-FFF2-40B4-BE49-F238E27FC236}">
                  <a16:creationId xmlns:a16="http://schemas.microsoft.com/office/drawing/2014/main" id="{88402F45-AB66-8563-9C55-F1E713CC3649}"/>
                </a:ext>
              </a:extLst>
            </p:cNvPr>
            <p:cNvSpPr/>
            <p:nvPr/>
          </p:nvSpPr>
          <p:spPr>
            <a:xfrm>
              <a:off x="5716996" y="2631212"/>
              <a:ext cx="5926" cy="104818"/>
            </a:xfrm>
            <a:custGeom>
              <a:avLst/>
              <a:gdLst/>
              <a:ahLst/>
              <a:cxnLst/>
              <a:rect l="l" t="t" r="r" b="b"/>
              <a:pathLst>
                <a:path w="119" h="2105" extrusionOk="0">
                  <a:moveTo>
                    <a:pt x="0" y="0"/>
                  </a:moveTo>
                  <a:lnTo>
                    <a:pt x="0" y="2105"/>
                  </a:lnTo>
                  <a:lnTo>
                    <a:pt x="118" y="210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70;p30">
              <a:extLst>
                <a:ext uri="{FF2B5EF4-FFF2-40B4-BE49-F238E27FC236}">
                  <a16:creationId xmlns:a16="http://schemas.microsoft.com/office/drawing/2014/main" id="{9667F76D-AB75-8EBC-60FB-5A4109099684}"/>
                </a:ext>
              </a:extLst>
            </p:cNvPr>
            <p:cNvSpPr/>
            <p:nvPr/>
          </p:nvSpPr>
          <p:spPr>
            <a:xfrm>
              <a:off x="5716996" y="2858423"/>
              <a:ext cx="5926" cy="200823"/>
            </a:xfrm>
            <a:custGeom>
              <a:avLst/>
              <a:gdLst/>
              <a:ahLst/>
              <a:cxnLst/>
              <a:rect l="l" t="t" r="r" b="b"/>
              <a:pathLst>
                <a:path w="119" h="4033" extrusionOk="0">
                  <a:moveTo>
                    <a:pt x="118" y="1"/>
                  </a:moveTo>
                  <a:cubicBezTo>
                    <a:pt x="98" y="10"/>
                    <a:pt x="69" y="10"/>
                    <a:pt x="39" y="10"/>
                  </a:cubicBezTo>
                  <a:lnTo>
                    <a:pt x="0" y="10"/>
                  </a:lnTo>
                  <a:lnTo>
                    <a:pt x="0" y="4033"/>
                  </a:lnTo>
                  <a:lnTo>
                    <a:pt x="118" y="4033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71;p30">
              <a:extLst>
                <a:ext uri="{FF2B5EF4-FFF2-40B4-BE49-F238E27FC236}">
                  <a16:creationId xmlns:a16="http://schemas.microsoft.com/office/drawing/2014/main" id="{765DF67D-AB7F-054B-CBCD-9FDD5EB6702A}"/>
                </a:ext>
              </a:extLst>
            </p:cNvPr>
            <p:cNvSpPr/>
            <p:nvPr/>
          </p:nvSpPr>
          <p:spPr>
            <a:xfrm>
              <a:off x="5451544" y="2805044"/>
              <a:ext cx="145999" cy="145999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853" y="1"/>
                  </a:moveTo>
                  <a:lnTo>
                    <a:pt x="1" y="2843"/>
                  </a:lnTo>
                  <a:lnTo>
                    <a:pt x="89" y="2931"/>
                  </a:lnTo>
                  <a:lnTo>
                    <a:pt x="2931" y="89"/>
                  </a:lnTo>
                  <a:lnTo>
                    <a:pt x="285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72;p30">
              <a:extLst>
                <a:ext uri="{FF2B5EF4-FFF2-40B4-BE49-F238E27FC236}">
                  <a16:creationId xmlns:a16="http://schemas.microsoft.com/office/drawing/2014/main" id="{86D3DC51-1D7C-D24E-6DAB-DFECC890312F}"/>
                </a:ext>
              </a:extLst>
            </p:cNvPr>
            <p:cNvSpPr/>
            <p:nvPr/>
          </p:nvSpPr>
          <p:spPr>
            <a:xfrm>
              <a:off x="5679750" y="2644408"/>
              <a:ext cx="78427" cy="78427"/>
            </a:xfrm>
            <a:custGeom>
              <a:avLst/>
              <a:gdLst/>
              <a:ahLst/>
              <a:cxnLst/>
              <a:rect l="l" t="t" r="r" b="b"/>
              <a:pathLst>
                <a:path w="1575" h="1575" extrusionOk="0">
                  <a:moveTo>
                    <a:pt x="1495" y="1"/>
                  </a:moveTo>
                  <a:lnTo>
                    <a:pt x="866" y="630"/>
                  </a:lnTo>
                  <a:lnTo>
                    <a:pt x="807" y="689"/>
                  </a:lnTo>
                  <a:lnTo>
                    <a:pt x="787" y="709"/>
                  </a:lnTo>
                  <a:lnTo>
                    <a:pt x="748" y="738"/>
                  </a:lnTo>
                  <a:lnTo>
                    <a:pt x="669" y="827"/>
                  </a:lnTo>
                  <a:lnTo>
                    <a:pt x="1" y="1486"/>
                  </a:lnTo>
                  <a:cubicBezTo>
                    <a:pt x="30" y="1515"/>
                    <a:pt x="60" y="1545"/>
                    <a:pt x="89" y="1574"/>
                  </a:cubicBezTo>
                  <a:lnTo>
                    <a:pt x="866" y="797"/>
                  </a:lnTo>
                  <a:lnTo>
                    <a:pt x="896" y="768"/>
                  </a:lnTo>
                  <a:lnTo>
                    <a:pt x="1574" y="89"/>
                  </a:lnTo>
                  <a:cubicBezTo>
                    <a:pt x="1545" y="60"/>
                    <a:pt x="1525" y="30"/>
                    <a:pt x="1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73;p30">
              <a:extLst>
                <a:ext uri="{FF2B5EF4-FFF2-40B4-BE49-F238E27FC236}">
                  <a16:creationId xmlns:a16="http://schemas.microsoft.com/office/drawing/2014/main" id="{639A2480-3DB2-1F92-441B-1F63C425DB0E}"/>
                </a:ext>
              </a:extLst>
            </p:cNvPr>
            <p:cNvSpPr/>
            <p:nvPr/>
          </p:nvSpPr>
          <p:spPr>
            <a:xfrm>
              <a:off x="5840386" y="2414259"/>
              <a:ext cx="147941" cy="147941"/>
            </a:xfrm>
            <a:custGeom>
              <a:avLst/>
              <a:gdLst/>
              <a:ahLst/>
              <a:cxnLst/>
              <a:rect l="l" t="t" r="r" b="b"/>
              <a:pathLst>
                <a:path w="2971" h="2971" extrusionOk="0">
                  <a:moveTo>
                    <a:pt x="2892" y="0"/>
                  </a:moveTo>
                  <a:lnTo>
                    <a:pt x="89" y="2803"/>
                  </a:lnTo>
                  <a:lnTo>
                    <a:pt x="0" y="2882"/>
                  </a:lnTo>
                  <a:cubicBezTo>
                    <a:pt x="30" y="2911"/>
                    <a:pt x="59" y="2941"/>
                    <a:pt x="89" y="2970"/>
                  </a:cubicBezTo>
                  <a:lnTo>
                    <a:pt x="177" y="2882"/>
                  </a:lnTo>
                  <a:lnTo>
                    <a:pt x="2951" y="109"/>
                  </a:lnTo>
                  <a:lnTo>
                    <a:pt x="2971" y="89"/>
                  </a:lnTo>
                  <a:lnTo>
                    <a:pt x="289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74;p30">
              <a:extLst>
                <a:ext uri="{FF2B5EF4-FFF2-40B4-BE49-F238E27FC236}">
                  <a16:creationId xmlns:a16="http://schemas.microsoft.com/office/drawing/2014/main" id="{51BF9A96-FC4D-FCA0-ABD3-7B20D7C41216}"/>
                </a:ext>
              </a:extLst>
            </p:cNvPr>
            <p:cNvSpPr/>
            <p:nvPr/>
          </p:nvSpPr>
          <p:spPr>
            <a:xfrm>
              <a:off x="5343341" y="2679662"/>
              <a:ext cx="201321" cy="5926"/>
            </a:xfrm>
            <a:custGeom>
              <a:avLst/>
              <a:gdLst/>
              <a:ahLst/>
              <a:cxnLst/>
              <a:rect l="l" t="t" r="r" b="b"/>
              <a:pathLst>
                <a:path w="4043" h="119" extrusionOk="0">
                  <a:moveTo>
                    <a:pt x="0" y="1"/>
                  </a:moveTo>
                  <a:lnTo>
                    <a:pt x="0" y="119"/>
                  </a:lnTo>
                  <a:lnTo>
                    <a:pt x="4042" y="119"/>
                  </a:lnTo>
                  <a:lnTo>
                    <a:pt x="4042" y="8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75;p30">
              <a:extLst>
                <a:ext uri="{FF2B5EF4-FFF2-40B4-BE49-F238E27FC236}">
                  <a16:creationId xmlns:a16="http://schemas.microsoft.com/office/drawing/2014/main" id="{913BADE9-749A-C5FE-5D1E-55C61A8E5B1A}"/>
                </a:ext>
              </a:extLst>
            </p:cNvPr>
            <p:cNvSpPr/>
            <p:nvPr/>
          </p:nvSpPr>
          <p:spPr>
            <a:xfrm>
              <a:off x="5666555" y="2679662"/>
              <a:ext cx="104818" cy="5926"/>
            </a:xfrm>
            <a:custGeom>
              <a:avLst/>
              <a:gdLst/>
              <a:ahLst/>
              <a:cxnLst/>
              <a:rect l="l" t="t" r="r" b="b"/>
              <a:pathLst>
                <a:path w="2105" h="119" extrusionOk="0">
                  <a:moveTo>
                    <a:pt x="10" y="1"/>
                  </a:moveTo>
                  <a:cubicBezTo>
                    <a:pt x="0" y="30"/>
                    <a:pt x="0" y="50"/>
                    <a:pt x="10" y="80"/>
                  </a:cubicBezTo>
                  <a:cubicBezTo>
                    <a:pt x="0" y="89"/>
                    <a:pt x="0" y="109"/>
                    <a:pt x="10" y="119"/>
                  </a:cubicBezTo>
                  <a:lnTo>
                    <a:pt x="2105" y="119"/>
                  </a:lnTo>
                  <a:cubicBezTo>
                    <a:pt x="2105" y="109"/>
                    <a:pt x="2105" y="89"/>
                    <a:pt x="2105" y="80"/>
                  </a:cubicBezTo>
                  <a:lnTo>
                    <a:pt x="21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76;p30">
              <a:extLst>
                <a:ext uri="{FF2B5EF4-FFF2-40B4-BE49-F238E27FC236}">
                  <a16:creationId xmlns:a16="http://schemas.microsoft.com/office/drawing/2014/main" id="{CC4D0C4C-FF0C-B99A-9697-DD0D40AA8A97}"/>
                </a:ext>
              </a:extLst>
            </p:cNvPr>
            <p:cNvSpPr/>
            <p:nvPr/>
          </p:nvSpPr>
          <p:spPr>
            <a:xfrm>
              <a:off x="5894263" y="2679662"/>
              <a:ext cx="202317" cy="5926"/>
            </a:xfrm>
            <a:custGeom>
              <a:avLst/>
              <a:gdLst/>
              <a:ahLst/>
              <a:cxnLst/>
              <a:rect l="l" t="t" r="r" b="b"/>
              <a:pathLst>
                <a:path w="4063" h="119" extrusionOk="0">
                  <a:moveTo>
                    <a:pt x="0" y="1"/>
                  </a:moveTo>
                  <a:lnTo>
                    <a:pt x="0" y="89"/>
                  </a:lnTo>
                  <a:lnTo>
                    <a:pt x="0" y="119"/>
                  </a:lnTo>
                  <a:lnTo>
                    <a:pt x="4062" y="119"/>
                  </a:lnTo>
                  <a:lnTo>
                    <a:pt x="406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77;p30">
              <a:extLst>
                <a:ext uri="{FF2B5EF4-FFF2-40B4-BE49-F238E27FC236}">
                  <a16:creationId xmlns:a16="http://schemas.microsoft.com/office/drawing/2014/main" id="{A73DD2E6-E27E-798C-E450-C2609815C0A8}"/>
                </a:ext>
              </a:extLst>
            </p:cNvPr>
            <p:cNvSpPr/>
            <p:nvPr/>
          </p:nvSpPr>
          <p:spPr>
            <a:xfrm>
              <a:off x="5451544" y="2414259"/>
              <a:ext cx="146995" cy="146945"/>
            </a:xfrm>
            <a:custGeom>
              <a:avLst/>
              <a:gdLst/>
              <a:ahLst/>
              <a:cxnLst/>
              <a:rect l="l" t="t" r="r" b="b"/>
              <a:pathLst>
                <a:path w="2952" h="2951" extrusionOk="0">
                  <a:moveTo>
                    <a:pt x="89" y="0"/>
                  </a:moveTo>
                  <a:lnTo>
                    <a:pt x="30" y="59"/>
                  </a:lnTo>
                  <a:lnTo>
                    <a:pt x="10" y="79"/>
                  </a:lnTo>
                  <a:lnTo>
                    <a:pt x="1" y="89"/>
                  </a:lnTo>
                  <a:lnTo>
                    <a:pt x="2863" y="2951"/>
                  </a:lnTo>
                  <a:cubicBezTo>
                    <a:pt x="2892" y="2921"/>
                    <a:pt x="2922" y="2892"/>
                    <a:pt x="2951" y="2862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78;p30">
              <a:extLst>
                <a:ext uri="{FF2B5EF4-FFF2-40B4-BE49-F238E27FC236}">
                  <a16:creationId xmlns:a16="http://schemas.microsoft.com/office/drawing/2014/main" id="{646C23BC-4945-A248-F49A-EE4067BE6172}"/>
                </a:ext>
              </a:extLst>
            </p:cNvPr>
            <p:cNvSpPr/>
            <p:nvPr/>
          </p:nvSpPr>
          <p:spPr>
            <a:xfrm>
              <a:off x="5680746" y="2643462"/>
              <a:ext cx="78377" cy="78377"/>
            </a:xfrm>
            <a:custGeom>
              <a:avLst/>
              <a:gdLst/>
              <a:ahLst/>
              <a:cxnLst/>
              <a:rect l="l" t="t" r="r" b="b"/>
              <a:pathLst>
                <a:path w="1574" h="1574" extrusionOk="0">
                  <a:moveTo>
                    <a:pt x="89" y="0"/>
                  </a:moveTo>
                  <a:cubicBezTo>
                    <a:pt x="59" y="30"/>
                    <a:pt x="30" y="59"/>
                    <a:pt x="0" y="89"/>
                  </a:cubicBezTo>
                  <a:lnTo>
                    <a:pt x="640" y="728"/>
                  </a:lnTo>
                  <a:lnTo>
                    <a:pt x="708" y="787"/>
                  </a:lnTo>
                  <a:lnTo>
                    <a:pt x="728" y="816"/>
                  </a:lnTo>
                  <a:lnTo>
                    <a:pt x="767" y="846"/>
                  </a:lnTo>
                  <a:lnTo>
                    <a:pt x="787" y="875"/>
                  </a:lnTo>
                  <a:lnTo>
                    <a:pt x="846" y="934"/>
                  </a:lnTo>
                  <a:lnTo>
                    <a:pt x="1495" y="1574"/>
                  </a:lnTo>
                  <a:cubicBezTo>
                    <a:pt x="1515" y="1544"/>
                    <a:pt x="1544" y="1515"/>
                    <a:pt x="1574" y="1485"/>
                  </a:cubicBezTo>
                  <a:lnTo>
                    <a:pt x="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79;p30">
              <a:extLst>
                <a:ext uri="{FF2B5EF4-FFF2-40B4-BE49-F238E27FC236}">
                  <a16:creationId xmlns:a16="http://schemas.microsoft.com/office/drawing/2014/main" id="{8D55F7F2-C1C5-5DA9-4852-48961F42496C}"/>
                </a:ext>
              </a:extLst>
            </p:cNvPr>
            <p:cNvSpPr/>
            <p:nvPr/>
          </p:nvSpPr>
          <p:spPr>
            <a:xfrm>
              <a:off x="5841830" y="2804048"/>
              <a:ext cx="146497" cy="146995"/>
            </a:xfrm>
            <a:custGeom>
              <a:avLst/>
              <a:gdLst/>
              <a:ahLst/>
              <a:cxnLst/>
              <a:rect l="l" t="t" r="r" b="b"/>
              <a:pathLst>
                <a:path w="2942" h="2952" extrusionOk="0">
                  <a:moveTo>
                    <a:pt x="80" y="1"/>
                  </a:moveTo>
                  <a:cubicBezTo>
                    <a:pt x="50" y="30"/>
                    <a:pt x="21" y="60"/>
                    <a:pt x="1" y="89"/>
                  </a:cubicBezTo>
                  <a:lnTo>
                    <a:pt x="2863" y="2951"/>
                  </a:lnTo>
                  <a:lnTo>
                    <a:pt x="2883" y="2932"/>
                  </a:lnTo>
                  <a:lnTo>
                    <a:pt x="2942" y="2873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80;p30">
              <a:extLst>
                <a:ext uri="{FF2B5EF4-FFF2-40B4-BE49-F238E27FC236}">
                  <a16:creationId xmlns:a16="http://schemas.microsoft.com/office/drawing/2014/main" id="{10CB05B3-28AC-DF1D-2DD5-820F16D1F7A2}"/>
                </a:ext>
              </a:extLst>
            </p:cNvPr>
            <p:cNvSpPr/>
            <p:nvPr/>
          </p:nvSpPr>
          <p:spPr>
            <a:xfrm>
              <a:off x="6034284" y="1889278"/>
              <a:ext cx="556409" cy="955964"/>
            </a:xfrm>
            <a:custGeom>
              <a:avLst/>
              <a:gdLst/>
              <a:ahLst/>
              <a:cxnLst/>
              <a:rect l="l" t="t" r="r" b="b"/>
              <a:pathLst>
                <a:path w="11174" h="19198" extrusionOk="0">
                  <a:moveTo>
                    <a:pt x="493" y="1"/>
                  </a:moveTo>
                  <a:cubicBezTo>
                    <a:pt x="217" y="1"/>
                    <a:pt x="1" y="227"/>
                    <a:pt x="1" y="502"/>
                  </a:cubicBezTo>
                  <a:lnTo>
                    <a:pt x="1" y="18696"/>
                  </a:lnTo>
                  <a:cubicBezTo>
                    <a:pt x="1" y="18972"/>
                    <a:pt x="217" y="19198"/>
                    <a:pt x="493" y="19198"/>
                  </a:cubicBezTo>
                  <a:lnTo>
                    <a:pt x="9531" y="19198"/>
                  </a:lnTo>
                  <a:lnTo>
                    <a:pt x="10898" y="17890"/>
                  </a:lnTo>
                  <a:cubicBezTo>
                    <a:pt x="11173" y="17890"/>
                    <a:pt x="10770" y="16356"/>
                    <a:pt x="10770" y="16080"/>
                  </a:cubicBezTo>
                  <a:lnTo>
                    <a:pt x="10967" y="4387"/>
                  </a:lnTo>
                  <a:cubicBezTo>
                    <a:pt x="10967" y="4111"/>
                    <a:pt x="11045" y="1938"/>
                    <a:pt x="10770" y="1938"/>
                  </a:cubicBezTo>
                  <a:lnTo>
                    <a:pt x="95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81;p30">
              <a:extLst>
                <a:ext uri="{FF2B5EF4-FFF2-40B4-BE49-F238E27FC236}">
                  <a16:creationId xmlns:a16="http://schemas.microsoft.com/office/drawing/2014/main" id="{F11BFA8F-2C2B-C7E2-800E-AA030BF9E2DD}"/>
                </a:ext>
              </a:extLst>
            </p:cNvPr>
            <p:cNvSpPr/>
            <p:nvPr/>
          </p:nvSpPr>
          <p:spPr>
            <a:xfrm>
              <a:off x="6508822" y="1889278"/>
              <a:ext cx="126927" cy="955516"/>
            </a:xfrm>
            <a:custGeom>
              <a:avLst/>
              <a:gdLst/>
              <a:ahLst/>
              <a:cxnLst/>
              <a:rect l="l" t="t" r="r" b="b"/>
              <a:pathLst>
                <a:path w="2549" h="19189" extrusionOk="0">
                  <a:moveTo>
                    <a:pt x="1" y="1"/>
                  </a:moveTo>
                  <a:lnTo>
                    <a:pt x="1" y="19188"/>
                  </a:lnTo>
                  <a:lnTo>
                    <a:pt x="2056" y="19188"/>
                  </a:lnTo>
                  <a:cubicBezTo>
                    <a:pt x="2332" y="19188"/>
                    <a:pt x="2548" y="18972"/>
                    <a:pt x="2548" y="18696"/>
                  </a:cubicBezTo>
                  <a:lnTo>
                    <a:pt x="2548" y="502"/>
                  </a:lnTo>
                  <a:cubicBezTo>
                    <a:pt x="2548" y="227"/>
                    <a:pt x="2322" y="1"/>
                    <a:pt x="20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82;p30">
              <a:extLst>
                <a:ext uri="{FF2B5EF4-FFF2-40B4-BE49-F238E27FC236}">
                  <a16:creationId xmlns:a16="http://schemas.microsoft.com/office/drawing/2014/main" id="{025FA294-4B28-F043-660B-15DE327B0097}"/>
                </a:ext>
              </a:extLst>
            </p:cNvPr>
            <p:cNvSpPr/>
            <p:nvPr/>
          </p:nvSpPr>
          <p:spPr>
            <a:xfrm>
              <a:off x="6395242" y="2196309"/>
              <a:ext cx="466729" cy="191561"/>
            </a:xfrm>
            <a:custGeom>
              <a:avLst/>
              <a:gdLst/>
              <a:ahLst/>
              <a:cxnLst/>
              <a:rect l="l" t="t" r="r" b="b"/>
              <a:pathLst>
                <a:path w="9373" h="3847" extrusionOk="0">
                  <a:moveTo>
                    <a:pt x="0" y="1"/>
                  </a:moveTo>
                  <a:lnTo>
                    <a:pt x="0" y="3846"/>
                  </a:lnTo>
                  <a:lnTo>
                    <a:pt x="9373" y="3846"/>
                  </a:lnTo>
                  <a:lnTo>
                    <a:pt x="8930" y="1820"/>
                  </a:lnTo>
                  <a:lnTo>
                    <a:pt x="93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83;p30">
              <a:extLst>
                <a:ext uri="{FF2B5EF4-FFF2-40B4-BE49-F238E27FC236}">
                  <a16:creationId xmlns:a16="http://schemas.microsoft.com/office/drawing/2014/main" id="{0EDB797C-CEAC-4D43-E5DD-27B838344C9B}"/>
                </a:ext>
              </a:extLst>
            </p:cNvPr>
            <p:cNvSpPr/>
            <p:nvPr/>
          </p:nvSpPr>
          <p:spPr>
            <a:xfrm>
              <a:off x="6820285" y="2196309"/>
              <a:ext cx="41678" cy="191561"/>
            </a:xfrm>
            <a:custGeom>
              <a:avLst/>
              <a:gdLst/>
              <a:ahLst/>
              <a:cxnLst/>
              <a:rect l="l" t="t" r="r" b="b"/>
              <a:pathLst>
                <a:path w="837" h="3847" extrusionOk="0">
                  <a:moveTo>
                    <a:pt x="837" y="1"/>
                  </a:moveTo>
                  <a:cubicBezTo>
                    <a:pt x="837" y="1"/>
                    <a:pt x="188" y="316"/>
                    <a:pt x="60" y="1653"/>
                  </a:cubicBezTo>
                  <a:cubicBezTo>
                    <a:pt x="1" y="2460"/>
                    <a:pt x="276" y="3256"/>
                    <a:pt x="837" y="3846"/>
                  </a:cubicBezTo>
                  <a:lnTo>
                    <a:pt x="8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84;p30">
              <a:extLst>
                <a:ext uri="{FF2B5EF4-FFF2-40B4-BE49-F238E27FC236}">
                  <a16:creationId xmlns:a16="http://schemas.microsoft.com/office/drawing/2014/main" id="{3273C407-FA43-1D67-4F68-BF1B5CF75B15}"/>
                </a:ext>
              </a:extLst>
            </p:cNvPr>
            <p:cNvSpPr/>
            <p:nvPr/>
          </p:nvSpPr>
          <p:spPr>
            <a:xfrm>
              <a:off x="6366810" y="2189986"/>
              <a:ext cx="148439" cy="202765"/>
            </a:xfrm>
            <a:custGeom>
              <a:avLst/>
              <a:gdLst/>
              <a:ahLst/>
              <a:cxnLst/>
              <a:rect l="l" t="t" r="r" b="b"/>
              <a:pathLst>
                <a:path w="2981" h="4072" extrusionOk="0">
                  <a:moveTo>
                    <a:pt x="2105" y="0"/>
                  </a:moveTo>
                  <a:cubicBezTo>
                    <a:pt x="1525" y="0"/>
                    <a:pt x="965" y="246"/>
                    <a:pt x="571" y="669"/>
                  </a:cubicBezTo>
                  <a:cubicBezTo>
                    <a:pt x="188" y="1072"/>
                    <a:pt x="1" y="1623"/>
                    <a:pt x="40" y="2183"/>
                  </a:cubicBezTo>
                  <a:lnTo>
                    <a:pt x="40" y="2242"/>
                  </a:lnTo>
                  <a:cubicBezTo>
                    <a:pt x="158" y="3285"/>
                    <a:pt x="1043" y="4072"/>
                    <a:pt x="2096" y="4072"/>
                  </a:cubicBezTo>
                  <a:lnTo>
                    <a:pt x="2892" y="4072"/>
                  </a:lnTo>
                  <a:cubicBezTo>
                    <a:pt x="2978" y="4072"/>
                    <a:pt x="2981" y="3943"/>
                    <a:pt x="2901" y="3943"/>
                  </a:cubicBezTo>
                  <a:cubicBezTo>
                    <a:pt x="2898" y="3943"/>
                    <a:pt x="2895" y="3943"/>
                    <a:pt x="2892" y="3944"/>
                  </a:cubicBezTo>
                  <a:lnTo>
                    <a:pt x="2096" y="3944"/>
                  </a:lnTo>
                  <a:cubicBezTo>
                    <a:pt x="1102" y="3944"/>
                    <a:pt x="276" y="3206"/>
                    <a:pt x="168" y="2223"/>
                  </a:cubicBezTo>
                  <a:lnTo>
                    <a:pt x="168" y="2174"/>
                  </a:lnTo>
                  <a:cubicBezTo>
                    <a:pt x="129" y="1652"/>
                    <a:pt x="306" y="1141"/>
                    <a:pt x="670" y="757"/>
                  </a:cubicBezTo>
                  <a:cubicBezTo>
                    <a:pt x="1033" y="354"/>
                    <a:pt x="1555" y="128"/>
                    <a:pt x="2105" y="128"/>
                  </a:cubicBezTo>
                  <a:lnTo>
                    <a:pt x="2833" y="128"/>
                  </a:lnTo>
                  <a:cubicBezTo>
                    <a:pt x="2873" y="128"/>
                    <a:pt x="2902" y="98"/>
                    <a:pt x="2902" y="69"/>
                  </a:cubicBezTo>
                  <a:cubicBezTo>
                    <a:pt x="2902" y="30"/>
                    <a:pt x="2873" y="0"/>
                    <a:pt x="2833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85;p30">
              <a:extLst>
                <a:ext uri="{FF2B5EF4-FFF2-40B4-BE49-F238E27FC236}">
                  <a16:creationId xmlns:a16="http://schemas.microsoft.com/office/drawing/2014/main" id="{43097BB8-916C-A3CB-E379-F377FD25C187}"/>
                </a:ext>
              </a:extLst>
            </p:cNvPr>
            <p:cNvSpPr/>
            <p:nvPr/>
          </p:nvSpPr>
          <p:spPr>
            <a:xfrm>
              <a:off x="6746838" y="2196807"/>
              <a:ext cx="41678" cy="191063"/>
            </a:xfrm>
            <a:custGeom>
              <a:avLst/>
              <a:gdLst/>
              <a:ahLst/>
              <a:cxnLst/>
              <a:rect l="l" t="t" r="r" b="b"/>
              <a:pathLst>
                <a:path w="837" h="3837" extrusionOk="0">
                  <a:moveTo>
                    <a:pt x="679" y="1"/>
                  </a:moveTo>
                  <a:cubicBezTo>
                    <a:pt x="601" y="119"/>
                    <a:pt x="532" y="256"/>
                    <a:pt x="473" y="394"/>
                  </a:cubicBezTo>
                  <a:cubicBezTo>
                    <a:pt x="1" y="1496"/>
                    <a:pt x="1" y="2735"/>
                    <a:pt x="463" y="3836"/>
                  </a:cubicBezTo>
                  <a:lnTo>
                    <a:pt x="601" y="3836"/>
                  </a:lnTo>
                  <a:cubicBezTo>
                    <a:pt x="128" y="2755"/>
                    <a:pt x="128" y="1525"/>
                    <a:pt x="591" y="443"/>
                  </a:cubicBezTo>
                  <a:cubicBezTo>
                    <a:pt x="660" y="286"/>
                    <a:pt x="738" y="138"/>
                    <a:pt x="837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86;p30">
              <a:extLst>
                <a:ext uri="{FF2B5EF4-FFF2-40B4-BE49-F238E27FC236}">
                  <a16:creationId xmlns:a16="http://schemas.microsoft.com/office/drawing/2014/main" id="{799FDA5E-4C48-53B1-55D2-24063EE58AEA}"/>
                </a:ext>
              </a:extLst>
            </p:cNvPr>
            <p:cNvSpPr/>
            <p:nvPr/>
          </p:nvSpPr>
          <p:spPr>
            <a:xfrm>
              <a:off x="6205228" y="2034727"/>
              <a:ext cx="118562" cy="101632"/>
            </a:xfrm>
            <a:custGeom>
              <a:avLst/>
              <a:gdLst/>
              <a:ahLst/>
              <a:cxnLst/>
              <a:rect l="l" t="t" r="r" b="b"/>
              <a:pathLst>
                <a:path w="2381" h="2041" extrusionOk="0">
                  <a:moveTo>
                    <a:pt x="1361" y="131"/>
                  </a:moveTo>
                  <a:cubicBezTo>
                    <a:pt x="1817" y="131"/>
                    <a:pt x="2253" y="485"/>
                    <a:pt x="2253" y="1023"/>
                  </a:cubicBezTo>
                  <a:cubicBezTo>
                    <a:pt x="2253" y="1515"/>
                    <a:pt x="1859" y="1908"/>
                    <a:pt x="1367" y="1908"/>
                  </a:cubicBezTo>
                  <a:cubicBezTo>
                    <a:pt x="571" y="1908"/>
                    <a:pt x="177" y="954"/>
                    <a:pt x="738" y="394"/>
                  </a:cubicBezTo>
                  <a:cubicBezTo>
                    <a:pt x="920" y="212"/>
                    <a:pt x="1143" y="131"/>
                    <a:pt x="1361" y="131"/>
                  </a:cubicBezTo>
                  <a:close/>
                  <a:moveTo>
                    <a:pt x="1367" y="0"/>
                  </a:moveTo>
                  <a:cubicBezTo>
                    <a:pt x="463" y="0"/>
                    <a:pt x="0" y="1102"/>
                    <a:pt x="649" y="1741"/>
                  </a:cubicBezTo>
                  <a:cubicBezTo>
                    <a:pt x="856" y="1948"/>
                    <a:pt x="1110" y="2041"/>
                    <a:pt x="1359" y="2041"/>
                  </a:cubicBezTo>
                  <a:cubicBezTo>
                    <a:pt x="1881" y="2041"/>
                    <a:pt x="2380" y="1635"/>
                    <a:pt x="2380" y="1023"/>
                  </a:cubicBezTo>
                  <a:cubicBezTo>
                    <a:pt x="2380" y="463"/>
                    <a:pt x="1928" y="0"/>
                    <a:pt x="136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87;p30">
              <a:extLst>
                <a:ext uri="{FF2B5EF4-FFF2-40B4-BE49-F238E27FC236}">
                  <a16:creationId xmlns:a16="http://schemas.microsoft.com/office/drawing/2014/main" id="{B9FEAA41-4E54-AB8B-FFF7-C223F9E94ABE}"/>
                </a:ext>
              </a:extLst>
            </p:cNvPr>
            <p:cNvSpPr/>
            <p:nvPr/>
          </p:nvSpPr>
          <p:spPr>
            <a:xfrm>
              <a:off x="6169475" y="2479888"/>
              <a:ext cx="181254" cy="154962"/>
            </a:xfrm>
            <a:custGeom>
              <a:avLst/>
              <a:gdLst/>
              <a:ahLst/>
              <a:cxnLst/>
              <a:rect l="l" t="t" r="r" b="b"/>
              <a:pathLst>
                <a:path w="3640" h="3112" extrusionOk="0">
                  <a:moveTo>
                    <a:pt x="2075" y="117"/>
                  </a:moveTo>
                  <a:cubicBezTo>
                    <a:pt x="2810" y="117"/>
                    <a:pt x="3511" y="689"/>
                    <a:pt x="3511" y="1554"/>
                  </a:cubicBezTo>
                  <a:cubicBezTo>
                    <a:pt x="3511" y="2341"/>
                    <a:pt x="2872" y="2980"/>
                    <a:pt x="2085" y="2980"/>
                  </a:cubicBezTo>
                  <a:cubicBezTo>
                    <a:pt x="807" y="2980"/>
                    <a:pt x="168" y="1436"/>
                    <a:pt x="1072" y="541"/>
                  </a:cubicBezTo>
                  <a:cubicBezTo>
                    <a:pt x="1365" y="248"/>
                    <a:pt x="1724" y="117"/>
                    <a:pt x="2075" y="117"/>
                  </a:cubicBezTo>
                  <a:close/>
                  <a:moveTo>
                    <a:pt x="2085" y="0"/>
                  </a:moveTo>
                  <a:cubicBezTo>
                    <a:pt x="699" y="0"/>
                    <a:pt x="0" y="1672"/>
                    <a:pt x="984" y="2656"/>
                  </a:cubicBezTo>
                  <a:cubicBezTo>
                    <a:pt x="1302" y="2970"/>
                    <a:pt x="1691" y="3111"/>
                    <a:pt x="2073" y="3111"/>
                  </a:cubicBezTo>
                  <a:cubicBezTo>
                    <a:pt x="2873" y="3111"/>
                    <a:pt x="3639" y="2493"/>
                    <a:pt x="3639" y="1554"/>
                  </a:cubicBezTo>
                  <a:cubicBezTo>
                    <a:pt x="3639" y="689"/>
                    <a:pt x="2941" y="0"/>
                    <a:pt x="208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88;p30">
              <a:extLst>
                <a:ext uri="{FF2B5EF4-FFF2-40B4-BE49-F238E27FC236}">
                  <a16:creationId xmlns:a16="http://schemas.microsoft.com/office/drawing/2014/main" id="{24CFD4BC-5ECB-F09B-85A6-83248CE7A75B}"/>
                </a:ext>
              </a:extLst>
            </p:cNvPr>
            <p:cNvSpPr/>
            <p:nvPr/>
          </p:nvSpPr>
          <p:spPr>
            <a:xfrm>
              <a:off x="6129300" y="2844800"/>
              <a:ext cx="142549" cy="785006"/>
            </a:xfrm>
            <a:custGeom>
              <a:avLst/>
              <a:gdLst/>
              <a:ahLst/>
              <a:cxnLst/>
              <a:rect l="l" t="t" r="r" b="b"/>
              <a:pathLst>
                <a:path w="2863" h="16779" extrusionOk="0">
                  <a:moveTo>
                    <a:pt x="1" y="0"/>
                  </a:moveTo>
                  <a:lnTo>
                    <a:pt x="1" y="16778"/>
                  </a:lnTo>
                  <a:lnTo>
                    <a:pt x="2863" y="16778"/>
                  </a:lnTo>
                  <a:lnTo>
                    <a:pt x="28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89;p30">
              <a:extLst>
                <a:ext uri="{FF2B5EF4-FFF2-40B4-BE49-F238E27FC236}">
                  <a16:creationId xmlns:a16="http://schemas.microsoft.com/office/drawing/2014/main" id="{FD76890D-D507-0E1F-89DB-87ED6F482D51}"/>
                </a:ext>
              </a:extLst>
            </p:cNvPr>
            <p:cNvSpPr/>
            <p:nvPr/>
          </p:nvSpPr>
          <p:spPr>
            <a:xfrm>
              <a:off x="5730690" y="3481349"/>
              <a:ext cx="938835" cy="162630"/>
            </a:xfrm>
            <a:custGeom>
              <a:avLst/>
              <a:gdLst/>
              <a:ahLst/>
              <a:cxnLst/>
              <a:rect l="l" t="t" r="r" b="b"/>
              <a:pathLst>
                <a:path w="18854" h="3266" extrusionOk="0">
                  <a:moveTo>
                    <a:pt x="8212" y="0"/>
                  </a:moveTo>
                  <a:lnTo>
                    <a:pt x="4" y="3264"/>
                  </a:lnTo>
                  <a:lnTo>
                    <a:pt x="4" y="3264"/>
                  </a:lnTo>
                  <a:cubicBezTo>
                    <a:pt x="286" y="3196"/>
                    <a:pt x="18854" y="3177"/>
                    <a:pt x="18854" y="3177"/>
                  </a:cubicBezTo>
                  <a:lnTo>
                    <a:pt x="10592" y="0"/>
                  </a:lnTo>
                  <a:close/>
                  <a:moveTo>
                    <a:pt x="4" y="3264"/>
                  </a:moveTo>
                  <a:lnTo>
                    <a:pt x="4" y="3264"/>
                  </a:lnTo>
                  <a:cubicBezTo>
                    <a:pt x="2" y="3265"/>
                    <a:pt x="1" y="3265"/>
                    <a:pt x="0" y="3265"/>
                  </a:cubicBezTo>
                  <a:lnTo>
                    <a:pt x="4" y="326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90;p30">
              <a:extLst>
                <a:ext uri="{FF2B5EF4-FFF2-40B4-BE49-F238E27FC236}">
                  <a16:creationId xmlns:a16="http://schemas.microsoft.com/office/drawing/2014/main" id="{7E667EBB-9B7F-C1BE-2255-6589469EA448}"/>
                </a:ext>
              </a:extLst>
            </p:cNvPr>
            <p:cNvSpPr/>
            <p:nvPr/>
          </p:nvSpPr>
          <p:spPr>
            <a:xfrm>
              <a:off x="6954978" y="3504354"/>
              <a:ext cx="407970" cy="371272"/>
            </a:xfrm>
            <a:custGeom>
              <a:avLst/>
              <a:gdLst/>
              <a:ahLst/>
              <a:cxnLst/>
              <a:rect l="l" t="t" r="r" b="b"/>
              <a:pathLst>
                <a:path w="8193" h="7456" extrusionOk="0">
                  <a:moveTo>
                    <a:pt x="4093" y="1"/>
                  </a:moveTo>
                  <a:cubicBezTo>
                    <a:pt x="3138" y="1"/>
                    <a:pt x="2184" y="364"/>
                    <a:pt x="1456" y="1092"/>
                  </a:cubicBezTo>
                  <a:cubicBezTo>
                    <a:pt x="0" y="2548"/>
                    <a:pt x="0" y="4908"/>
                    <a:pt x="1456" y="6364"/>
                  </a:cubicBezTo>
                  <a:cubicBezTo>
                    <a:pt x="2184" y="7091"/>
                    <a:pt x="3138" y="7455"/>
                    <a:pt x="4093" y="7455"/>
                  </a:cubicBezTo>
                  <a:cubicBezTo>
                    <a:pt x="5048" y="7455"/>
                    <a:pt x="6005" y="7091"/>
                    <a:pt x="6737" y="6364"/>
                  </a:cubicBezTo>
                  <a:cubicBezTo>
                    <a:pt x="8193" y="4908"/>
                    <a:pt x="8193" y="2548"/>
                    <a:pt x="6737" y="1092"/>
                  </a:cubicBezTo>
                  <a:cubicBezTo>
                    <a:pt x="6005" y="364"/>
                    <a:pt x="5048" y="1"/>
                    <a:pt x="40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91;p30">
              <a:extLst>
                <a:ext uri="{FF2B5EF4-FFF2-40B4-BE49-F238E27FC236}">
                  <a16:creationId xmlns:a16="http://schemas.microsoft.com/office/drawing/2014/main" id="{BAFE7516-38F1-780A-B981-11D9F88BCF6F}"/>
                </a:ext>
              </a:extLst>
            </p:cNvPr>
            <p:cNvSpPr/>
            <p:nvPr/>
          </p:nvSpPr>
          <p:spPr>
            <a:xfrm>
              <a:off x="6553388" y="3363337"/>
              <a:ext cx="730244" cy="262021"/>
            </a:xfrm>
            <a:custGeom>
              <a:avLst/>
              <a:gdLst/>
              <a:ahLst/>
              <a:cxnLst/>
              <a:rect l="l" t="t" r="r" b="b"/>
              <a:pathLst>
                <a:path w="14665" h="5262" fill="none" extrusionOk="0">
                  <a:moveTo>
                    <a:pt x="1250" y="167"/>
                  </a:moveTo>
                  <a:cubicBezTo>
                    <a:pt x="1" y="1603"/>
                    <a:pt x="916" y="3846"/>
                    <a:pt x="2814" y="4003"/>
                  </a:cubicBezTo>
                  <a:cubicBezTo>
                    <a:pt x="4200" y="4111"/>
                    <a:pt x="5459" y="2862"/>
                    <a:pt x="5597" y="1475"/>
                  </a:cubicBezTo>
                  <a:cubicBezTo>
                    <a:pt x="5636" y="1131"/>
                    <a:pt x="5607" y="767"/>
                    <a:pt x="5420" y="472"/>
                  </a:cubicBezTo>
                  <a:cubicBezTo>
                    <a:pt x="5233" y="187"/>
                    <a:pt x="4849" y="0"/>
                    <a:pt x="4525" y="118"/>
                  </a:cubicBezTo>
                  <a:cubicBezTo>
                    <a:pt x="4230" y="236"/>
                    <a:pt x="4072" y="561"/>
                    <a:pt x="3994" y="875"/>
                  </a:cubicBezTo>
                  <a:cubicBezTo>
                    <a:pt x="3551" y="2537"/>
                    <a:pt x="4692" y="4455"/>
                    <a:pt x="6364" y="4858"/>
                  </a:cubicBezTo>
                  <a:cubicBezTo>
                    <a:pt x="8046" y="5262"/>
                    <a:pt x="9934" y="4072"/>
                    <a:pt x="10288" y="2380"/>
                  </a:cubicBezTo>
                  <a:cubicBezTo>
                    <a:pt x="10396" y="1987"/>
                    <a:pt x="10367" y="1564"/>
                    <a:pt x="10209" y="1180"/>
                  </a:cubicBezTo>
                  <a:cubicBezTo>
                    <a:pt x="10032" y="816"/>
                    <a:pt x="9659" y="521"/>
                    <a:pt x="9246" y="551"/>
                  </a:cubicBezTo>
                  <a:cubicBezTo>
                    <a:pt x="8793" y="571"/>
                    <a:pt x="8429" y="984"/>
                    <a:pt x="8341" y="1436"/>
                  </a:cubicBezTo>
                  <a:cubicBezTo>
                    <a:pt x="8252" y="1879"/>
                    <a:pt x="8400" y="2341"/>
                    <a:pt x="8636" y="2734"/>
                  </a:cubicBezTo>
                  <a:cubicBezTo>
                    <a:pt x="9305" y="3885"/>
                    <a:pt x="10613" y="4514"/>
                    <a:pt x="11940" y="4327"/>
                  </a:cubicBezTo>
                  <a:cubicBezTo>
                    <a:pt x="13258" y="4141"/>
                    <a:pt x="14340" y="3167"/>
                    <a:pt x="14665" y="1879"/>
                  </a:cubicBezTo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92;p30">
              <a:extLst>
                <a:ext uri="{FF2B5EF4-FFF2-40B4-BE49-F238E27FC236}">
                  <a16:creationId xmlns:a16="http://schemas.microsoft.com/office/drawing/2014/main" id="{70841467-9250-D8F4-0E76-3C561F7F44A8}"/>
                </a:ext>
              </a:extLst>
            </p:cNvPr>
            <p:cNvSpPr/>
            <p:nvPr/>
          </p:nvSpPr>
          <p:spPr>
            <a:xfrm>
              <a:off x="6241926" y="1222284"/>
              <a:ext cx="693047" cy="264511"/>
            </a:xfrm>
            <a:custGeom>
              <a:avLst/>
              <a:gdLst/>
              <a:ahLst/>
              <a:cxnLst/>
              <a:rect l="l" t="t" r="r" b="b"/>
              <a:pathLst>
                <a:path w="13918" h="5312" fill="none" extrusionOk="0">
                  <a:moveTo>
                    <a:pt x="444" y="5311"/>
                  </a:moveTo>
                  <a:cubicBezTo>
                    <a:pt x="1" y="4259"/>
                    <a:pt x="178" y="2961"/>
                    <a:pt x="935" y="2115"/>
                  </a:cubicBezTo>
                  <a:cubicBezTo>
                    <a:pt x="1683" y="1259"/>
                    <a:pt x="3001" y="935"/>
                    <a:pt x="4033" y="1397"/>
                  </a:cubicBezTo>
                  <a:cubicBezTo>
                    <a:pt x="5076" y="1869"/>
                    <a:pt x="5715" y="3118"/>
                    <a:pt x="5410" y="4220"/>
                  </a:cubicBezTo>
                  <a:cubicBezTo>
                    <a:pt x="5381" y="4338"/>
                    <a:pt x="5331" y="4456"/>
                    <a:pt x="5253" y="4564"/>
                  </a:cubicBezTo>
                  <a:cubicBezTo>
                    <a:pt x="4909" y="4997"/>
                    <a:pt x="4112" y="4672"/>
                    <a:pt x="3964" y="4131"/>
                  </a:cubicBezTo>
                  <a:cubicBezTo>
                    <a:pt x="3817" y="3590"/>
                    <a:pt x="4102" y="3030"/>
                    <a:pt x="4446" y="2577"/>
                  </a:cubicBezTo>
                  <a:cubicBezTo>
                    <a:pt x="4928" y="1948"/>
                    <a:pt x="5548" y="1397"/>
                    <a:pt x="6295" y="1122"/>
                  </a:cubicBezTo>
                  <a:cubicBezTo>
                    <a:pt x="7043" y="846"/>
                    <a:pt x="7928" y="896"/>
                    <a:pt x="8587" y="1348"/>
                  </a:cubicBezTo>
                  <a:cubicBezTo>
                    <a:pt x="9275" y="1840"/>
                    <a:pt x="9600" y="2705"/>
                    <a:pt x="9708" y="3541"/>
                  </a:cubicBezTo>
                  <a:cubicBezTo>
                    <a:pt x="9777" y="4102"/>
                    <a:pt x="9669" y="4810"/>
                    <a:pt x="9128" y="4977"/>
                  </a:cubicBezTo>
                  <a:cubicBezTo>
                    <a:pt x="8705" y="5105"/>
                    <a:pt x="8243" y="4761"/>
                    <a:pt x="8115" y="4338"/>
                  </a:cubicBezTo>
                  <a:cubicBezTo>
                    <a:pt x="7977" y="3905"/>
                    <a:pt x="8105" y="3443"/>
                    <a:pt x="8292" y="3040"/>
                  </a:cubicBezTo>
                  <a:cubicBezTo>
                    <a:pt x="9216" y="1023"/>
                    <a:pt x="11881" y="1"/>
                    <a:pt x="13917" y="886"/>
                  </a:cubicBezTo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47" name="Google Shape;2947;p48"/>
          <p:cNvSpPr txBox="1">
            <a:spLocks noGrp="1"/>
          </p:cNvSpPr>
          <p:nvPr>
            <p:ph type="body" idx="1"/>
          </p:nvPr>
        </p:nvSpPr>
        <p:spPr>
          <a:xfrm>
            <a:off x="3943043" y="974009"/>
            <a:ext cx="4844400" cy="34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rPr>
              <a:t>痛点分析</a:t>
            </a:r>
            <a:endParaRPr lang="en-US" altLang="zh-CN" sz="2400" b="1" dirty="0">
              <a:solidFill>
                <a:schemeClr val="dk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</a:rPr>
              <a:t>传统字幕工具无法区分说话人</a:t>
            </a:r>
            <a:endParaRPr lang="en-US" altLang="zh-CN" dirty="0">
              <a:uFill>
                <a:noFill/>
              </a:uFill>
              <a:latin typeface="Fira Sans"/>
              <a:ea typeface="Fira Sans"/>
              <a:cs typeface="Fira Sans"/>
              <a:sym typeface="Fira Sans"/>
            </a:endParaRPr>
          </a:p>
          <a:p>
            <a:pPr marL="171450" lvl="0" indent="-171450" algn="l" rtl="0"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</a:rPr>
              <a:t>人工字幕制作耗时耗力</a:t>
            </a:r>
            <a:endParaRPr lang="en-US" dirty="0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rPr>
              <a:t>市场需求</a:t>
            </a:r>
            <a:endParaRPr lang="en-US" altLang="zh-CN" sz="2400" b="1" dirty="0">
              <a:solidFill>
                <a:schemeClr val="dk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171450" lvl="0" indent="-171450" algn="l" rtl="0">
              <a:spcBef>
                <a:spcPts val="1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教育、会议、自媒体视频等场景需求</a:t>
            </a:r>
            <a:endParaRPr lang="en-US" sz="2400" b="1" dirty="0">
              <a:solidFill>
                <a:schemeClr val="dk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rPr>
              <a:t>创新点</a:t>
            </a:r>
            <a:endParaRPr lang="en-US" altLang="zh-CN" sz="2400" b="1" dirty="0">
              <a:solidFill>
                <a:schemeClr val="dk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171450" indent="-171450">
              <a:spcBef>
                <a:spcPts val="16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说话人自动区分 </a:t>
            </a:r>
            <a:r>
              <a:rPr lang="en-US" altLang="zh-CN" dirty="0"/>
              <a:t>+ AI</a:t>
            </a:r>
            <a:r>
              <a:rPr lang="zh-CN" altLang="en-US" dirty="0"/>
              <a:t>高精度识别 </a:t>
            </a:r>
            <a:r>
              <a:rPr lang="en-US" altLang="zh-CN" dirty="0"/>
              <a:t>+ </a:t>
            </a:r>
            <a:r>
              <a:rPr lang="zh-CN" altLang="en-US" dirty="0"/>
              <a:t>一键式工作流</a:t>
            </a:r>
          </a:p>
          <a:p>
            <a:pPr lvl="0">
              <a:spcBef>
                <a:spcPts val="1000"/>
              </a:spcBef>
              <a:buClr>
                <a:srgbClr val="17262A"/>
              </a:buClr>
              <a:buFont typeface="Fira Sans"/>
              <a:buChar char="●"/>
              <a:defRPr/>
            </a:pPr>
            <a:endParaRPr lang="zh-CN" altLang="en-US" dirty="0"/>
          </a:p>
          <a:p>
            <a:pPr lvl="0">
              <a:spcBef>
                <a:spcPts val="1000"/>
              </a:spcBef>
              <a:buClr>
                <a:srgbClr val="17262A"/>
              </a:buClr>
              <a:buFont typeface="Fira Sans"/>
              <a:buChar char="●"/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17262A"/>
              </a:solidFill>
              <a:effectLst/>
              <a:uLnTx/>
              <a:uFillTx/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>
          <a:extLst>
            <a:ext uri="{FF2B5EF4-FFF2-40B4-BE49-F238E27FC236}">
              <a16:creationId xmlns:a16="http://schemas.microsoft.com/office/drawing/2014/main" id="{03F6E4F2-C066-9061-37C2-216803F02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0" name="Google Shape;960;p31">
            <a:extLst>
              <a:ext uri="{FF2B5EF4-FFF2-40B4-BE49-F238E27FC236}">
                <a16:creationId xmlns:a16="http://schemas.microsoft.com/office/drawing/2014/main" id="{240A462E-D5EF-9184-A32C-AD8B816BDE3B}"/>
              </a:ext>
            </a:extLst>
          </p:cNvPr>
          <p:cNvGrpSpPr/>
          <p:nvPr/>
        </p:nvGrpSpPr>
        <p:grpSpPr>
          <a:xfrm flipH="1">
            <a:off x="5028775" y="3174275"/>
            <a:ext cx="3753450" cy="1969225"/>
            <a:chOff x="143902" y="3174400"/>
            <a:chExt cx="3753450" cy="1969225"/>
          </a:xfrm>
        </p:grpSpPr>
        <p:sp>
          <p:nvSpPr>
            <p:cNvPr id="961" name="Google Shape;961;p31">
              <a:extLst>
                <a:ext uri="{FF2B5EF4-FFF2-40B4-BE49-F238E27FC236}">
                  <a16:creationId xmlns:a16="http://schemas.microsoft.com/office/drawing/2014/main" id="{BAAB0279-DF1B-05F6-D2EB-C63CF117E6E9}"/>
                </a:ext>
              </a:extLst>
            </p:cNvPr>
            <p:cNvSpPr/>
            <p:nvPr/>
          </p:nvSpPr>
          <p:spPr>
            <a:xfrm>
              <a:off x="416350" y="4817825"/>
              <a:ext cx="136200" cy="32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2" name="Google Shape;962;p31">
              <a:extLst>
                <a:ext uri="{FF2B5EF4-FFF2-40B4-BE49-F238E27FC236}">
                  <a16:creationId xmlns:a16="http://schemas.microsoft.com/office/drawing/2014/main" id="{C686BD70-5987-83FE-7C59-1765B1B8E0F0}"/>
                </a:ext>
              </a:extLst>
            </p:cNvPr>
            <p:cNvGrpSpPr/>
            <p:nvPr/>
          </p:nvGrpSpPr>
          <p:grpSpPr>
            <a:xfrm>
              <a:off x="143902" y="3174400"/>
              <a:ext cx="3753450" cy="1909665"/>
              <a:chOff x="143902" y="3174400"/>
              <a:chExt cx="3753450" cy="1909665"/>
            </a:xfrm>
          </p:grpSpPr>
          <p:sp>
            <p:nvSpPr>
              <p:cNvPr id="963" name="Google Shape;963;p31">
                <a:extLst>
                  <a:ext uri="{FF2B5EF4-FFF2-40B4-BE49-F238E27FC236}">
                    <a16:creationId xmlns:a16="http://schemas.microsoft.com/office/drawing/2014/main" id="{57DC4186-0B36-5571-AAE1-D4201A72EE59}"/>
                  </a:ext>
                </a:extLst>
              </p:cNvPr>
              <p:cNvSpPr/>
              <p:nvPr/>
            </p:nvSpPr>
            <p:spPr>
              <a:xfrm>
                <a:off x="488377" y="3174400"/>
                <a:ext cx="3408975" cy="1596450"/>
              </a:xfrm>
              <a:custGeom>
                <a:avLst/>
                <a:gdLst/>
                <a:ahLst/>
                <a:cxnLst/>
                <a:rect l="l" t="t" r="r" b="b"/>
                <a:pathLst>
                  <a:path w="136359" h="63858" extrusionOk="0">
                    <a:moveTo>
                      <a:pt x="0" y="53244"/>
                    </a:moveTo>
                    <a:lnTo>
                      <a:pt x="35284" y="0"/>
                    </a:lnTo>
                    <a:lnTo>
                      <a:pt x="136359" y="234"/>
                    </a:lnTo>
                    <a:lnTo>
                      <a:pt x="3746" y="63858"/>
                    </a:lnTo>
                    <a:close/>
                  </a:path>
                </a:pathLst>
              </a:custGeom>
              <a:solidFill>
                <a:srgbClr val="9E855C">
                  <a:alpha val="14880"/>
                </a:srgbClr>
              </a:solidFill>
              <a:ln>
                <a:noFill/>
              </a:ln>
            </p:spPr>
          </p:sp>
          <p:grpSp>
            <p:nvGrpSpPr>
              <p:cNvPr id="964" name="Google Shape;964;p31">
                <a:extLst>
                  <a:ext uri="{FF2B5EF4-FFF2-40B4-BE49-F238E27FC236}">
                    <a16:creationId xmlns:a16="http://schemas.microsoft.com/office/drawing/2014/main" id="{120E747D-0EEA-D368-0B4B-7592380F39E0}"/>
                  </a:ext>
                </a:extLst>
              </p:cNvPr>
              <p:cNvGrpSpPr/>
              <p:nvPr/>
            </p:nvGrpSpPr>
            <p:grpSpPr>
              <a:xfrm rot="-3088787">
                <a:off x="247795" y="4300754"/>
                <a:ext cx="725754" cy="615483"/>
                <a:chOff x="5417612" y="4008755"/>
                <a:chExt cx="725743" cy="615474"/>
              </a:xfrm>
            </p:grpSpPr>
            <p:sp>
              <p:nvSpPr>
                <p:cNvPr id="965" name="Google Shape;965;p31">
                  <a:extLst>
                    <a:ext uri="{FF2B5EF4-FFF2-40B4-BE49-F238E27FC236}">
                      <a16:creationId xmlns:a16="http://schemas.microsoft.com/office/drawing/2014/main" id="{8501988B-3AFD-AF0D-0708-8E263E446777}"/>
                    </a:ext>
                  </a:extLst>
                </p:cNvPr>
                <p:cNvSpPr/>
                <p:nvPr/>
              </p:nvSpPr>
              <p:spPr>
                <a:xfrm>
                  <a:off x="5417612" y="4008755"/>
                  <a:ext cx="725743" cy="615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9" h="16248" extrusionOk="0">
                      <a:moveTo>
                        <a:pt x="9796" y="1"/>
                      </a:moveTo>
                      <a:lnTo>
                        <a:pt x="8616" y="2155"/>
                      </a:lnTo>
                      <a:lnTo>
                        <a:pt x="5125" y="80"/>
                      </a:lnTo>
                      <a:cubicBezTo>
                        <a:pt x="5125" y="80"/>
                        <a:pt x="1358" y="778"/>
                        <a:pt x="1643" y="5184"/>
                      </a:cubicBezTo>
                      <a:lnTo>
                        <a:pt x="1" y="9452"/>
                      </a:lnTo>
                      <a:lnTo>
                        <a:pt x="3935" y="11281"/>
                      </a:lnTo>
                      <a:lnTo>
                        <a:pt x="2961" y="13130"/>
                      </a:lnTo>
                      <a:lnTo>
                        <a:pt x="5685" y="11901"/>
                      </a:lnTo>
                      <a:lnTo>
                        <a:pt x="5439" y="15540"/>
                      </a:lnTo>
                      <a:lnTo>
                        <a:pt x="10554" y="14920"/>
                      </a:lnTo>
                      <a:lnTo>
                        <a:pt x="9767" y="10711"/>
                      </a:lnTo>
                      <a:lnTo>
                        <a:pt x="13179" y="16248"/>
                      </a:lnTo>
                      <a:lnTo>
                        <a:pt x="19159" y="5459"/>
                      </a:lnTo>
                      <a:lnTo>
                        <a:pt x="11999" y="5705"/>
                      </a:lnTo>
                      <a:lnTo>
                        <a:pt x="16887" y="3059"/>
                      </a:lnTo>
                      <a:lnTo>
                        <a:pt x="13130" y="965"/>
                      </a:lnTo>
                      <a:lnTo>
                        <a:pt x="10347" y="3669"/>
                      </a:lnTo>
                      <a:lnTo>
                        <a:pt x="979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966;p31">
                  <a:extLst>
                    <a:ext uri="{FF2B5EF4-FFF2-40B4-BE49-F238E27FC236}">
                      <a16:creationId xmlns:a16="http://schemas.microsoft.com/office/drawing/2014/main" id="{1698F45A-410B-4F55-F184-B3ACC41F9F8A}"/>
                    </a:ext>
                  </a:extLst>
                </p:cNvPr>
                <p:cNvSpPr/>
                <p:nvPr/>
              </p:nvSpPr>
              <p:spPr>
                <a:xfrm>
                  <a:off x="5673949" y="4155542"/>
                  <a:ext cx="193377" cy="232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5" h="6125" extrusionOk="0">
                      <a:moveTo>
                        <a:pt x="3442" y="1"/>
                      </a:moveTo>
                      <a:lnTo>
                        <a:pt x="0" y="6098"/>
                      </a:lnTo>
                      <a:cubicBezTo>
                        <a:pt x="0" y="6098"/>
                        <a:pt x="127" y="6125"/>
                        <a:pt x="342" y="6125"/>
                      </a:cubicBezTo>
                      <a:cubicBezTo>
                        <a:pt x="1038" y="6125"/>
                        <a:pt x="2655" y="5849"/>
                        <a:pt x="3865" y="3512"/>
                      </a:cubicBezTo>
                      <a:cubicBezTo>
                        <a:pt x="5104" y="1142"/>
                        <a:pt x="3442" y="1"/>
                        <a:pt x="344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967;p31">
                  <a:extLst>
                    <a:ext uri="{FF2B5EF4-FFF2-40B4-BE49-F238E27FC236}">
                      <a16:creationId xmlns:a16="http://schemas.microsoft.com/office/drawing/2014/main" id="{3B6DDD49-A6FC-4A49-C872-0B20E90F973E}"/>
                    </a:ext>
                  </a:extLst>
                </p:cNvPr>
                <p:cNvSpPr/>
                <p:nvPr/>
              </p:nvSpPr>
              <p:spPr>
                <a:xfrm>
                  <a:off x="5529776" y="4008755"/>
                  <a:ext cx="258569" cy="497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6" h="13131" fill="none" extrusionOk="0">
                      <a:moveTo>
                        <a:pt x="6825" y="1"/>
                      </a:moveTo>
                      <a:lnTo>
                        <a:pt x="0" y="13130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968;p31">
                  <a:extLst>
                    <a:ext uri="{FF2B5EF4-FFF2-40B4-BE49-F238E27FC236}">
                      <a16:creationId xmlns:a16="http://schemas.microsoft.com/office/drawing/2014/main" id="{3F24B916-CB83-BB85-1B41-5DC2B162F323}"/>
                    </a:ext>
                  </a:extLst>
                </p:cNvPr>
                <p:cNvSpPr/>
                <p:nvPr/>
              </p:nvSpPr>
              <p:spPr>
                <a:xfrm>
                  <a:off x="5632963" y="4147359"/>
                  <a:ext cx="176256" cy="31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3" h="8242" fill="none" extrusionOk="0">
                      <a:moveTo>
                        <a:pt x="4652" y="0"/>
                      </a:moveTo>
                      <a:lnTo>
                        <a:pt x="0" y="8242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969" name="Google Shape;969;p31">
            <a:extLst>
              <a:ext uri="{FF2B5EF4-FFF2-40B4-BE49-F238E27FC236}">
                <a16:creationId xmlns:a16="http://schemas.microsoft.com/office/drawing/2014/main" id="{E8AFF700-4338-0424-4ECB-6F1067240F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21985" y="2678423"/>
            <a:ext cx="3086746" cy="9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dirty="0"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技术实现</a:t>
            </a:r>
            <a:endParaRPr sz="4800" dirty="0">
              <a:latin typeface="ID初心少女体简" panose="02010509060101010101" pitchFamily="49" charset="-122"/>
              <a:ea typeface="ID初心少女体简" panose="02010509060101010101" pitchFamily="49" charset="-122"/>
            </a:endParaRPr>
          </a:p>
        </p:txBody>
      </p:sp>
      <p:sp>
        <p:nvSpPr>
          <p:cNvPr id="970" name="Google Shape;970;p31">
            <a:extLst>
              <a:ext uri="{FF2B5EF4-FFF2-40B4-BE49-F238E27FC236}">
                <a16:creationId xmlns:a16="http://schemas.microsoft.com/office/drawing/2014/main" id="{33476C7E-8B19-F9C5-C793-737688D933F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91063" y="1333488"/>
            <a:ext cx="27969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971" name="Google Shape;971;p31">
            <a:extLst>
              <a:ext uri="{FF2B5EF4-FFF2-40B4-BE49-F238E27FC236}">
                <a16:creationId xmlns:a16="http://schemas.microsoft.com/office/drawing/2014/main" id="{F306EFE8-B423-4368-0465-DE12871648D6}"/>
              </a:ext>
            </a:extLst>
          </p:cNvPr>
          <p:cNvGrpSpPr/>
          <p:nvPr/>
        </p:nvGrpSpPr>
        <p:grpSpPr>
          <a:xfrm>
            <a:off x="1153627" y="880589"/>
            <a:ext cx="2890816" cy="3382302"/>
            <a:chOff x="1216125" y="955275"/>
            <a:chExt cx="2763158" cy="3232940"/>
          </a:xfrm>
        </p:grpSpPr>
        <p:sp>
          <p:nvSpPr>
            <p:cNvPr id="972" name="Google Shape;972;p31">
              <a:extLst>
                <a:ext uri="{FF2B5EF4-FFF2-40B4-BE49-F238E27FC236}">
                  <a16:creationId xmlns:a16="http://schemas.microsoft.com/office/drawing/2014/main" id="{1FD395BB-6E8B-8DA6-5AB1-151C40DCDD6B}"/>
                </a:ext>
              </a:extLst>
            </p:cNvPr>
            <p:cNvSpPr/>
            <p:nvPr/>
          </p:nvSpPr>
          <p:spPr>
            <a:xfrm>
              <a:off x="1216125" y="955275"/>
              <a:ext cx="2730457" cy="3232940"/>
            </a:xfrm>
            <a:custGeom>
              <a:avLst/>
              <a:gdLst/>
              <a:ahLst/>
              <a:cxnLst/>
              <a:rect l="l" t="t" r="r" b="b"/>
              <a:pathLst>
                <a:path w="49264" h="58330" extrusionOk="0">
                  <a:moveTo>
                    <a:pt x="28737" y="0"/>
                  </a:moveTo>
                  <a:cubicBezTo>
                    <a:pt x="26218" y="0"/>
                    <a:pt x="23877" y="1474"/>
                    <a:pt x="22827" y="3845"/>
                  </a:cubicBezTo>
                  <a:lnTo>
                    <a:pt x="10180" y="3845"/>
                  </a:lnTo>
                  <a:cubicBezTo>
                    <a:pt x="9926" y="2957"/>
                    <a:pt x="9120" y="2341"/>
                    <a:pt x="8195" y="2341"/>
                  </a:cubicBezTo>
                  <a:cubicBezTo>
                    <a:pt x="8188" y="2341"/>
                    <a:pt x="8181" y="2341"/>
                    <a:pt x="8173" y="2341"/>
                  </a:cubicBezTo>
                  <a:cubicBezTo>
                    <a:pt x="7239" y="2341"/>
                    <a:pt x="6423" y="2970"/>
                    <a:pt x="6177" y="3865"/>
                  </a:cubicBezTo>
                  <a:cubicBezTo>
                    <a:pt x="5016" y="4022"/>
                    <a:pt x="4161" y="5006"/>
                    <a:pt x="4151" y="6176"/>
                  </a:cubicBezTo>
                  <a:lnTo>
                    <a:pt x="4151" y="11831"/>
                  </a:lnTo>
                  <a:cubicBezTo>
                    <a:pt x="2046" y="14536"/>
                    <a:pt x="955" y="18116"/>
                    <a:pt x="1102" y="21823"/>
                  </a:cubicBezTo>
                  <a:cubicBezTo>
                    <a:pt x="296" y="22885"/>
                    <a:pt x="1" y="24233"/>
                    <a:pt x="335" y="25413"/>
                  </a:cubicBezTo>
                  <a:cubicBezTo>
                    <a:pt x="483" y="25924"/>
                    <a:pt x="758" y="26406"/>
                    <a:pt x="1132" y="26800"/>
                  </a:cubicBezTo>
                  <a:cubicBezTo>
                    <a:pt x="1112" y="28059"/>
                    <a:pt x="1535" y="29249"/>
                    <a:pt x="2322" y="30104"/>
                  </a:cubicBezTo>
                  <a:cubicBezTo>
                    <a:pt x="2961" y="30802"/>
                    <a:pt x="3836" y="31255"/>
                    <a:pt x="4780" y="31383"/>
                  </a:cubicBezTo>
                  <a:cubicBezTo>
                    <a:pt x="5961" y="32927"/>
                    <a:pt x="7318" y="34343"/>
                    <a:pt x="8813" y="35592"/>
                  </a:cubicBezTo>
                  <a:lnTo>
                    <a:pt x="2863" y="37156"/>
                  </a:lnTo>
                  <a:cubicBezTo>
                    <a:pt x="2223" y="37333"/>
                    <a:pt x="1761" y="37893"/>
                    <a:pt x="1722" y="38562"/>
                  </a:cubicBezTo>
                  <a:lnTo>
                    <a:pt x="1633" y="40214"/>
                  </a:lnTo>
                  <a:lnTo>
                    <a:pt x="1633" y="40303"/>
                  </a:lnTo>
                  <a:lnTo>
                    <a:pt x="610" y="55861"/>
                  </a:lnTo>
                  <a:cubicBezTo>
                    <a:pt x="551" y="56727"/>
                    <a:pt x="1220" y="57474"/>
                    <a:pt x="2086" y="57514"/>
                  </a:cubicBezTo>
                  <a:lnTo>
                    <a:pt x="10603" y="57848"/>
                  </a:lnTo>
                  <a:cubicBezTo>
                    <a:pt x="10652" y="57858"/>
                    <a:pt x="10711" y="57858"/>
                    <a:pt x="10770" y="57858"/>
                  </a:cubicBezTo>
                  <a:lnTo>
                    <a:pt x="12137" y="57907"/>
                  </a:lnTo>
                  <a:lnTo>
                    <a:pt x="22926" y="58330"/>
                  </a:lnTo>
                  <a:lnTo>
                    <a:pt x="22985" y="58330"/>
                  </a:lnTo>
                  <a:cubicBezTo>
                    <a:pt x="23122" y="58330"/>
                    <a:pt x="23250" y="58320"/>
                    <a:pt x="23378" y="58281"/>
                  </a:cubicBezTo>
                  <a:lnTo>
                    <a:pt x="23889" y="58300"/>
                  </a:lnTo>
                  <a:lnTo>
                    <a:pt x="23939" y="58300"/>
                  </a:lnTo>
                  <a:cubicBezTo>
                    <a:pt x="24755" y="58300"/>
                    <a:pt x="25433" y="57661"/>
                    <a:pt x="25483" y="56845"/>
                  </a:cubicBezTo>
                  <a:lnTo>
                    <a:pt x="25581" y="55065"/>
                  </a:lnTo>
                  <a:cubicBezTo>
                    <a:pt x="25649" y="55074"/>
                    <a:pt x="25716" y="55078"/>
                    <a:pt x="25783" y="55078"/>
                  </a:cubicBezTo>
                  <a:cubicBezTo>
                    <a:pt x="26088" y="55078"/>
                    <a:pt x="26385" y="54988"/>
                    <a:pt x="26643" y="54819"/>
                  </a:cubicBezTo>
                  <a:lnTo>
                    <a:pt x="27076" y="54524"/>
                  </a:lnTo>
                  <a:cubicBezTo>
                    <a:pt x="27784" y="54052"/>
                    <a:pt x="27971" y="53088"/>
                    <a:pt x="27499" y="52380"/>
                  </a:cubicBezTo>
                  <a:lnTo>
                    <a:pt x="25876" y="49970"/>
                  </a:lnTo>
                  <a:lnTo>
                    <a:pt x="25896" y="49538"/>
                  </a:lnTo>
                  <a:lnTo>
                    <a:pt x="26132" y="49164"/>
                  </a:lnTo>
                  <a:lnTo>
                    <a:pt x="31285" y="56796"/>
                  </a:lnTo>
                  <a:cubicBezTo>
                    <a:pt x="31511" y="57130"/>
                    <a:pt x="31865" y="57366"/>
                    <a:pt x="32269" y="57445"/>
                  </a:cubicBezTo>
                  <a:cubicBezTo>
                    <a:pt x="32367" y="57464"/>
                    <a:pt x="32465" y="57474"/>
                    <a:pt x="32564" y="57474"/>
                  </a:cubicBezTo>
                  <a:cubicBezTo>
                    <a:pt x="32869" y="57474"/>
                    <a:pt x="33173" y="57376"/>
                    <a:pt x="33419" y="57209"/>
                  </a:cubicBezTo>
                  <a:lnTo>
                    <a:pt x="33852" y="56914"/>
                  </a:lnTo>
                  <a:cubicBezTo>
                    <a:pt x="34088" y="56766"/>
                    <a:pt x="34265" y="56550"/>
                    <a:pt x="34393" y="56304"/>
                  </a:cubicBezTo>
                  <a:cubicBezTo>
                    <a:pt x="35622" y="56756"/>
                    <a:pt x="36930" y="56992"/>
                    <a:pt x="38248" y="57022"/>
                  </a:cubicBezTo>
                  <a:lnTo>
                    <a:pt x="38484" y="57022"/>
                  </a:lnTo>
                  <a:cubicBezTo>
                    <a:pt x="41651" y="57022"/>
                    <a:pt x="43874" y="55743"/>
                    <a:pt x="43962" y="55694"/>
                  </a:cubicBezTo>
                  <a:cubicBezTo>
                    <a:pt x="44523" y="55370"/>
                    <a:pt x="44818" y="54730"/>
                    <a:pt x="44710" y="54091"/>
                  </a:cubicBezTo>
                  <a:lnTo>
                    <a:pt x="44631" y="53629"/>
                  </a:lnTo>
                  <a:cubicBezTo>
                    <a:pt x="44670" y="53304"/>
                    <a:pt x="44611" y="52970"/>
                    <a:pt x="44464" y="52685"/>
                  </a:cubicBezTo>
                  <a:lnTo>
                    <a:pt x="42123" y="39162"/>
                  </a:lnTo>
                  <a:cubicBezTo>
                    <a:pt x="43539" y="37608"/>
                    <a:pt x="44110" y="35474"/>
                    <a:pt x="43667" y="33418"/>
                  </a:cubicBezTo>
                  <a:cubicBezTo>
                    <a:pt x="48113" y="27586"/>
                    <a:pt x="49263" y="20171"/>
                    <a:pt x="46627" y="13867"/>
                  </a:cubicBezTo>
                  <a:cubicBezTo>
                    <a:pt x="46608" y="13828"/>
                    <a:pt x="46598" y="13798"/>
                    <a:pt x="46578" y="13759"/>
                  </a:cubicBezTo>
                  <a:cubicBezTo>
                    <a:pt x="44434" y="9618"/>
                    <a:pt x="39871" y="6638"/>
                    <a:pt x="35199" y="6255"/>
                  </a:cubicBezTo>
                  <a:cubicBezTo>
                    <a:pt x="35101" y="3245"/>
                    <a:pt x="32928" y="698"/>
                    <a:pt x="29967" y="118"/>
                  </a:cubicBezTo>
                  <a:cubicBezTo>
                    <a:pt x="29556" y="39"/>
                    <a:pt x="29144" y="0"/>
                    <a:pt x="287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1">
              <a:extLst>
                <a:ext uri="{FF2B5EF4-FFF2-40B4-BE49-F238E27FC236}">
                  <a16:creationId xmlns:a16="http://schemas.microsoft.com/office/drawing/2014/main" id="{9F4F549E-29F9-F0CB-4300-A0B840D9E4AC}"/>
                </a:ext>
              </a:extLst>
            </p:cNvPr>
            <p:cNvSpPr/>
            <p:nvPr/>
          </p:nvSpPr>
          <p:spPr>
            <a:xfrm>
              <a:off x="1290838" y="1388755"/>
              <a:ext cx="2688445" cy="1812453"/>
            </a:xfrm>
            <a:custGeom>
              <a:avLst/>
              <a:gdLst/>
              <a:ahLst/>
              <a:cxnLst/>
              <a:rect l="l" t="t" r="r" b="b"/>
              <a:pathLst>
                <a:path w="48506" h="32701" extrusionOk="0">
                  <a:moveTo>
                    <a:pt x="32942" y="0"/>
                  </a:moveTo>
                  <a:cubicBezTo>
                    <a:pt x="32740" y="0"/>
                    <a:pt x="32538" y="6"/>
                    <a:pt x="32337" y="17"/>
                  </a:cubicBezTo>
                  <a:cubicBezTo>
                    <a:pt x="28093" y="383"/>
                    <a:pt x="24441" y="3877"/>
                    <a:pt x="20243" y="3877"/>
                  </a:cubicBezTo>
                  <a:cubicBezTo>
                    <a:pt x="20043" y="3877"/>
                    <a:pt x="19842" y="3869"/>
                    <a:pt x="19640" y="3853"/>
                  </a:cubicBezTo>
                  <a:cubicBezTo>
                    <a:pt x="16614" y="3314"/>
                    <a:pt x="13458" y="1573"/>
                    <a:pt x="10391" y="1573"/>
                  </a:cubicBezTo>
                  <a:cubicBezTo>
                    <a:pt x="8983" y="1573"/>
                    <a:pt x="7594" y="1940"/>
                    <a:pt x="6245" y="2958"/>
                  </a:cubicBezTo>
                  <a:cubicBezTo>
                    <a:pt x="984" y="6852"/>
                    <a:pt x="0" y="15202"/>
                    <a:pt x="3324" y="20552"/>
                  </a:cubicBezTo>
                  <a:cubicBezTo>
                    <a:pt x="7781" y="27983"/>
                    <a:pt x="16367" y="32700"/>
                    <a:pt x="24944" y="32700"/>
                  </a:cubicBezTo>
                  <a:cubicBezTo>
                    <a:pt x="26379" y="32700"/>
                    <a:pt x="27814" y="32568"/>
                    <a:pt x="29229" y="32295"/>
                  </a:cubicBezTo>
                  <a:cubicBezTo>
                    <a:pt x="40451" y="30161"/>
                    <a:pt x="48505" y="17592"/>
                    <a:pt x="43962" y="6705"/>
                  </a:cubicBezTo>
                  <a:cubicBezTo>
                    <a:pt x="41929" y="2772"/>
                    <a:pt x="37403" y="0"/>
                    <a:pt x="329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1">
              <a:extLst>
                <a:ext uri="{FF2B5EF4-FFF2-40B4-BE49-F238E27FC236}">
                  <a16:creationId xmlns:a16="http://schemas.microsoft.com/office/drawing/2014/main" id="{925A5170-0D79-5B60-28C5-6DFC86C37133}"/>
                </a:ext>
              </a:extLst>
            </p:cNvPr>
            <p:cNvSpPr/>
            <p:nvPr/>
          </p:nvSpPr>
          <p:spPr>
            <a:xfrm>
              <a:off x="2541290" y="1044620"/>
              <a:ext cx="545659" cy="545715"/>
            </a:xfrm>
            <a:custGeom>
              <a:avLst/>
              <a:gdLst/>
              <a:ahLst/>
              <a:cxnLst/>
              <a:rect l="l" t="t" r="r" b="b"/>
              <a:pathLst>
                <a:path w="9845" h="9846" extrusionOk="0">
                  <a:moveTo>
                    <a:pt x="4927" y="1"/>
                  </a:moveTo>
                  <a:cubicBezTo>
                    <a:pt x="2203" y="1"/>
                    <a:pt x="0" y="2204"/>
                    <a:pt x="0" y="4918"/>
                  </a:cubicBezTo>
                  <a:cubicBezTo>
                    <a:pt x="0" y="7643"/>
                    <a:pt x="2203" y="9845"/>
                    <a:pt x="4927" y="9845"/>
                  </a:cubicBezTo>
                  <a:cubicBezTo>
                    <a:pt x="7642" y="9845"/>
                    <a:pt x="9845" y="7643"/>
                    <a:pt x="9845" y="4918"/>
                  </a:cubicBezTo>
                  <a:cubicBezTo>
                    <a:pt x="9845" y="2204"/>
                    <a:pt x="7642" y="1"/>
                    <a:pt x="49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1">
              <a:extLst>
                <a:ext uri="{FF2B5EF4-FFF2-40B4-BE49-F238E27FC236}">
                  <a16:creationId xmlns:a16="http://schemas.microsoft.com/office/drawing/2014/main" id="{E97E7E38-FC2C-F641-419B-E4C22B2EC575}"/>
                </a:ext>
              </a:extLst>
            </p:cNvPr>
            <p:cNvSpPr/>
            <p:nvPr/>
          </p:nvSpPr>
          <p:spPr>
            <a:xfrm>
              <a:off x="3018779" y="2614483"/>
              <a:ext cx="545659" cy="545715"/>
            </a:xfrm>
            <a:custGeom>
              <a:avLst/>
              <a:gdLst/>
              <a:ahLst/>
              <a:cxnLst/>
              <a:rect l="l" t="t" r="r" b="b"/>
              <a:pathLst>
                <a:path w="9845" h="9846" extrusionOk="0">
                  <a:moveTo>
                    <a:pt x="4928" y="1"/>
                  </a:moveTo>
                  <a:cubicBezTo>
                    <a:pt x="2203" y="1"/>
                    <a:pt x="0" y="2204"/>
                    <a:pt x="0" y="4928"/>
                  </a:cubicBezTo>
                  <a:cubicBezTo>
                    <a:pt x="0" y="7643"/>
                    <a:pt x="2203" y="9846"/>
                    <a:pt x="4928" y="9846"/>
                  </a:cubicBezTo>
                  <a:cubicBezTo>
                    <a:pt x="7642" y="9846"/>
                    <a:pt x="9845" y="7643"/>
                    <a:pt x="9845" y="4928"/>
                  </a:cubicBezTo>
                  <a:cubicBezTo>
                    <a:pt x="9845" y="2204"/>
                    <a:pt x="7642" y="1"/>
                    <a:pt x="49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1">
              <a:extLst>
                <a:ext uri="{FF2B5EF4-FFF2-40B4-BE49-F238E27FC236}">
                  <a16:creationId xmlns:a16="http://schemas.microsoft.com/office/drawing/2014/main" id="{C099C7EF-F85F-5C09-6E71-8EA882DC77FF}"/>
                </a:ext>
              </a:extLst>
            </p:cNvPr>
            <p:cNvSpPr/>
            <p:nvPr/>
          </p:nvSpPr>
          <p:spPr>
            <a:xfrm>
              <a:off x="1785232" y="2424264"/>
              <a:ext cx="1100020" cy="1484891"/>
            </a:xfrm>
            <a:custGeom>
              <a:avLst/>
              <a:gdLst/>
              <a:ahLst/>
              <a:cxnLst/>
              <a:rect l="l" t="t" r="r" b="b"/>
              <a:pathLst>
                <a:path w="19847" h="26791" fill="none" extrusionOk="0">
                  <a:moveTo>
                    <a:pt x="19847" y="1"/>
                  </a:moveTo>
                  <a:lnTo>
                    <a:pt x="0" y="26790"/>
                  </a:lnTo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1">
              <a:extLst>
                <a:ext uri="{FF2B5EF4-FFF2-40B4-BE49-F238E27FC236}">
                  <a16:creationId xmlns:a16="http://schemas.microsoft.com/office/drawing/2014/main" id="{B4E0FA99-DCE6-D154-A73B-B2A624B94CA4}"/>
                </a:ext>
              </a:extLst>
            </p:cNvPr>
            <p:cNvSpPr/>
            <p:nvPr/>
          </p:nvSpPr>
          <p:spPr>
            <a:xfrm>
              <a:off x="2599043" y="1173816"/>
              <a:ext cx="820955" cy="1185097"/>
            </a:xfrm>
            <a:custGeom>
              <a:avLst/>
              <a:gdLst/>
              <a:ahLst/>
              <a:cxnLst/>
              <a:rect l="l" t="t" r="r" b="b"/>
              <a:pathLst>
                <a:path w="14812" h="21382" extrusionOk="0">
                  <a:moveTo>
                    <a:pt x="2371" y="1"/>
                  </a:moveTo>
                  <a:cubicBezTo>
                    <a:pt x="2105" y="1"/>
                    <a:pt x="1840" y="178"/>
                    <a:pt x="1840" y="532"/>
                  </a:cubicBezTo>
                  <a:lnTo>
                    <a:pt x="1840" y="13248"/>
                  </a:lnTo>
                  <a:lnTo>
                    <a:pt x="20" y="13120"/>
                  </a:lnTo>
                  <a:lnTo>
                    <a:pt x="1" y="14418"/>
                  </a:lnTo>
                  <a:lnTo>
                    <a:pt x="1840" y="14891"/>
                  </a:lnTo>
                  <a:lnTo>
                    <a:pt x="1840" y="21381"/>
                  </a:lnTo>
                  <a:lnTo>
                    <a:pt x="2902" y="21381"/>
                  </a:lnTo>
                  <a:lnTo>
                    <a:pt x="2902" y="15156"/>
                  </a:lnTo>
                  <a:lnTo>
                    <a:pt x="12363" y="17556"/>
                  </a:lnTo>
                  <a:lnTo>
                    <a:pt x="14812" y="17556"/>
                  </a:lnTo>
                  <a:lnTo>
                    <a:pt x="14812" y="16326"/>
                  </a:lnTo>
                  <a:lnTo>
                    <a:pt x="2902" y="13494"/>
                  </a:lnTo>
                  <a:lnTo>
                    <a:pt x="2902" y="532"/>
                  </a:lnTo>
                  <a:cubicBezTo>
                    <a:pt x="2902" y="178"/>
                    <a:pt x="2636" y="1"/>
                    <a:pt x="2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1">
              <a:extLst>
                <a:ext uri="{FF2B5EF4-FFF2-40B4-BE49-F238E27FC236}">
                  <a16:creationId xmlns:a16="http://schemas.microsoft.com/office/drawing/2014/main" id="{9EEDE114-2061-309E-AF81-002F0623DA96}"/>
                </a:ext>
              </a:extLst>
            </p:cNvPr>
            <p:cNvSpPr/>
            <p:nvPr/>
          </p:nvSpPr>
          <p:spPr>
            <a:xfrm>
              <a:off x="1483774" y="1173816"/>
              <a:ext cx="713043" cy="1185097"/>
            </a:xfrm>
            <a:custGeom>
              <a:avLst/>
              <a:gdLst/>
              <a:ahLst/>
              <a:cxnLst/>
              <a:rect l="l" t="t" r="r" b="b"/>
              <a:pathLst>
                <a:path w="12865" h="21382" extrusionOk="0">
                  <a:moveTo>
                    <a:pt x="3462" y="1"/>
                  </a:moveTo>
                  <a:cubicBezTo>
                    <a:pt x="3197" y="1"/>
                    <a:pt x="2931" y="178"/>
                    <a:pt x="2931" y="532"/>
                  </a:cubicBezTo>
                  <a:lnTo>
                    <a:pt x="2931" y="13248"/>
                  </a:lnTo>
                  <a:lnTo>
                    <a:pt x="1604" y="12933"/>
                  </a:lnTo>
                  <a:lnTo>
                    <a:pt x="1" y="12815"/>
                  </a:lnTo>
                  <a:lnTo>
                    <a:pt x="1" y="14064"/>
                  </a:lnTo>
                  <a:lnTo>
                    <a:pt x="2931" y="14851"/>
                  </a:lnTo>
                  <a:lnTo>
                    <a:pt x="2931" y="21381"/>
                  </a:lnTo>
                  <a:lnTo>
                    <a:pt x="3994" y="21381"/>
                  </a:lnTo>
                  <a:lnTo>
                    <a:pt x="3994" y="15146"/>
                  </a:lnTo>
                  <a:lnTo>
                    <a:pt x="10789" y="16985"/>
                  </a:lnTo>
                  <a:lnTo>
                    <a:pt x="12864" y="16680"/>
                  </a:lnTo>
                  <a:lnTo>
                    <a:pt x="12864" y="15618"/>
                  </a:lnTo>
                  <a:lnTo>
                    <a:pt x="3994" y="13504"/>
                  </a:lnTo>
                  <a:lnTo>
                    <a:pt x="3994" y="532"/>
                  </a:lnTo>
                  <a:cubicBezTo>
                    <a:pt x="3994" y="178"/>
                    <a:pt x="3728" y="1"/>
                    <a:pt x="3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1">
              <a:extLst>
                <a:ext uri="{FF2B5EF4-FFF2-40B4-BE49-F238E27FC236}">
                  <a16:creationId xmlns:a16="http://schemas.microsoft.com/office/drawing/2014/main" id="{6F74DE43-D492-02F6-80BF-96DA51080E7A}"/>
                </a:ext>
              </a:extLst>
            </p:cNvPr>
            <p:cNvSpPr/>
            <p:nvPr/>
          </p:nvSpPr>
          <p:spPr>
            <a:xfrm>
              <a:off x="1538313" y="1257786"/>
              <a:ext cx="80699" cy="538066"/>
            </a:xfrm>
            <a:custGeom>
              <a:avLst/>
              <a:gdLst/>
              <a:ahLst/>
              <a:cxnLst/>
              <a:rect l="l" t="t" r="r" b="b"/>
              <a:pathLst>
                <a:path w="1456" h="9708" extrusionOk="0">
                  <a:moveTo>
                    <a:pt x="777" y="0"/>
                  </a:moveTo>
                  <a:cubicBezTo>
                    <a:pt x="344" y="0"/>
                    <a:pt x="0" y="345"/>
                    <a:pt x="0" y="777"/>
                  </a:cubicBezTo>
                  <a:lnTo>
                    <a:pt x="0" y="8930"/>
                  </a:lnTo>
                  <a:cubicBezTo>
                    <a:pt x="0" y="9363"/>
                    <a:pt x="344" y="9707"/>
                    <a:pt x="777" y="9707"/>
                  </a:cubicBezTo>
                  <a:lnTo>
                    <a:pt x="1456" y="970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1">
              <a:extLst>
                <a:ext uri="{FF2B5EF4-FFF2-40B4-BE49-F238E27FC236}">
                  <a16:creationId xmlns:a16="http://schemas.microsoft.com/office/drawing/2014/main" id="{9126DEEF-E9AB-1510-E7ED-CAC0B024B981}"/>
                </a:ext>
              </a:extLst>
            </p:cNvPr>
            <p:cNvSpPr/>
            <p:nvPr/>
          </p:nvSpPr>
          <p:spPr>
            <a:xfrm>
              <a:off x="1483774" y="1876996"/>
              <a:ext cx="714650" cy="175586"/>
            </a:xfrm>
            <a:custGeom>
              <a:avLst/>
              <a:gdLst/>
              <a:ahLst/>
              <a:cxnLst/>
              <a:rect l="l" t="t" r="r" b="b"/>
              <a:pathLst>
                <a:path w="12894" h="3168" extrusionOk="0">
                  <a:moveTo>
                    <a:pt x="1427" y="1"/>
                  </a:moveTo>
                  <a:lnTo>
                    <a:pt x="1" y="138"/>
                  </a:lnTo>
                  <a:lnTo>
                    <a:pt x="11025" y="3167"/>
                  </a:lnTo>
                  <a:lnTo>
                    <a:pt x="12894" y="295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1">
              <a:extLst>
                <a:ext uri="{FF2B5EF4-FFF2-40B4-BE49-F238E27FC236}">
                  <a16:creationId xmlns:a16="http://schemas.microsoft.com/office/drawing/2014/main" id="{C1FB4A6B-3AC0-08DA-D23C-72C43DD63C85}"/>
                </a:ext>
              </a:extLst>
            </p:cNvPr>
            <p:cNvSpPr/>
            <p:nvPr/>
          </p:nvSpPr>
          <p:spPr>
            <a:xfrm>
              <a:off x="1618956" y="2356700"/>
              <a:ext cx="1726378" cy="1725768"/>
            </a:xfrm>
            <a:custGeom>
              <a:avLst/>
              <a:gdLst/>
              <a:ahLst/>
              <a:cxnLst/>
              <a:rect l="l" t="t" r="r" b="b"/>
              <a:pathLst>
                <a:path w="31148" h="31137" extrusionOk="0">
                  <a:moveTo>
                    <a:pt x="29210" y="3796"/>
                  </a:moveTo>
                  <a:lnTo>
                    <a:pt x="18913" y="20152"/>
                  </a:lnTo>
                  <a:lnTo>
                    <a:pt x="8055" y="4052"/>
                  </a:lnTo>
                  <a:lnTo>
                    <a:pt x="29210" y="3796"/>
                  </a:lnTo>
                  <a:close/>
                  <a:moveTo>
                    <a:pt x="1328" y="1711"/>
                  </a:moveTo>
                  <a:lnTo>
                    <a:pt x="6934" y="4052"/>
                  </a:lnTo>
                  <a:lnTo>
                    <a:pt x="7436" y="4052"/>
                  </a:lnTo>
                  <a:lnTo>
                    <a:pt x="18608" y="20643"/>
                  </a:lnTo>
                  <a:lnTo>
                    <a:pt x="16415" y="24105"/>
                  </a:lnTo>
                  <a:lnTo>
                    <a:pt x="1328" y="1711"/>
                  </a:lnTo>
                  <a:close/>
                  <a:moveTo>
                    <a:pt x="1" y="0"/>
                  </a:moveTo>
                  <a:lnTo>
                    <a:pt x="1" y="1161"/>
                  </a:lnTo>
                  <a:lnTo>
                    <a:pt x="443" y="1348"/>
                  </a:lnTo>
                  <a:lnTo>
                    <a:pt x="16110" y="24587"/>
                  </a:lnTo>
                  <a:lnTo>
                    <a:pt x="12156" y="30862"/>
                  </a:lnTo>
                  <a:lnTo>
                    <a:pt x="12599" y="31137"/>
                  </a:lnTo>
                  <a:lnTo>
                    <a:pt x="16435" y="25059"/>
                  </a:lnTo>
                  <a:lnTo>
                    <a:pt x="18618" y="28295"/>
                  </a:lnTo>
                  <a:lnTo>
                    <a:pt x="19051" y="28009"/>
                  </a:lnTo>
                  <a:lnTo>
                    <a:pt x="16739" y="24577"/>
                  </a:lnTo>
                  <a:lnTo>
                    <a:pt x="18923" y="21105"/>
                  </a:lnTo>
                  <a:lnTo>
                    <a:pt x="25394" y="30704"/>
                  </a:lnTo>
                  <a:lnTo>
                    <a:pt x="25827" y="30419"/>
                  </a:lnTo>
                  <a:lnTo>
                    <a:pt x="19228" y="20624"/>
                  </a:lnTo>
                  <a:lnTo>
                    <a:pt x="29830" y="3787"/>
                  </a:lnTo>
                  <a:lnTo>
                    <a:pt x="31147" y="3767"/>
                  </a:lnTo>
                  <a:lnTo>
                    <a:pt x="31059" y="26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1">
              <a:extLst>
                <a:ext uri="{FF2B5EF4-FFF2-40B4-BE49-F238E27FC236}">
                  <a16:creationId xmlns:a16="http://schemas.microsoft.com/office/drawing/2014/main" id="{55BFFAC5-97E4-527A-9600-500E2A417308}"/>
                </a:ext>
              </a:extLst>
            </p:cNvPr>
            <p:cNvSpPr/>
            <p:nvPr/>
          </p:nvSpPr>
          <p:spPr>
            <a:xfrm>
              <a:off x="1618956" y="2346890"/>
              <a:ext cx="1721445" cy="161952"/>
            </a:xfrm>
            <a:custGeom>
              <a:avLst/>
              <a:gdLst/>
              <a:ahLst/>
              <a:cxnLst/>
              <a:rect l="l" t="t" r="r" b="b"/>
              <a:pathLst>
                <a:path w="31059" h="2922" extrusionOk="0">
                  <a:moveTo>
                    <a:pt x="20988" y="0"/>
                  </a:moveTo>
                  <a:lnTo>
                    <a:pt x="1" y="177"/>
                  </a:lnTo>
                  <a:lnTo>
                    <a:pt x="6924" y="2921"/>
                  </a:lnTo>
                  <a:lnTo>
                    <a:pt x="31059" y="2833"/>
                  </a:lnTo>
                  <a:lnTo>
                    <a:pt x="20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1">
              <a:extLst>
                <a:ext uri="{FF2B5EF4-FFF2-40B4-BE49-F238E27FC236}">
                  <a16:creationId xmlns:a16="http://schemas.microsoft.com/office/drawing/2014/main" id="{0961CCAF-BD54-D2A0-C380-FF1077E72E72}"/>
                </a:ext>
              </a:extLst>
            </p:cNvPr>
            <p:cNvSpPr/>
            <p:nvPr/>
          </p:nvSpPr>
          <p:spPr>
            <a:xfrm>
              <a:off x="2600151" y="1892237"/>
              <a:ext cx="820955" cy="188112"/>
            </a:xfrm>
            <a:custGeom>
              <a:avLst/>
              <a:gdLst/>
              <a:ahLst/>
              <a:cxnLst/>
              <a:rect l="l" t="t" r="r" b="b"/>
              <a:pathLst>
                <a:path w="14812" h="3394" extrusionOk="0">
                  <a:moveTo>
                    <a:pt x="1633" y="1"/>
                  </a:moveTo>
                  <a:lnTo>
                    <a:pt x="0" y="158"/>
                  </a:lnTo>
                  <a:lnTo>
                    <a:pt x="12717" y="3374"/>
                  </a:lnTo>
                  <a:lnTo>
                    <a:pt x="14811" y="3394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1">
              <a:extLst>
                <a:ext uri="{FF2B5EF4-FFF2-40B4-BE49-F238E27FC236}">
                  <a16:creationId xmlns:a16="http://schemas.microsoft.com/office/drawing/2014/main" id="{156FE012-2C87-7823-9D71-28BD8FDBED26}"/>
                </a:ext>
              </a:extLst>
            </p:cNvPr>
            <p:cNvSpPr/>
            <p:nvPr/>
          </p:nvSpPr>
          <p:spPr>
            <a:xfrm>
              <a:off x="1568242" y="1257786"/>
              <a:ext cx="1289795" cy="538066"/>
            </a:xfrm>
            <a:custGeom>
              <a:avLst/>
              <a:gdLst/>
              <a:ahLst/>
              <a:cxnLst/>
              <a:rect l="l" t="t" r="r" b="b"/>
              <a:pathLst>
                <a:path w="23271" h="9708" extrusionOk="0">
                  <a:moveTo>
                    <a:pt x="1073" y="0"/>
                  </a:moveTo>
                  <a:cubicBezTo>
                    <a:pt x="965" y="0"/>
                    <a:pt x="866" y="30"/>
                    <a:pt x="778" y="79"/>
                  </a:cubicBezTo>
                  <a:cubicBezTo>
                    <a:pt x="296" y="354"/>
                    <a:pt x="1" y="876"/>
                    <a:pt x="1" y="1426"/>
                  </a:cubicBezTo>
                  <a:lnTo>
                    <a:pt x="30" y="8684"/>
                  </a:lnTo>
                  <a:cubicBezTo>
                    <a:pt x="30" y="8852"/>
                    <a:pt x="99" y="9009"/>
                    <a:pt x="227" y="9117"/>
                  </a:cubicBezTo>
                  <a:lnTo>
                    <a:pt x="719" y="9560"/>
                  </a:lnTo>
                  <a:cubicBezTo>
                    <a:pt x="827" y="9658"/>
                    <a:pt x="965" y="9707"/>
                    <a:pt x="1112" y="9707"/>
                  </a:cubicBezTo>
                  <a:lnTo>
                    <a:pt x="22680" y="9707"/>
                  </a:lnTo>
                  <a:cubicBezTo>
                    <a:pt x="23014" y="9707"/>
                    <a:pt x="23270" y="9442"/>
                    <a:pt x="23270" y="9117"/>
                  </a:cubicBezTo>
                  <a:lnTo>
                    <a:pt x="23270" y="590"/>
                  </a:lnTo>
                  <a:cubicBezTo>
                    <a:pt x="23270" y="266"/>
                    <a:pt x="23005" y="0"/>
                    <a:pt x="22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1">
              <a:extLst>
                <a:ext uri="{FF2B5EF4-FFF2-40B4-BE49-F238E27FC236}">
                  <a16:creationId xmlns:a16="http://schemas.microsoft.com/office/drawing/2014/main" id="{5C8F4D56-8860-5D07-9CFD-0CBD1CFCE5D5}"/>
                </a:ext>
              </a:extLst>
            </p:cNvPr>
            <p:cNvSpPr/>
            <p:nvPr/>
          </p:nvSpPr>
          <p:spPr>
            <a:xfrm>
              <a:off x="3040007" y="2722451"/>
              <a:ext cx="575699" cy="1311078"/>
            </a:xfrm>
            <a:custGeom>
              <a:avLst/>
              <a:gdLst/>
              <a:ahLst/>
              <a:cxnLst/>
              <a:rect l="l" t="t" r="r" b="b"/>
              <a:pathLst>
                <a:path w="10387" h="23655" extrusionOk="0">
                  <a:moveTo>
                    <a:pt x="4171" y="0"/>
                  </a:moveTo>
                  <a:lnTo>
                    <a:pt x="1" y="22010"/>
                  </a:lnTo>
                  <a:cubicBezTo>
                    <a:pt x="1978" y="23220"/>
                    <a:pt x="3856" y="23623"/>
                    <a:pt x="5479" y="23653"/>
                  </a:cubicBezTo>
                  <a:cubicBezTo>
                    <a:pt x="5550" y="23654"/>
                    <a:pt x="5621" y="23655"/>
                    <a:pt x="5691" y="23655"/>
                  </a:cubicBezTo>
                  <a:cubicBezTo>
                    <a:pt x="8468" y="23655"/>
                    <a:pt x="10386" y="22541"/>
                    <a:pt x="10386" y="22541"/>
                  </a:cubicBezTo>
                  <a:lnTo>
                    <a:pt x="64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1">
              <a:extLst>
                <a:ext uri="{FF2B5EF4-FFF2-40B4-BE49-F238E27FC236}">
                  <a16:creationId xmlns:a16="http://schemas.microsoft.com/office/drawing/2014/main" id="{E736D6EF-8A0F-A211-D36A-8096FAED4605}"/>
                </a:ext>
              </a:extLst>
            </p:cNvPr>
            <p:cNvSpPr/>
            <p:nvPr/>
          </p:nvSpPr>
          <p:spPr>
            <a:xfrm>
              <a:off x="3040007" y="2722451"/>
              <a:ext cx="303674" cy="1310968"/>
            </a:xfrm>
            <a:custGeom>
              <a:avLst/>
              <a:gdLst/>
              <a:ahLst/>
              <a:cxnLst/>
              <a:rect l="l" t="t" r="r" b="b"/>
              <a:pathLst>
                <a:path w="5479" h="23653" extrusionOk="0">
                  <a:moveTo>
                    <a:pt x="4171" y="0"/>
                  </a:moveTo>
                  <a:lnTo>
                    <a:pt x="1" y="22010"/>
                  </a:lnTo>
                  <a:cubicBezTo>
                    <a:pt x="1978" y="23210"/>
                    <a:pt x="3856" y="23623"/>
                    <a:pt x="5479" y="23653"/>
                  </a:cubicBezTo>
                  <a:lnTo>
                    <a:pt x="4967" y="69"/>
                  </a:lnTo>
                  <a:lnTo>
                    <a:pt x="4967" y="0"/>
                  </a:ln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E6FE6B16-D6EA-D273-5B61-C6CDCAAD69C3}"/>
                </a:ext>
              </a:extLst>
            </p:cNvPr>
            <p:cNvSpPr/>
            <p:nvPr/>
          </p:nvSpPr>
          <p:spPr>
            <a:xfrm>
              <a:off x="3036238" y="3180318"/>
              <a:ext cx="181018" cy="351616"/>
            </a:xfrm>
            <a:custGeom>
              <a:avLst/>
              <a:gdLst/>
              <a:ahLst/>
              <a:cxnLst/>
              <a:rect l="l" t="t" r="r" b="b"/>
              <a:pathLst>
                <a:path w="3266" h="6344" fill="none" extrusionOk="0">
                  <a:moveTo>
                    <a:pt x="3265" y="0"/>
                  </a:moveTo>
                  <a:lnTo>
                    <a:pt x="2370" y="10"/>
                  </a:lnTo>
                  <a:cubicBezTo>
                    <a:pt x="1308" y="30"/>
                    <a:pt x="433" y="836"/>
                    <a:pt x="325" y="1889"/>
                  </a:cubicBezTo>
                  <a:lnTo>
                    <a:pt x="108" y="3993"/>
                  </a:lnTo>
                  <a:cubicBezTo>
                    <a:pt x="0" y="5154"/>
                    <a:pt x="856" y="6186"/>
                    <a:pt x="2026" y="6285"/>
                  </a:cubicBezTo>
                  <a:lnTo>
                    <a:pt x="2734" y="6344"/>
                  </a:ln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1">
              <a:extLst>
                <a:ext uri="{FF2B5EF4-FFF2-40B4-BE49-F238E27FC236}">
                  <a16:creationId xmlns:a16="http://schemas.microsoft.com/office/drawing/2014/main" id="{FAA4D4C0-01AB-B5F0-73B9-9532FD4013A2}"/>
                </a:ext>
              </a:extLst>
            </p:cNvPr>
            <p:cNvSpPr/>
            <p:nvPr/>
          </p:nvSpPr>
          <p:spPr>
            <a:xfrm>
              <a:off x="3047655" y="3895469"/>
              <a:ext cx="555525" cy="84024"/>
            </a:xfrm>
            <a:custGeom>
              <a:avLst/>
              <a:gdLst/>
              <a:ahLst/>
              <a:cxnLst/>
              <a:rect l="l" t="t" r="r" b="b"/>
              <a:pathLst>
                <a:path w="10023" h="1516" fill="none" extrusionOk="0">
                  <a:moveTo>
                    <a:pt x="1" y="1"/>
                  </a:moveTo>
                  <a:cubicBezTo>
                    <a:pt x="1" y="1"/>
                    <a:pt x="2440" y="1515"/>
                    <a:pt x="5282" y="1515"/>
                  </a:cubicBezTo>
                  <a:cubicBezTo>
                    <a:pt x="8075" y="1515"/>
                    <a:pt x="10022" y="443"/>
                    <a:pt x="10022" y="443"/>
                  </a:cubicBez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1">
              <a:extLst>
                <a:ext uri="{FF2B5EF4-FFF2-40B4-BE49-F238E27FC236}">
                  <a16:creationId xmlns:a16="http://schemas.microsoft.com/office/drawing/2014/main" id="{54CAB7EB-89D5-14A9-718C-A1AB7B6FFDF6}"/>
                </a:ext>
              </a:extLst>
            </p:cNvPr>
            <p:cNvSpPr/>
            <p:nvPr/>
          </p:nvSpPr>
          <p:spPr>
            <a:xfrm>
              <a:off x="3432030" y="3475180"/>
              <a:ext cx="95386" cy="226855"/>
            </a:xfrm>
            <a:custGeom>
              <a:avLst/>
              <a:gdLst/>
              <a:ahLst/>
              <a:cxnLst/>
              <a:rect l="l" t="t" r="r" b="b"/>
              <a:pathLst>
                <a:path w="1721" h="4093" extrusionOk="0">
                  <a:moveTo>
                    <a:pt x="694" y="0"/>
                  </a:moveTo>
                  <a:cubicBezTo>
                    <a:pt x="306" y="0"/>
                    <a:pt x="0" y="337"/>
                    <a:pt x="38" y="729"/>
                  </a:cubicBezTo>
                  <a:lnTo>
                    <a:pt x="304" y="3492"/>
                  </a:lnTo>
                  <a:cubicBezTo>
                    <a:pt x="334" y="3827"/>
                    <a:pt x="619" y="4092"/>
                    <a:pt x="963" y="4092"/>
                  </a:cubicBezTo>
                  <a:lnTo>
                    <a:pt x="1012" y="4092"/>
                  </a:lnTo>
                  <a:cubicBezTo>
                    <a:pt x="1406" y="4092"/>
                    <a:pt x="1720" y="3748"/>
                    <a:pt x="1671" y="3355"/>
                  </a:cubicBezTo>
                  <a:lnTo>
                    <a:pt x="1356" y="591"/>
                  </a:lnTo>
                  <a:cubicBezTo>
                    <a:pt x="1317" y="267"/>
                    <a:pt x="1051" y="21"/>
                    <a:pt x="727" y="1"/>
                  </a:cubicBezTo>
                  <a:cubicBezTo>
                    <a:pt x="716" y="0"/>
                    <a:pt x="705" y="0"/>
                    <a:pt x="694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1">
              <a:extLst>
                <a:ext uri="{FF2B5EF4-FFF2-40B4-BE49-F238E27FC236}">
                  <a16:creationId xmlns:a16="http://schemas.microsoft.com/office/drawing/2014/main" id="{52D3D463-3195-2EEF-46AC-861EF684D562}"/>
                </a:ext>
              </a:extLst>
            </p:cNvPr>
            <p:cNvSpPr/>
            <p:nvPr/>
          </p:nvSpPr>
          <p:spPr>
            <a:xfrm>
              <a:off x="3421056" y="3305413"/>
              <a:ext cx="72995" cy="125759"/>
            </a:xfrm>
            <a:custGeom>
              <a:avLst/>
              <a:gdLst/>
              <a:ahLst/>
              <a:cxnLst/>
              <a:rect l="l" t="t" r="r" b="b"/>
              <a:pathLst>
                <a:path w="1317" h="2269" extrusionOk="0">
                  <a:moveTo>
                    <a:pt x="574" y="1"/>
                  </a:moveTo>
                  <a:cubicBezTo>
                    <a:pt x="550" y="1"/>
                    <a:pt x="526" y="2"/>
                    <a:pt x="502" y="5"/>
                  </a:cubicBezTo>
                  <a:cubicBezTo>
                    <a:pt x="207" y="45"/>
                    <a:pt x="0" y="291"/>
                    <a:pt x="10" y="576"/>
                  </a:cubicBezTo>
                  <a:lnTo>
                    <a:pt x="20" y="1707"/>
                  </a:lnTo>
                  <a:cubicBezTo>
                    <a:pt x="30" y="2002"/>
                    <a:pt x="266" y="2248"/>
                    <a:pt x="561" y="2258"/>
                  </a:cubicBezTo>
                  <a:lnTo>
                    <a:pt x="679" y="2267"/>
                  </a:lnTo>
                  <a:cubicBezTo>
                    <a:pt x="690" y="2268"/>
                    <a:pt x="701" y="2268"/>
                    <a:pt x="711" y="2268"/>
                  </a:cubicBezTo>
                  <a:cubicBezTo>
                    <a:pt x="1050" y="2268"/>
                    <a:pt x="1317" y="1971"/>
                    <a:pt x="1269" y="1628"/>
                  </a:cubicBezTo>
                  <a:lnTo>
                    <a:pt x="1131" y="497"/>
                  </a:lnTo>
                  <a:cubicBezTo>
                    <a:pt x="1095" y="207"/>
                    <a:pt x="850" y="1"/>
                    <a:pt x="574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1">
              <a:extLst>
                <a:ext uri="{FF2B5EF4-FFF2-40B4-BE49-F238E27FC236}">
                  <a16:creationId xmlns:a16="http://schemas.microsoft.com/office/drawing/2014/main" id="{17918E50-0239-983F-02C2-1DD07E3E8C70}"/>
                </a:ext>
              </a:extLst>
            </p:cNvPr>
            <p:cNvSpPr/>
            <p:nvPr/>
          </p:nvSpPr>
          <p:spPr>
            <a:xfrm>
              <a:off x="1542081" y="3202100"/>
              <a:ext cx="1055902" cy="902208"/>
            </a:xfrm>
            <a:custGeom>
              <a:avLst/>
              <a:gdLst/>
              <a:ahLst/>
              <a:cxnLst/>
              <a:rect l="l" t="t" r="r" b="b"/>
              <a:pathLst>
                <a:path w="19051" h="16278" extrusionOk="0">
                  <a:moveTo>
                    <a:pt x="1" y="1"/>
                  </a:moveTo>
                  <a:lnTo>
                    <a:pt x="1368" y="15195"/>
                  </a:lnTo>
                  <a:lnTo>
                    <a:pt x="5046" y="15835"/>
                  </a:lnTo>
                  <a:lnTo>
                    <a:pt x="18166" y="16277"/>
                  </a:lnTo>
                  <a:lnTo>
                    <a:pt x="19051" y="630"/>
                  </a:lnTo>
                  <a:lnTo>
                    <a:pt x="11763" y="2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1">
              <a:extLst>
                <a:ext uri="{FF2B5EF4-FFF2-40B4-BE49-F238E27FC236}">
                  <a16:creationId xmlns:a16="http://schemas.microsoft.com/office/drawing/2014/main" id="{546B802A-41B5-4A6C-C067-98D6FF950D78}"/>
                </a:ext>
              </a:extLst>
            </p:cNvPr>
            <p:cNvSpPr/>
            <p:nvPr/>
          </p:nvSpPr>
          <p:spPr>
            <a:xfrm>
              <a:off x="1460329" y="2821108"/>
              <a:ext cx="1027025" cy="375061"/>
            </a:xfrm>
            <a:custGeom>
              <a:avLst/>
              <a:gdLst/>
              <a:ahLst/>
              <a:cxnLst/>
              <a:rect l="l" t="t" r="r" b="b"/>
              <a:pathLst>
                <a:path w="18530" h="6767" extrusionOk="0">
                  <a:moveTo>
                    <a:pt x="18156" y="0"/>
                  </a:moveTo>
                  <a:lnTo>
                    <a:pt x="1643" y="4446"/>
                  </a:lnTo>
                  <a:lnTo>
                    <a:pt x="1" y="5183"/>
                  </a:lnTo>
                  <a:lnTo>
                    <a:pt x="355" y="6767"/>
                  </a:lnTo>
                  <a:lnTo>
                    <a:pt x="18529" y="1702"/>
                  </a:lnTo>
                  <a:lnTo>
                    <a:pt x="18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1">
              <a:extLst>
                <a:ext uri="{FF2B5EF4-FFF2-40B4-BE49-F238E27FC236}">
                  <a16:creationId xmlns:a16="http://schemas.microsoft.com/office/drawing/2014/main" id="{268CA2EE-9360-7079-423E-A38695C6A751}"/>
                </a:ext>
              </a:extLst>
            </p:cNvPr>
            <p:cNvSpPr/>
            <p:nvPr/>
          </p:nvSpPr>
          <p:spPr>
            <a:xfrm>
              <a:off x="1393043" y="2849468"/>
              <a:ext cx="1057010" cy="357048"/>
            </a:xfrm>
            <a:custGeom>
              <a:avLst/>
              <a:gdLst/>
              <a:ahLst/>
              <a:cxnLst/>
              <a:rect l="l" t="t" r="r" b="b"/>
              <a:pathLst>
                <a:path w="19071" h="6442" extrusionOk="0">
                  <a:moveTo>
                    <a:pt x="17162" y="0"/>
                  </a:moveTo>
                  <a:lnTo>
                    <a:pt x="15363" y="472"/>
                  </a:lnTo>
                  <a:lnTo>
                    <a:pt x="14133" y="1151"/>
                  </a:lnTo>
                  <a:lnTo>
                    <a:pt x="13278" y="1033"/>
                  </a:lnTo>
                  <a:lnTo>
                    <a:pt x="11399" y="1525"/>
                  </a:lnTo>
                  <a:lnTo>
                    <a:pt x="10091" y="2262"/>
                  </a:lnTo>
                  <a:lnTo>
                    <a:pt x="9304" y="2075"/>
                  </a:lnTo>
                  <a:lnTo>
                    <a:pt x="7613" y="2518"/>
                  </a:lnTo>
                  <a:lnTo>
                    <a:pt x="6216" y="3256"/>
                  </a:lnTo>
                  <a:lnTo>
                    <a:pt x="5518" y="3069"/>
                  </a:lnTo>
                  <a:lnTo>
                    <a:pt x="89" y="4505"/>
                  </a:lnTo>
                  <a:lnTo>
                    <a:pt x="1" y="6147"/>
                  </a:lnTo>
                  <a:lnTo>
                    <a:pt x="905" y="6442"/>
                  </a:lnTo>
                  <a:lnTo>
                    <a:pt x="4171" y="5518"/>
                  </a:lnTo>
                  <a:lnTo>
                    <a:pt x="5626" y="4839"/>
                  </a:lnTo>
                  <a:lnTo>
                    <a:pt x="6305" y="4918"/>
                  </a:lnTo>
                  <a:lnTo>
                    <a:pt x="7996" y="4446"/>
                  </a:lnTo>
                  <a:lnTo>
                    <a:pt x="9472" y="3816"/>
                  </a:lnTo>
                  <a:lnTo>
                    <a:pt x="10131" y="3846"/>
                  </a:lnTo>
                  <a:lnTo>
                    <a:pt x="12009" y="3315"/>
                  </a:lnTo>
                  <a:lnTo>
                    <a:pt x="13710" y="2272"/>
                  </a:lnTo>
                  <a:lnTo>
                    <a:pt x="14143" y="2715"/>
                  </a:lnTo>
                  <a:lnTo>
                    <a:pt x="15943" y="2213"/>
                  </a:lnTo>
                  <a:lnTo>
                    <a:pt x="17231" y="1426"/>
                  </a:lnTo>
                  <a:lnTo>
                    <a:pt x="18077" y="1603"/>
                  </a:lnTo>
                  <a:lnTo>
                    <a:pt x="19070" y="1328"/>
                  </a:lnTo>
                  <a:lnTo>
                    <a:pt x="18815" y="256"/>
                  </a:lnTo>
                  <a:lnTo>
                    <a:pt x="17792" y="590"/>
                  </a:lnTo>
                  <a:lnTo>
                    <a:pt x="171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1">
              <a:extLst>
                <a:ext uri="{FF2B5EF4-FFF2-40B4-BE49-F238E27FC236}">
                  <a16:creationId xmlns:a16="http://schemas.microsoft.com/office/drawing/2014/main" id="{0FE578B1-BB9D-6D0D-93EE-A3487A7177EE}"/>
                </a:ext>
              </a:extLst>
            </p:cNvPr>
            <p:cNvSpPr/>
            <p:nvPr/>
          </p:nvSpPr>
          <p:spPr>
            <a:xfrm>
              <a:off x="1336343" y="3181963"/>
              <a:ext cx="1197623" cy="922327"/>
            </a:xfrm>
            <a:custGeom>
              <a:avLst/>
              <a:gdLst/>
              <a:ahLst/>
              <a:cxnLst/>
              <a:rect l="l" t="t" r="r" b="b"/>
              <a:pathLst>
                <a:path w="21608" h="16641" extrusionOk="0">
                  <a:moveTo>
                    <a:pt x="1034" y="0"/>
                  </a:moveTo>
                  <a:lnTo>
                    <a:pt x="1" y="15815"/>
                  </a:lnTo>
                  <a:lnTo>
                    <a:pt x="20841" y="16641"/>
                  </a:lnTo>
                  <a:lnTo>
                    <a:pt x="21460" y="5036"/>
                  </a:lnTo>
                  <a:lnTo>
                    <a:pt x="21510" y="4013"/>
                  </a:lnTo>
                  <a:lnTo>
                    <a:pt x="21608" y="2312"/>
                  </a:lnTo>
                  <a:lnTo>
                    <a:pt x="21401" y="1299"/>
                  </a:lnTo>
                  <a:lnTo>
                    <a:pt x="20251" y="817"/>
                  </a:lnTo>
                  <a:lnTo>
                    <a:pt x="18559" y="748"/>
                  </a:lnTo>
                  <a:lnTo>
                    <a:pt x="18195" y="1466"/>
                  </a:lnTo>
                  <a:lnTo>
                    <a:pt x="16533" y="659"/>
                  </a:lnTo>
                  <a:lnTo>
                    <a:pt x="14851" y="591"/>
                  </a:lnTo>
                  <a:lnTo>
                    <a:pt x="14517" y="1240"/>
                  </a:lnTo>
                  <a:lnTo>
                    <a:pt x="12835" y="502"/>
                  </a:lnTo>
                  <a:lnTo>
                    <a:pt x="10888" y="414"/>
                  </a:lnTo>
                  <a:lnTo>
                    <a:pt x="10711" y="1348"/>
                  </a:lnTo>
                  <a:lnTo>
                    <a:pt x="8872" y="335"/>
                  </a:lnTo>
                  <a:lnTo>
                    <a:pt x="7023" y="256"/>
                  </a:lnTo>
                  <a:lnTo>
                    <a:pt x="6393" y="777"/>
                  </a:lnTo>
                  <a:lnTo>
                    <a:pt x="4997" y="168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1">
              <a:extLst>
                <a:ext uri="{FF2B5EF4-FFF2-40B4-BE49-F238E27FC236}">
                  <a16:creationId xmlns:a16="http://schemas.microsoft.com/office/drawing/2014/main" id="{DF74699E-5AD5-48B0-0331-A9B509E6D786}"/>
                </a:ext>
              </a:extLst>
            </p:cNvPr>
            <p:cNvSpPr/>
            <p:nvPr/>
          </p:nvSpPr>
          <p:spPr>
            <a:xfrm>
              <a:off x="1587996" y="3693236"/>
              <a:ext cx="60469" cy="61189"/>
            </a:xfrm>
            <a:custGeom>
              <a:avLst/>
              <a:gdLst/>
              <a:ahLst/>
              <a:cxnLst/>
              <a:rect l="l" t="t" r="r" b="b"/>
              <a:pathLst>
                <a:path w="1091" h="1104" extrusionOk="0">
                  <a:moveTo>
                    <a:pt x="158" y="109"/>
                  </a:moveTo>
                  <a:lnTo>
                    <a:pt x="483" y="119"/>
                  </a:lnTo>
                  <a:cubicBezTo>
                    <a:pt x="489" y="118"/>
                    <a:pt x="495" y="118"/>
                    <a:pt x="501" y="118"/>
                  </a:cubicBezTo>
                  <a:cubicBezTo>
                    <a:pt x="1090" y="118"/>
                    <a:pt x="1069" y="1007"/>
                    <a:pt x="506" y="1007"/>
                  </a:cubicBezTo>
                  <a:cubicBezTo>
                    <a:pt x="486" y="1007"/>
                    <a:pt x="465" y="1006"/>
                    <a:pt x="443" y="1004"/>
                  </a:cubicBezTo>
                  <a:lnTo>
                    <a:pt x="119" y="994"/>
                  </a:lnTo>
                  <a:lnTo>
                    <a:pt x="158" y="109"/>
                  </a:lnTo>
                  <a:close/>
                  <a:moveTo>
                    <a:pt x="50" y="1"/>
                  </a:moveTo>
                  <a:lnTo>
                    <a:pt x="1" y="1082"/>
                  </a:lnTo>
                  <a:lnTo>
                    <a:pt x="443" y="1102"/>
                  </a:lnTo>
                  <a:cubicBezTo>
                    <a:pt x="458" y="1103"/>
                    <a:pt x="473" y="1103"/>
                    <a:pt x="487" y="1103"/>
                  </a:cubicBezTo>
                  <a:cubicBezTo>
                    <a:pt x="817" y="1103"/>
                    <a:pt x="1034" y="892"/>
                    <a:pt x="1053" y="591"/>
                  </a:cubicBezTo>
                  <a:cubicBezTo>
                    <a:pt x="1063" y="266"/>
                    <a:pt x="837" y="30"/>
                    <a:pt x="492" y="20"/>
                  </a:cubicBezTo>
                  <a:lnTo>
                    <a:pt x="5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1">
              <a:extLst>
                <a:ext uri="{FF2B5EF4-FFF2-40B4-BE49-F238E27FC236}">
                  <a16:creationId xmlns:a16="http://schemas.microsoft.com/office/drawing/2014/main" id="{9F8D574F-9E74-1AD9-A08E-C92D706A1BE1}"/>
                </a:ext>
              </a:extLst>
            </p:cNvPr>
            <p:cNvSpPr/>
            <p:nvPr/>
          </p:nvSpPr>
          <p:spPr>
            <a:xfrm>
              <a:off x="1665425" y="3696506"/>
              <a:ext cx="9311" cy="60025"/>
            </a:xfrm>
            <a:custGeom>
              <a:avLst/>
              <a:gdLst/>
              <a:ahLst/>
              <a:cxnLst/>
              <a:rect l="l" t="t" r="r" b="b"/>
              <a:pathLst>
                <a:path w="168" h="1083" extrusionOk="0">
                  <a:moveTo>
                    <a:pt x="49" y="1"/>
                  </a:moveTo>
                  <a:lnTo>
                    <a:pt x="0" y="1082"/>
                  </a:lnTo>
                  <a:lnTo>
                    <a:pt x="118" y="108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1">
              <a:extLst>
                <a:ext uri="{FF2B5EF4-FFF2-40B4-BE49-F238E27FC236}">
                  <a16:creationId xmlns:a16="http://schemas.microsoft.com/office/drawing/2014/main" id="{27718A82-D6BA-E29F-20AE-121EFC5E7088}"/>
                </a:ext>
              </a:extLst>
            </p:cNvPr>
            <p:cNvSpPr/>
            <p:nvPr/>
          </p:nvSpPr>
          <p:spPr>
            <a:xfrm>
              <a:off x="1698126" y="3698169"/>
              <a:ext cx="49661" cy="62187"/>
            </a:xfrm>
            <a:custGeom>
              <a:avLst/>
              <a:gdLst/>
              <a:ahLst/>
              <a:cxnLst/>
              <a:rect l="l" t="t" r="r" b="b"/>
              <a:pathLst>
                <a:path w="896" h="1122" extrusionOk="0">
                  <a:moveTo>
                    <a:pt x="158" y="98"/>
                  </a:moveTo>
                  <a:lnTo>
                    <a:pt x="443" y="108"/>
                  </a:lnTo>
                  <a:cubicBezTo>
                    <a:pt x="659" y="118"/>
                    <a:pt x="777" y="226"/>
                    <a:pt x="767" y="393"/>
                  </a:cubicBezTo>
                  <a:cubicBezTo>
                    <a:pt x="758" y="556"/>
                    <a:pt x="659" y="652"/>
                    <a:pt x="476" y="652"/>
                  </a:cubicBezTo>
                  <a:cubicBezTo>
                    <a:pt x="459" y="652"/>
                    <a:pt x="442" y="651"/>
                    <a:pt x="423" y="649"/>
                  </a:cubicBezTo>
                  <a:lnTo>
                    <a:pt x="138" y="639"/>
                  </a:lnTo>
                  <a:lnTo>
                    <a:pt x="158" y="98"/>
                  </a:lnTo>
                  <a:close/>
                  <a:moveTo>
                    <a:pt x="49" y="0"/>
                  </a:moveTo>
                  <a:lnTo>
                    <a:pt x="0" y="1082"/>
                  </a:lnTo>
                  <a:lnTo>
                    <a:pt x="118" y="1082"/>
                  </a:lnTo>
                  <a:lnTo>
                    <a:pt x="128" y="738"/>
                  </a:lnTo>
                  <a:lnTo>
                    <a:pt x="423" y="747"/>
                  </a:lnTo>
                  <a:lnTo>
                    <a:pt x="512" y="747"/>
                  </a:lnTo>
                  <a:lnTo>
                    <a:pt x="748" y="1111"/>
                  </a:lnTo>
                  <a:lnTo>
                    <a:pt x="866" y="1121"/>
                  </a:lnTo>
                  <a:lnTo>
                    <a:pt x="620" y="738"/>
                  </a:lnTo>
                  <a:cubicBezTo>
                    <a:pt x="777" y="698"/>
                    <a:pt x="885" y="561"/>
                    <a:pt x="885" y="403"/>
                  </a:cubicBezTo>
                  <a:cubicBezTo>
                    <a:pt x="895" y="167"/>
                    <a:pt x="728" y="30"/>
                    <a:pt x="453" y="10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1">
              <a:extLst>
                <a:ext uri="{FF2B5EF4-FFF2-40B4-BE49-F238E27FC236}">
                  <a16:creationId xmlns:a16="http://schemas.microsoft.com/office/drawing/2014/main" id="{0538E299-519E-7A2B-CF2B-AF19C3FB3204}"/>
                </a:ext>
              </a:extLst>
            </p:cNvPr>
            <p:cNvSpPr/>
            <p:nvPr/>
          </p:nvSpPr>
          <p:spPr>
            <a:xfrm>
              <a:off x="1766798" y="3700330"/>
              <a:ext cx="43675" cy="62187"/>
            </a:xfrm>
            <a:custGeom>
              <a:avLst/>
              <a:gdLst/>
              <a:ahLst/>
              <a:cxnLst/>
              <a:rect l="l" t="t" r="r" b="b"/>
              <a:pathLst>
                <a:path w="788" h="1122" extrusionOk="0">
                  <a:moveTo>
                    <a:pt x="50" y="0"/>
                  </a:moveTo>
                  <a:lnTo>
                    <a:pt x="1" y="1092"/>
                  </a:lnTo>
                  <a:lnTo>
                    <a:pt x="768" y="1122"/>
                  </a:lnTo>
                  <a:lnTo>
                    <a:pt x="768" y="1023"/>
                  </a:lnTo>
                  <a:lnTo>
                    <a:pt x="119" y="994"/>
                  </a:lnTo>
                  <a:lnTo>
                    <a:pt x="138" y="590"/>
                  </a:lnTo>
                  <a:lnTo>
                    <a:pt x="699" y="610"/>
                  </a:lnTo>
                  <a:lnTo>
                    <a:pt x="699" y="522"/>
                  </a:lnTo>
                  <a:lnTo>
                    <a:pt x="138" y="492"/>
                  </a:lnTo>
                  <a:lnTo>
                    <a:pt x="158" y="109"/>
                  </a:lnTo>
                  <a:lnTo>
                    <a:pt x="787" y="138"/>
                  </a:lnTo>
                  <a:lnTo>
                    <a:pt x="787" y="4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1">
              <a:extLst>
                <a:ext uri="{FF2B5EF4-FFF2-40B4-BE49-F238E27FC236}">
                  <a16:creationId xmlns:a16="http://schemas.microsoft.com/office/drawing/2014/main" id="{B3A50414-E3FE-92B0-FD4C-EB9C46DDB4AE}"/>
                </a:ext>
              </a:extLst>
            </p:cNvPr>
            <p:cNvSpPr/>
            <p:nvPr/>
          </p:nvSpPr>
          <p:spPr>
            <a:xfrm>
              <a:off x="1823997" y="3703545"/>
              <a:ext cx="56755" cy="61245"/>
            </a:xfrm>
            <a:custGeom>
              <a:avLst/>
              <a:gdLst/>
              <a:ahLst/>
              <a:cxnLst/>
              <a:rect l="l" t="t" r="r" b="b"/>
              <a:pathLst>
                <a:path w="1024" h="1105" extrusionOk="0">
                  <a:moveTo>
                    <a:pt x="594" y="0"/>
                  </a:moveTo>
                  <a:cubicBezTo>
                    <a:pt x="296" y="0"/>
                    <a:pt x="50" y="230"/>
                    <a:pt x="41" y="532"/>
                  </a:cubicBezTo>
                  <a:cubicBezTo>
                    <a:pt x="21" y="847"/>
                    <a:pt x="277" y="1103"/>
                    <a:pt x="581" y="1103"/>
                  </a:cubicBezTo>
                  <a:cubicBezTo>
                    <a:pt x="595" y="1104"/>
                    <a:pt x="608" y="1104"/>
                    <a:pt x="620" y="1104"/>
                  </a:cubicBezTo>
                  <a:cubicBezTo>
                    <a:pt x="762" y="1104"/>
                    <a:pt x="885" y="1055"/>
                    <a:pt x="985" y="955"/>
                  </a:cubicBezTo>
                  <a:lnTo>
                    <a:pt x="916" y="887"/>
                  </a:lnTo>
                  <a:cubicBezTo>
                    <a:pt x="844" y="959"/>
                    <a:pt x="739" y="1006"/>
                    <a:pt x="624" y="1006"/>
                  </a:cubicBezTo>
                  <a:cubicBezTo>
                    <a:pt x="613" y="1006"/>
                    <a:pt x="602" y="1005"/>
                    <a:pt x="591" y="1005"/>
                  </a:cubicBezTo>
                  <a:cubicBezTo>
                    <a:pt x="1" y="985"/>
                    <a:pt x="30" y="109"/>
                    <a:pt x="602" y="109"/>
                  </a:cubicBezTo>
                  <a:cubicBezTo>
                    <a:pt x="611" y="109"/>
                    <a:pt x="621" y="109"/>
                    <a:pt x="631" y="110"/>
                  </a:cubicBezTo>
                  <a:cubicBezTo>
                    <a:pt x="749" y="110"/>
                    <a:pt x="867" y="159"/>
                    <a:pt x="945" y="247"/>
                  </a:cubicBezTo>
                  <a:lnTo>
                    <a:pt x="1024" y="178"/>
                  </a:lnTo>
                  <a:cubicBezTo>
                    <a:pt x="926" y="70"/>
                    <a:pt x="778" y="1"/>
                    <a:pt x="631" y="1"/>
                  </a:cubicBezTo>
                  <a:cubicBezTo>
                    <a:pt x="618" y="1"/>
                    <a:pt x="606" y="0"/>
                    <a:pt x="59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1">
              <a:extLst>
                <a:ext uri="{FF2B5EF4-FFF2-40B4-BE49-F238E27FC236}">
                  <a16:creationId xmlns:a16="http://schemas.microsoft.com/office/drawing/2014/main" id="{9FA0655F-76BB-A9E3-1200-F7D8DD4FFCA8}"/>
                </a:ext>
              </a:extLst>
            </p:cNvPr>
            <p:cNvSpPr/>
            <p:nvPr/>
          </p:nvSpPr>
          <p:spPr>
            <a:xfrm>
              <a:off x="1890563" y="3705762"/>
              <a:ext cx="48552" cy="61134"/>
            </a:xfrm>
            <a:custGeom>
              <a:avLst/>
              <a:gdLst/>
              <a:ahLst/>
              <a:cxnLst/>
              <a:rect l="l" t="t" r="r" b="b"/>
              <a:pathLst>
                <a:path w="876" h="1103" extrusionOk="0">
                  <a:moveTo>
                    <a:pt x="0" y="1"/>
                  </a:moveTo>
                  <a:lnTo>
                    <a:pt x="0" y="99"/>
                  </a:lnTo>
                  <a:lnTo>
                    <a:pt x="384" y="109"/>
                  </a:lnTo>
                  <a:lnTo>
                    <a:pt x="344" y="1102"/>
                  </a:lnTo>
                  <a:lnTo>
                    <a:pt x="452" y="1102"/>
                  </a:lnTo>
                  <a:lnTo>
                    <a:pt x="492" y="119"/>
                  </a:lnTo>
                  <a:lnTo>
                    <a:pt x="875" y="129"/>
                  </a:lnTo>
                  <a:lnTo>
                    <a:pt x="875" y="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1">
              <a:extLst>
                <a:ext uri="{FF2B5EF4-FFF2-40B4-BE49-F238E27FC236}">
                  <a16:creationId xmlns:a16="http://schemas.microsoft.com/office/drawing/2014/main" id="{89C24811-3604-8670-AFD0-B3BC194CA3EB}"/>
                </a:ext>
              </a:extLst>
            </p:cNvPr>
            <p:cNvSpPr/>
            <p:nvPr/>
          </p:nvSpPr>
          <p:spPr>
            <a:xfrm>
              <a:off x="1946654" y="3706704"/>
              <a:ext cx="75544" cy="63462"/>
            </a:xfrm>
            <a:custGeom>
              <a:avLst/>
              <a:gdLst/>
              <a:ahLst/>
              <a:cxnLst/>
              <a:rect l="l" t="t" r="r" b="b"/>
              <a:pathLst>
                <a:path w="1363" h="1145" extrusionOk="0">
                  <a:moveTo>
                    <a:pt x="605" y="128"/>
                  </a:moveTo>
                  <a:cubicBezTo>
                    <a:pt x="848" y="128"/>
                    <a:pt x="1077" y="323"/>
                    <a:pt x="1063" y="603"/>
                  </a:cubicBezTo>
                  <a:cubicBezTo>
                    <a:pt x="1054" y="847"/>
                    <a:pt x="857" y="1037"/>
                    <a:pt x="625" y="1037"/>
                  </a:cubicBezTo>
                  <a:cubicBezTo>
                    <a:pt x="614" y="1037"/>
                    <a:pt x="602" y="1037"/>
                    <a:pt x="591" y="1036"/>
                  </a:cubicBezTo>
                  <a:cubicBezTo>
                    <a:pt x="178" y="1026"/>
                    <a:pt x="1" y="525"/>
                    <a:pt x="296" y="249"/>
                  </a:cubicBezTo>
                  <a:cubicBezTo>
                    <a:pt x="389" y="165"/>
                    <a:pt x="498" y="128"/>
                    <a:pt x="605" y="128"/>
                  </a:cubicBezTo>
                  <a:close/>
                  <a:moveTo>
                    <a:pt x="611" y="0"/>
                  </a:moveTo>
                  <a:cubicBezTo>
                    <a:pt x="320" y="0"/>
                    <a:pt x="40" y="223"/>
                    <a:pt x="40" y="564"/>
                  </a:cubicBezTo>
                  <a:cubicBezTo>
                    <a:pt x="21" y="879"/>
                    <a:pt x="267" y="1144"/>
                    <a:pt x="581" y="1144"/>
                  </a:cubicBezTo>
                  <a:cubicBezTo>
                    <a:pt x="589" y="1145"/>
                    <a:pt x="597" y="1145"/>
                    <a:pt x="605" y="1145"/>
                  </a:cubicBezTo>
                  <a:cubicBezTo>
                    <a:pt x="1101" y="1145"/>
                    <a:pt x="1363" y="539"/>
                    <a:pt x="1024" y="180"/>
                  </a:cubicBezTo>
                  <a:cubicBezTo>
                    <a:pt x="906" y="56"/>
                    <a:pt x="757" y="0"/>
                    <a:pt x="611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1">
              <a:extLst>
                <a:ext uri="{FF2B5EF4-FFF2-40B4-BE49-F238E27FC236}">
                  <a16:creationId xmlns:a16="http://schemas.microsoft.com/office/drawing/2014/main" id="{A5E67F11-281F-86F9-914C-4BCEE222C5D0}"/>
                </a:ext>
              </a:extLst>
            </p:cNvPr>
            <p:cNvSpPr/>
            <p:nvPr/>
          </p:nvSpPr>
          <p:spPr>
            <a:xfrm>
              <a:off x="2031177" y="3711748"/>
              <a:ext cx="49661" cy="62242"/>
            </a:xfrm>
            <a:custGeom>
              <a:avLst/>
              <a:gdLst/>
              <a:ahLst/>
              <a:cxnLst/>
              <a:rect l="l" t="t" r="r" b="b"/>
              <a:pathLst>
                <a:path w="896" h="1123" extrusionOk="0">
                  <a:moveTo>
                    <a:pt x="158" y="99"/>
                  </a:moveTo>
                  <a:lnTo>
                    <a:pt x="443" y="109"/>
                  </a:lnTo>
                  <a:cubicBezTo>
                    <a:pt x="659" y="119"/>
                    <a:pt x="767" y="227"/>
                    <a:pt x="767" y="394"/>
                  </a:cubicBezTo>
                  <a:cubicBezTo>
                    <a:pt x="758" y="556"/>
                    <a:pt x="659" y="652"/>
                    <a:pt x="476" y="652"/>
                  </a:cubicBezTo>
                  <a:cubicBezTo>
                    <a:pt x="459" y="652"/>
                    <a:pt x="442" y="652"/>
                    <a:pt x="423" y="650"/>
                  </a:cubicBezTo>
                  <a:lnTo>
                    <a:pt x="138" y="640"/>
                  </a:lnTo>
                  <a:lnTo>
                    <a:pt x="158" y="99"/>
                  </a:lnTo>
                  <a:close/>
                  <a:moveTo>
                    <a:pt x="50" y="1"/>
                  </a:moveTo>
                  <a:lnTo>
                    <a:pt x="0" y="1083"/>
                  </a:lnTo>
                  <a:lnTo>
                    <a:pt x="118" y="1083"/>
                  </a:lnTo>
                  <a:lnTo>
                    <a:pt x="138" y="739"/>
                  </a:lnTo>
                  <a:lnTo>
                    <a:pt x="423" y="748"/>
                  </a:lnTo>
                  <a:lnTo>
                    <a:pt x="512" y="748"/>
                  </a:lnTo>
                  <a:lnTo>
                    <a:pt x="748" y="1112"/>
                  </a:lnTo>
                  <a:lnTo>
                    <a:pt x="866" y="1122"/>
                  </a:lnTo>
                  <a:lnTo>
                    <a:pt x="866" y="1122"/>
                  </a:lnTo>
                  <a:lnTo>
                    <a:pt x="620" y="739"/>
                  </a:lnTo>
                  <a:cubicBezTo>
                    <a:pt x="777" y="699"/>
                    <a:pt x="886" y="562"/>
                    <a:pt x="886" y="404"/>
                  </a:cubicBezTo>
                  <a:cubicBezTo>
                    <a:pt x="895" y="168"/>
                    <a:pt x="728" y="30"/>
                    <a:pt x="453" y="11"/>
                  </a:cubicBezTo>
                  <a:lnTo>
                    <a:pt x="5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1">
              <a:extLst>
                <a:ext uri="{FF2B5EF4-FFF2-40B4-BE49-F238E27FC236}">
                  <a16:creationId xmlns:a16="http://schemas.microsoft.com/office/drawing/2014/main" id="{29198F10-E62B-EEB4-0096-5F0B6C503A79}"/>
                </a:ext>
              </a:extLst>
            </p:cNvPr>
            <p:cNvSpPr/>
            <p:nvPr/>
          </p:nvSpPr>
          <p:spPr>
            <a:xfrm>
              <a:off x="1477788" y="3435939"/>
              <a:ext cx="933800" cy="32756"/>
            </a:xfrm>
            <a:custGeom>
              <a:avLst/>
              <a:gdLst/>
              <a:ahLst/>
              <a:cxnLst/>
              <a:rect l="l" t="t" r="r" b="b"/>
              <a:pathLst>
                <a:path w="16848" h="591" fill="none" extrusionOk="0">
                  <a:moveTo>
                    <a:pt x="0" y="1"/>
                  </a:moveTo>
                  <a:lnTo>
                    <a:pt x="16847" y="591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1">
              <a:extLst>
                <a:ext uri="{FF2B5EF4-FFF2-40B4-BE49-F238E27FC236}">
                  <a16:creationId xmlns:a16="http://schemas.microsoft.com/office/drawing/2014/main" id="{57073016-AB67-A3BF-3CB0-BA4D15FE13BD}"/>
                </a:ext>
              </a:extLst>
            </p:cNvPr>
            <p:cNvSpPr/>
            <p:nvPr/>
          </p:nvSpPr>
          <p:spPr>
            <a:xfrm>
              <a:off x="1475072" y="3614187"/>
              <a:ext cx="957245" cy="34973"/>
            </a:xfrm>
            <a:custGeom>
              <a:avLst/>
              <a:gdLst/>
              <a:ahLst/>
              <a:cxnLst/>
              <a:rect l="l" t="t" r="r" b="b"/>
              <a:pathLst>
                <a:path w="17271" h="631" fill="none" extrusionOk="0">
                  <a:moveTo>
                    <a:pt x="0" y="1"/>
                  </a:moveTo>
                  <a:lnTo>
                    <a:pt x="17270" y="630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1">
              <a:extLst>
                <a:ext uri="{FF2B5EF4-FFF2-40B4-BE49-F238E27FC236}">
                  <a16:creationId xmlns:a16="http://schemas.microsoft.com/office/drawing/2014/main" id="{2DB60B07-A95B-2DD1-DF98-687F9E1E2FDB}"/>
                </a:ext>
              </a:extLst>
            </p:cNvPr>
            <p:cNvSpPr/>
            <p:nvPr/>
          </p:nvSpPr>
          <p:spPr>
            <a:xfrm>
              <a:off x="1803744" y="3449574"/>
              <a:ext cx="9866" cy="178302"/>
            </a:xfrm>
            <a:custGeom>
              <a:avLst/>
              <a:gdLst/>
              <a:ahLst/>
              <a:cxnLst/>
              <a:rect l="l" t="t" r="r" b="b"/>
              <a:pathLst>
                <a:path w="178" h="3217" fill="none" extrusionOk="0">
                  <a:moveTo>
                    <a:pt x="178" y="1"/>
                  </a:moveTo>
                  <a:lnTo>
                    <a:pt x="1" y="3217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1">
              <a:extLst>
                <a:ext uri="{FF2B5EF4-FFF2-40B4-BE49-F238E27FC236}">
                  <a16:creationId xmlns:a16="http://schemas.microsoft.com/office/drawing/2014/main" id="{F213BF37-EC81-6BA9-0A7F-630A2E922C24}"/>
                </a:ext>
              </a:extLst>
            </p:cNvPr>
            <p:cNvSpPr/>
            <p:nvPr/>
          </p:nvSpPr>
          <p:spPr>
            <a:xfrm>
              <a:off x="2174429" y="3463208"/>
              <a:ext cx="8757" cy="177194"/>
            </a:xfrm>
            <a:custGeom>
              <a:avLst/>
              <a:gdLst/>
              <a:ahLst/>
              <a:cxnLst/>
              <a:rect l="l" t="t" r="r" b="b"/>
              <a:pathLst>
                <a:path w="158" h="3197" fill="none" extrusionOk="0">
                  <a:moveTo>
                    <a:pt x="158" y="1"/>
                  </a:moveTo>
                  <a:lnTo>
                    <a:pt x="0" y="3197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1">
              <a:extLst>
                <a:ext uri="{FF2B5EF4-FFF2-40B4-BE49-F238E27FC236}">
                  <a16:creationId xmlns:a16="http://schemas.microsoft.com/office/drawing/2014/main" id="{822CE446-380F-EC71-C1FB-12E286AC509C}"/>
                </a:ext>
              </a:extLst>
            </p:cNvPr>
            <p:cNvSpPr/>
            <p:nvPr/>
          </p:nvSpPr>
          <p:spPr>
            <a:xfrm>
              <a:off x="1461992" y="3816433"/>
              <a:ext cx="949042" cy="35472"/>
            </a:xfrm>
            <a:custGeom>
              <a:avLst/>
              <a:gdLst/>
              <a:ahLst/>
              <a:cxnLst/>
              <a:rect l="l" t="t" r="r" b="b"/>
              <a:pathLst>
                <a:path w="17123" h="640" fill="none" extrusionOk="0">
                  <a:moveTo>
                    <a:pt x="0" y="1"/>
                  </a:moveTo>
                  <a:lnTo>
                    <a:pt x="17123" y="640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1">
              <a:extLst>
                <a:ext uri="{FF2B5EF4-FFF2-40B4-BE49-F238E27FC236}">
                  <a16:creationId xmlns:a16="http://schemas.microsoft.com/office/drawing/2014/main" id="{701A130C-BD90-2728-DD48-D33619EA3D27}"/>
                </a:ext>
              </a:extLst>
            </p:cNvPr>
            <p:cNvSpPr/>
            <p:nvPr/>
          </p:nvSpPr>
          <p:spPr>
            <a:xfrm>
              <a:off x="1471802" y="3328581"/>
              <a:ext cx="1061333" cy="42566"/>
            </a:xfrm>
            <a:custGeom>
              <a:avLst/>
              <a:gdLst/>
              <a:ahLst/>
              <a:cxnLst/>
              <a:rect l="l" t="t" r="r" b="b"/>
              <a:pathLst>
                <a:path w="19149" h="768" fill="none" extrusionOk="0">
                  <a:moveTo>
                    <a:pt x="0" y="0"/>
                  </a:moveTo>
                  <a:lnTo>
                    <a:pt x="5036" y="197"/>
                  </a:lnTo>
                  <a:lnTo>
                    <a:pt x="7052" y="276"/>
                  </a:lnTo>
                  <a:lnTo>
                    <a:pt x="8901" y="355"/>
                  </a:lnTo>
                  <a:lnTo>
                    <a:pt x="10907" y="433"/>
                  </a:lnTo>
                  <a:lnTo>
                    <a:pt x="10907" y="433"/>
                  </a:lnTo>
                  <a:lnTo>
                    <a:pt x="12854" y="512"/>
                  </a:lnTo>
                  <a:lnTo>
                    <a:pt x="14861" y="591"/>
                  </a:lnTo>
                  <a:lnTo>
                    <a:pt x="16542" y="659"/>
                  </a:lnTo>
                  <a:lnTo>
                    <a:pt x="18558" y="738"/>
                  </a:lnTo>
                  <a:lnTo>
                    <a:pt x="19149" y="768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1">
              <a:extLst>
                <a:ext uri="{FF2B5EF4-FFF2-40B4-BE49-F238E27FC236}">
                  <a16:creationId xmlns:a16="http://schemas.microsoft.com/office/drawing/2014/main" id="{6D45D1D9-DDFF-A108-3E33-B17C6421C2AA}"/>
                </a:ext>
              </a:extLst>
            </p:cNvPr>
            <p:cNvSpPr/>
            <p:nvPr/>
          </p:nvSpPr>
          <p:spPr>
            <a:xfrm>
              <a:off x="1617848" y="3192844"/>
              <a:ext cx="244812" cy="151033"/>
            </a:xfrm>
            <a:custGeom>
              <a:avLst/>
              <a:gdLst/>
              <a:ahLst/>
              <a:cxnLst/>
              <a:rect l="l" t="t" r="r" b="b"/>
              <a:pathLst>
                <a:path w="4417" h="2725" extrusionOk="0">
                  <a:moveTo>
                    <a:pt x="1" y="1"/>
                  </a:moveTo>
                  <a:lnTo>
                    <a:pt x="2401" y="2646"/>
                  </a:lnTo>
                  <a:lnTo>
                    <a:pt x="4417" y="2725"/>
                  </a:lnTo>
                  <a:lnTo>
                    <a:pt x="2027" y="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1">
              <a:extLst>
                <a:ext uri="{FF2B5EF4-FFF2-40B4-BE49-F238E27FC236}">
                  <a16:creationId xmlns:a16="http://schemas.microsoft.com/office/drawing/2014/main" id="{9AF6C22E-F005-2735-71E6-B45C00EDDF4D}"/>
                </a:ext>
              </a:extLst>
            </p:cNvPr>
            <p:cNvSpPr/>
            <p:nvPr/>
          </p:nvSpPr>
          <p:spPr>
            <a:xfrm>
              <a:off x="1832621" y="3202100"/>
              <a:ext cx="243704" cy="150534"/>
            </a:xfrm>
            <a:custGeom>
              <a:avLst/>
              <a:gdLst/>
              <a:ahLst/>
              <a:cxnLst/>
              <a:rect l="l" t="t" r="r" b="b"/>
              <a:pathLst>
                <a:path w="4397" h="2716" extrusionOk="0">
                  <a:moveTo>
                    <a:pt x="1" y="1"/>
                  </a:moveTo>
                  <a:lnTo>
                    <a:pt x="2391" y="2637"/>
                  </a:lnTo>
                  <a:lnTo>
                    <a:pt x="4397" y="2715"/>
                  </a:lnTo>
                  <a:lnTo>
                    <a:pt x="4397" y="2715"/>
                  </a:lnTo>
                  <a:lnTo>
                    <a:pt x="2017" y="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1">
              <a:extLst>
                <a:ext uri="{FF2B5EF4-FFF2-40B4-BE49-F238E27FC236}">
                  <a16:creationId xmlns:a16="http://schemas.microsoft.com/office/drawing/2014/main" id="{5CDD8E4C-E145-E860-0A03-6537596DBD22}"/>
                </a:ext>
              </a:extLst>
            </p:cNvPr>
            <p:cNvSpPr/>
            <p:nvPr/>
          </p:nvSpPr>
          <p:spPr>
            <a:xfrm>
              <a:off x="2052327" y="3211412"/>
              <a:ext cx="243149" cy="149925"/>
            </a:xfrm>
            <a:custGeom>
              <a:avLst/>
              <a:gdLst/>
              <a:ahLst/>
              <a:cxnLst/>
              <a:rect l="l" t="t" r="r" b="b"/>
              <a:pathLst>
                <a:path w="4387" h="2705" extrusionOk="0">
                  <a:moveTo>
                    <a:pt x="0" y="0"/>
                  </a:moveTo>
                  <a:lnTo>
                    <a:pt x="2380" y="2626"/>
                  </a:lnTo>
                  <a:lnTo>
                    <a:pt x="4387" y="2705"/>
                  </a:lnTo>
                  <a:lnTo>
                    <a:pt x="2016" y="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1">
              <a:extLst>
                <a:ext uri="{FF2B5EF4-FFF2-40B4-BE49-F238E27FC236}">
                  <a16:creationId xmlns:a16="http://schemas.microsoft.com/office/drawing/2014/main" id="{B600A9AF-357C-5E50-9E22-F1982D1665A4}"/>
                </a:ext>
              </a:extLst>
            </p:cNvPr>
            <p:cNvSpPr/>
            <p:nvPr/>
          </p:nvSpPr>
          <p:spPr>
            <a:xfrm>
              <a:off x="2257290" y="3220114"/>
              <a:ext cx="243149" cy="149426"/>
            </a:xfrm>
            <a:custGeom>
              <a:avLst/>
              <a:gdLst/>
              <a:ahLst/>
              <a:cxnLst/>
              <a:rect l="l" t="t" r="r" b="b"/>
              <a:pathLst>
                <a:path w="4387" h="2696" extrusionOk="0">
                  <a:moveTo>
                    <a:pt x="0" y="0"/>
                  </a:moveTo>
                  <a:lnTo>
                    <a:pt x="2370" y="2616"/>
                  </a:lnTo>
                  <a:lnTo>
                    <a:pt x="4386" y="2695"/>
                  </a:lnTo>
                  <a:lnTo>
                    <a:pt x="4386" y="2695"/>
                  </a:lnTo>
                  <a:lnTo>
                    <a:pt x="2026" y="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1">
              <a:extLst>
                <a:ext uri="{FF2B5EF4-FFF2-40B4-BE49-F238E27FC236}">
                  <a16:creationId xmlns:a16="http://schemas.microsoft.com/office/drawing/2014/main" id="{E568337C-39EA-A2F4-B167-286526C92307}"/>
                </a:ext>
              </a:extLst>
            </p:cNvPr>
            <p:cNvSpPr/>
            <p:nvPr/>
          </p:nvSpPr>
          <p:spPr>
            <a:xfrm>
              <a:off x="2463306" y="3228815"/>
              <a:ext cx="79091" cy="82916"/>
            </a:xfrm>
            <a:custGeom>
              <a:avLst/>
              <a:gdLst/>
              <a:ahLst/>
              <a:cxnLst/>
              <a:rect l="l" t="t" r="r" b="b"/>
              <a:pathLst>
                <a:path w="1427" h="1496" extrusionOk="0">
                  <a:moveTo>
                    <a:pt x="1" y="1"/>
                  </a:moveTo>
                  <a:lnTo>
                    <a:pt x="1358" y="1496"/>
                  </a:lnTo>
                  <a:lnTo>
                    <a:pt x="1427" y="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1">
              <a:extLst>
                <a:ext uri="{FF2B5EF4-FFF2-40B4-BE49-F238E27FC236}">
                  <a16:creationId xmlns:a16="http://schemas.microsoft.com/office/drawing/2014/main" id="{E0BB6ED4-5A7A-9663-1BAA-FF8605E6EE3B}"/>
                </a:ext>
              </a:extLst>
            </p:cNvPr>
            <p:cNvSpPr/>
            <p:nvPr/>
          </p:nvSpPr>
          <p:spPr>
            <a:xfrm>
              <a:off x="1628767" y="2990598"/>
              <a:ext cx="190828" cy="166330"/>
            </a:xfrm>
            <a:custGeom>
              <a:avLst/>
              <a:gdLst/>
              <a:ahLst/>
              <a:cxnLst/>
              <a:rect l="l" t="t" r="r" b="b"/>
              <a:pathLst>
                <a:path w="3443" h="3001" extrusionOk="0">
                  <a:moveTo>
                    <a:pt x="3443" y="1"/>
                  </a:moveTo>
                  <a:lnTo>
                    <a:pt x="1348" y="552"/>
                  </a:lnTo>
                  <a:lnTo>
                    <a:pt x="1" y="3001"/>
                  </a:lnTo>
                  <a:lnTo>
                    <a:pt x="2135" y="2401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1">
              <a:extLst>
                <a:ext uri="{FF2B5EF4-FFF2-40B4-BE49-F238E27FC236}">
                  <a16:creationId xmlns:a16="http://schemas.microsoft.com/office/drawing/2014/main" id="{C8E71A1B-4805-7BB2-8D55-46821F46CEB4}"/>
                </a:ext>
              </a:extLst>
            </p:cNvPr>
            <p:cNvSpPr/>
            <p:nvPr/>
          </p:nvSpPr>
          <p:spPr>
            <a:xfrm>
              <a:off x="1840824" y="2935561"/>
              <a:ext cx="188667" cy="161952"/>
            </a:xfrm>
            <a:custGeom>
              <a:avLst/>
              <a:gdLst/>
              <a:ahLst/>
              <a:cxnLst/>
              <a:rect l="l" t="t" r="r" b="b"/>
              <a:pathLst>
                <a:path w="3404" h="2922" extrusionOk="0">
                  <a:moveTo>
                    <a:pt x="3403" y="1"/>
                  </a:moveTo>
                  <a:lnTo>
                    <a:pt x="1308" y="551"/>
                  </a:lnTo>
                  <a:lnTo>
                    <a:pt x="0" y="2922"/>
                  </a:lnTo>
                  <a:lnTo>
                    <a:pt x="0" y="2922"/>
                  </a:lnTo>
                  <a:lnTo>
                    <a:pt x="2135" y="232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1">
              <a:extLst>
                <a:ext uri="{FF2B5EF4-FFF2-40B4-BE49-F238E27FC236}">
                  <a16:creationId xmlns:a16="http://schemas.microsoft.com/office/drawing/2014/main" id="{626EDD67-A1BB-2C7E-7618-C35B72C6D0AF}"/>
                </a:ext>
              </a:extLst>
            </p:cNvPr>
            <p:cNvSpPr/>
            <p:nvPr/>
          </p:nvSpPr>
          <p:spPr>
            <a:xfrm>
              <a:off x="2063191" y="2877254"/>
              <a:ext cx="185951" cy="157573"/>
            </a:xfrm>
            <a:custGeom>
              <a:avLst/>
              <a:gdLst/>
              <a:ahLst/>
              <a:cxnLst/>
              <a:rect l="l" t="t" r="r" b="b"/>
              <a:pathLst>
                <a:path w="3355" h="2843" extrusionOk="0">
                  <a:moveTo>
                    <a:pt x="3355" y="0"/>
                  </a:moveTo>
                  <a:lnTo>
                    <a:pt x="1270" y="561"/>
                  </a:lnTo>
                  <a:lnTo>
                    <a:pt x="1" y="2843"/>
                  </a:lnTo>
                  <a:lnTo>
                    <a:pt x="1" y="2843"/>
                  </a:lnTo>
                  <a:lnTo>
                    <a:pt x="2135" y="2243"/>
                  </a:lnTo>
                  <a:lnTo>
                    <a:pt x="33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1">
              <a:extLst>
                <a:ext uri="{FF2B5EF4-FFF2-40B4-BE49-F238E27FC236}">
                  <a16:creationId xmlns:a16="http://schemas.microsoft.com/office/drawing/2014/main" id="{9340DAC0-8B70-C102-E0DB-5091DD781AD1}"/>
                </a:ext>
              </a:extLst>
            </p:cNvPr>
            <p:cNvSpPr/>
            <p:nvPr/>
          </p:nvSpPr>
          <p:spPr>
            <a:xfrm>
              <a:off x="2281234" y="2829255"/>
              <a:ext cx="159236" cy="144548"/>
            </a:xfrm>
            <a:custGeom>
              <a:avLst/>
              <a:gdLst/>
              <a:ahLst/>
              <a:cxnLst/>
              <a:rect l="l" t="t" r="r" b="b"/>
              <a:pathLst>
                <a:path w="2873" h="2608" extrusionOk="0">
                  <a:moveTo>
                    <a:pt x="2715" y="1"/>
                  </a:moveTo>
                  <a:lnTo>
                    <a:pt x="1220" y="394"/>
                  </a:lnTo>
                  <a:lnTo>
                    <a:pt x="1" y="2607"/>
                  </a:lnTo>
                  <a:lnTo>
                    <a:pt x="2135" y="1997"/>
                  </a:lnTo>
                  <a:lnTo>
                    <a:pt x="2873" y="650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1">
              <a:extLst>
                <a:ext uri="{FF2B5EF4-FFF2-40B4-BE49-F238E27FC236}">
                  <a16:creationId xmlns:a16="http://schemas.microsoft.com/office/drawing/2014/main" id="{0183580C-DC73-C238-1501-9EAF650FC23C}"/>
                </a:ext>
              </a:extLst>
            </p:cNvPr>
            <p:cNvSpPr/>
            <p:nvPr/>
          </p:nvSpPr>
          <p:spPr>
            <a:xfrm>
              <a:off x="1563498" y="3493206"/>
              <a:ext cx="40349" cy="51268"/>
            </a:xfrm>
            <a:custGeom>
              <a:avLst/>
              <a:gdLst/>
              <a:ahLst/>
              <a:cxnLst/>
              <a:rect l="l" t="t" r="r" b="b"/>
              <a:pathLst>
                <a:path w="728" h="925" extrusionOk="0">
                  <a:moveTo>
                    <a:pt x="128" y="89"/>
                  </a:moveTo>
                  <a:lnTo>
                    <a:pt x="364" y="99"/>
                  </a:lnTo>
                  <a:cubicBezTo>
                    <a:pt x="541" y="99"/>
                    <a:pt x="630" y="187"/>
                    <a:pt x="630" y="335"/>
                  </a:cubicBezTo>
                  <a:cubicBezTo>
                    <a:pt x="620" y="465"/>
                    <a:pt x="532" y="542"/>
                    <a:pt x="373" y="542"/>
                  </a:cubicBezTo>
                  <a:cubicBezTo>
                    <a:pt x="364" y="542"/>
                    <a:pt x="354" y="542"/>
                    <a:pt x="344" y="541"/>
                  </a:cubicBezTo>
                  <a:lnTo>
                    <a:pt x="108" y="531"/>
                  </a:lnTo>
                  <a:lnTo>
                    <a:pt x="128" y="89"/>
                  </a:lnTo>
                  <a:close/>
                  <a:moveTo>
                    <a:pt x="39" y="0"/>
                  </a:moveTo>
                  <a:lnTo>
                    <a:pt x="0" y="895"/>
                  </a:lnTo>
                  <a:lnTo>
                    <a:pt x="89" y="895"/>
                  </a:lnTo>
                  <a:lnTo>
                    <a:pt x="108" y="610"/>
                  </a:lnTo>
                  <a:lnTo>
                    <a:pt x="344" y="620"/>
                  </a:lnTo>
                  <a:lnTo>
                    <a:pt x="413" y="620"/>
                  </a:lnTo>
                  <a:lnTo>
                    <a:pt x="610" y="915"/>
                  </a:lnTo>
                  <a:lnTo>
                    <a:pt x="718" y="925"/>
                  </a:lnTo>
                  <a:lnTo>
                    <a:pt x="502" y="610"/>
                  </a:lnTo>
                  <a:cubicBezTo>
                    <a:pt x="630" y="580"/>
                    <a:pt x="718" y="462"/>
                    <a:pt x="718" y="335"/>
                  </a:cubicBezTo>
                  <a:cubicBezTo>
                    <a:pt x="728" y="138"/>
                    <a:pt x="590" y="30"/>
                    <a:pt x="364" y="20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1">
              <a:extLst>
                <a:ext uri="{FF2B5EF4-FFF2-40B4-BE49-F238E27FC236}">
                  <a16:creationId xmlns:a16="http://schemas.microsoft.com/office/drawing/2014/main" id="{E970A886-AEA0-BDAC-6572-8A30993F7F91}"/>
                </a:ext>
              </a:extLst>
            </p:cNvPr>
            <p:cNvSpPr/>
            <p:nvPr/>
          </p:nvSpPr>
          <p:spPr>
            <a:xfrm>
              <a:off x="1614711" y="3494259"/>
              <a:ext cx="61522" cy="51878"/>
            </a:xfrm>
            <a:custGeom>
              <a:avLst/>
              <a:gdLst/>
              <a:ahLst/>
              <a:cxnLst/>
              <a:rect l="l" t="t" r="r" b="b"/>
              <a:pathLst>
                <a:path w="1110" h="936" extrusionOk="0">
                  <a:moveTo>
                    <a:pt x="493" y="113"/>
                  </a:moveTo>
                  <a:cubicBezTo>
                    <a:pt x="688" y="113"/>
                    <a:pt x="873" y="269"/>
                    <a:pt x="866" y="502"/>
                  </a:cubicBezTo>
                  <a:cubicBezTo>
                    <a:pt x="857" y="697"/>
                    <a:pt x="699" y="848"/>
                    <a:pt x="516" y="848"/>
                  </a:cubicBezTo>
                  <a:cubicBezTo>
                    <a:pt x="505" y="848"/>
                    <a:pt x="494" y="848"/>
                    <a:pt x="483" y="847"/>
                  </a:cubicBezTo>
                  <a:cubicBezTo>
                    <a:pt x="148" y="837"/>
                    <a:pt x="1" y="434"/>
                    <a:pt x="246" y="207"/>
                  </a:cubicBezTo>
                  <a:cubicBezTo>
                    <a:pt x="321" y="142"/>
                    <a:pt x="408" y="113"/>
                    <a:pt x="493" y="113"/>
                  </a:cubicBezTo>
                  <a:close/>
                  <a:moveTo>
                    <a:pt x="492" y="0"/>
                  </a:moveTo>
                  <a:cubicBezTo>
                    <a:pt x="256" y="0"/>
                    <a:pt x="30" y="182"/>
                    <a:pt x="30" y="463"/>
                  </a:cubicBezTo>
                  <a:cubicBezTo>
                    <a:pt x="10" y="719"/>
                    <a:pt x="217" y="935"/>
                    <a:pt x="473" y="935"/>
                  </a:cubicBezTo>
                  <a:cubicBezTo>
                    <a:pt x="477" y="935"/>
                    <a:pt x="481" y="935"/>
                    <a:pt x="485" y="935"/>
                  </a:cubicBezTo>
                  <a:cubicBezTo>
                    <a:pt x="900" y="935"/>
                    <a:pt x="1109" y="450"/>
                    <a:pt x="827" y="148"/>
                  </a:cubicBezTo>
                  <a:cubicBezTo>
                    <a:pt x="731" y="46"/>
                    <a:pt x="610" y="0"/>
                    <a:pt x="492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1">
              <a:extLst>
                <a:ext uri="{FF2B5EF4-FFF2-40B4-BE49-F238E27FC236}">
                  <a16:creationId xmlns:a16="http://schemas.microsoft.com/office/drawing/2014/main" id="{63591D1B-EB65-5526-3EAD-CD376B6BD5AA}"/>
                </a:ext>
              </a:extLst>
            </p:cNvPr>
            <p:cNvSpPr/>
            <p:nvPr/>
          </p:nvSpPr>
          <p:spPr>
            <a:xfrm>
              <a:off x="1683383" y="3498084"/>
              <a:ext cx="32756" cy="50215"/>
            </a:xfrm>
            <a:custGeom>
              <a:avLst/>
              <a:gdLst/>
              <a:ahLst/>
              <a:cxnLst/>
              <a:rect l="l" t="t" r="r" b="b"/>
              <a:pathLst>
                <a:path w="591" h="906" extrusionOk="0">
                  <a:moveTo>
                    <a:pt x="40" y="1"/>
                  </a:moveTo>
                  <a:lnTo>
                    <a:pt x="1" y="886"/>
                  </a:lnTo>
                  <a:lnTo>
                    <a:pt x="591" y="906"/>
                  </a:lnTo>
                  <a:lnTo>
                    <a:pt x="591" y="827"/>
                  </a:lnTo>
                  <a:lnTo>
                    <a:pt x="99" y="807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1">
              <a:extLst>
                <a:ext uri="{FF2B5EF4-FFF2-40B4-BE49-F238E27FC236}">
                  <a16:creationId xmlns:a16="http://schemas.microsoft.com/office/drawing/2014/main" id="{DCF27DEE-D43B-E163-E8B8-A2DA6C21147E}"/>
                </a:ext>
              </a:extLst>
            </p:cNvPr>
            <p:cNvSpPr/>
            <p:nvPr/>
          </p:nvSpPr>
          <p:spPr>
            <a:xfrm>
              <a:off x="1730273" y="3500301"/>
              <a:ext cx="32756" cy="50160"/>
            </a:xfrm>
            <a:custGeom>
              <a:avLst/>
              <a:gdLst/>
              <a:ahLst/>
              <a:cxnLst/>
              <a:rect l="l" t="t" r="r" b="b"/>
              <a:pathLst>
                <a:path w="591" h="905" extrusionOk="0">
                  <a:moveTo>
                    <a:pt x="40" y="0"/>
                  </a:moveTo>
                  <a:lnTo>
                    <a:pt x="1" y="875"/>
                  </a:lnTo>
                  <a:lnTo>
                    <a:pt x="591" y="905"/>
                  </a:lnTo>
                  <a:lnTo>
                    <a:pt x="591" y="826"/>
                  </a:lnTo>
                  <a:lnTo>
                    <a:pt x="99" y="806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1">
              <a:extLst>
                <a:ext uri="{FF2B5EF4-FFF2-40B4-BE49-F238E27FC236}">
                  <a16:creationId xmlns:a16="http://schemas.microsoft.com/office/drawing/2014/main" id="{A6021638-4CD0-DC62-838E-62C0A3914352}"/>
                </a:ext>
              </a:extLst>
            </p:cNvPr>
            <p:cNvSpPr/>
            <p:nvPr/>
          </p:nvSpPr>
          <p:spPr>
            <a:xfrm>
              <a:off x="1844228" y="3507229"/>
              <a:ext cx="37079" cy="49827"/>
            </a:xfrm>
            <a:custGeom>
              <a:avLst/>
              <a:gdLst/>
              <a:ahLst/>
              <a:cxnLst/>
              <a:rect l="l" t="t" r="r" b="b"/>
              <a:pathLst>
                <a:path w="669" h="899" extrusionOk="0">
                  <a:moveTo>
                    <a:pt x="335" y="1"/>
                  </a:moveTo>
                  <a:cubicBezTo>
                    <a:pt x="141" y="1"/>
                    <a:pt x="39" y="111"/>
                    <a:pt x="39" y="229"/>
                  </a:cubicBezTo>
                  <a:cubicBezTo>
                    <a:pt x="30" y="554"/>
                    <a:pt x="580" y="426"/>
                    <a:pt x="570" y="672"/>
                  </a:cubicBezTo>
                  <a:cubicBezTo>
                    <a:pt x="570" y="760"/>
                    <a:pt x="492" y="819"/>
                    <a:pt x="325" y="819"/>
                  </a:cubicBezTo>
                  <a:cubicBezTo>
                    <a:pt x="216" y="819"/>
                    <a:pt x="118" y="770"/>
                    <a:pt x="39" y="701"/>
                  </a:cubicBezTo>
                  <a:lnTo>
                    <a:pt x="0" y="770"/>
                  </a:lnTo>
                  <a:cubicBezTo>
                    <a:pt x="79" y="849"/>
                    <a:pt x="197" y="898"/>
                    <a:pt x="315" y="898"/>
                  </a:cubicBezTo>
                  <a:cubicBezTo>
                    <a:pt x="324" y="898"/>
                    <a:pt x="334" y="898"/>
                    <a:pt x="343" y="898"/>
                  </a:cubicBezTo>
                  <a:cubicBezTo>
                    <a:pt x="551" y="898"/>
                    <a:pt x="659" y="794"/>
                    <a:pt x="659" y="672"/>
                  </a:cubicBezTo>
                  <a:cubicBezTo>
                    <a:pt x="669" y="357"/>
                    <a:pt x="118" y="475"/>
                    <a:pt x="128" y="229"/>
                  </a:cubicBezTo>
                  <a:cubicBezTo>
                    <a:pt x="137" y="146"/>
                    <a:pt x="198" y="81"/>
                    <a:pt x="343" y="81"/>
                  </a:cubicBezTo>
                  <a:cubicBezTo>
                    <a:pt x="353" y="81"/>
                    <a:pt x="363" y="81"/>
                    <a:pt x="374" y="82"/>
                  </a:cubicBezTo>
                  <a:cubicBezTo>
                    <a:pt x="462" y="82"/>
                    <a:pt x="541" y="111"/>
                    <a:pt x="620" y="160"/>
                  </a:cubicBezTo>
                  <a:lnTo>
                    <a:pt x="649" y="91"/>
                  </a:lnTo>
                  <a:cubicBezTo>
                    <a:pt x="570" y="32"/>
                    <a:pt x="482" y="3"/>
                    <a:pt x="384" y="3"/>
                  </a:cubicBezTo>
                  <a:cubicBezTo>
                    <a:pt x="367" y="1"/>
                    <a:pt x="351" y="1"/>
                    <a:pt x="33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1">
              <a:extLst>
                <a:ext uri="{FF2B5EF4-FFF2-40B4-BE49-F238E27FC236}">
                  <a16:creationId xmlns:a16="http://schemas.microsoft.com/office/drawing/2014/main" id="{06BA4BAC-4E74-5C7C-B1C2-3AC4EAF489F1}"/>
                </a:ext>
              </a:extLst>
            </p:cNvPr>
            <p:cNvSpPr/>
            <p:nvPr/>
          </p:nvSpPr>
          <p:spPr>
            <a:xfrm>
              <a:off x="1892004" y="3508947"/>
              <a:ext cx="46003" cy="50326"/>
            </a:xfrm>
            <a:custGeom>
              <a:avLst/>
              <a:gdLst/>
              <a:ahLst/>
              <a:cxnLst/>
              <a:rect l="l" t="t" r="r" b="b"/>
              <a:pathLst>
                <a:path w="830" h="908" extrusionOk="0">
                  <a:moveTo>
                    <a:pt x="480" y="0"/>
                  </a:moveTo>
                  <a:cubicBezTo>
                    <a:pt x="239" y="0"/>
                    <a:pt x="33" y="190"/>
                    <a:pt x="33" y="434"/>
                  </a:cubicBezTo>
                  <a:cubicBezTo>
                    <a:pt x="13" y="690"/>
                    <a:pt x="220" y="906"/>
                    <a:pt x="476" y="906"/>
                  </a:cubicBezTo>
                  <a:cubicBezTo>
                    <a:pt x="487" y="907"/>
                    <a:pt x="499" y="908"/>
                    <a:pt x="511" y="908"/>
                  </a:cubicBezTo>
                  <a:cubicBezTo>
                    <a:pt x="619" y="908"/>
                    <a:pt x="730" y="868"/>
                    <a:pt x="810" y="788"/>
                  </a:cubicBezTo>
                  <a:lnTo>
                    <a:pt x="751" y="729"/>
                  </a:lnTo>
                  <a:cubicBezTo>
                    <a:pt x="689" y="782"/>
                    <a:pt x="604" y="819"/>
                    <a:pt x="516" y="819"/>
                  </a:cubicBezTo>
                  <a:cubicBezTo>
                    <a:pt x="506" y="819"/>
                    <a:pt x="496" y="819"/>
                    <a:pt x="485" y="818"/>
                  </a:cubicBezTo>
                  <a:cubicBezTo>
                    <a:pt x="0" y="798"/>
                    <a:pt x="22" y="80"/>
                    <a:pt x="496" y="80"/>
                  </a:cubicBezTo>
                  <a:cubicBezTo>
                    <a:pt x="502" y="80"/>
                    <a:pt x="508" y="80"/>
                    <a:pt x="515" y="80"/>
                  </a:cubicBezTo>
                  <a:cubicBezTo>
                    <a:pt x="613" y="80"/>
                    <a:pt x="702" y="129"/>
                    <a:pt x="771" y="208"/>
                  </a:cubicBezTo>
                  <a:lnTo>
                    <a:pt x="830" y="149"/>
                  </a:lnTo>
                  <a:cubicBezTo>
                    <a:pt x="751" y="60"/>
                    <a:pt x="633" y="1"/>
                    <a:pt x="515" y="1"/>
                  </a:cubicBezTo>
                  <a:cubicBezTo>
                    <a:pt x="503" y="0"/>
                    <a:pt x="491" y="0"/>
                    <a:pt x="48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1">
              <a:extLst>
                <a:ext uri="{FF2B5EF4-FFF2-40B4-BE49-F238E27FC236}">
                  <a16:creationId xmlns:a16="http://schemas.microsoft.com/office/drawing/2014/main" id="{E917C9D9-3BBA-21FA-2767-9DDCC4CA378E}"/>
                </a:ext>
              </a:extLst>
            </p:cNvPr>
            <p:cNvSpPr/>
            <p:nvPr/>
          </p:nvSpPr>
          <p:spPr>
            <a:xfrm>
              <a:off x="1953249" y="3511164"/>
              <a:ext cx="36026" cy="50769"/>
            </a:xfrm>
            <a:custGeom>
              <a:avLst/>
              <a:gdLst/>
              <a:ahLst/>
              <a:cxnLst/>
              <a:rect l="l" t="t" r="r" b="b"/>
              <a:pathLst>
                <a:path w="650" h="916" extrusionOk="0">
                  <a:moveTo>
                    <a:pt x="30" y="1"/>
                  </a:moveTo>
                  <a:lnTo>
                    <a:pt x="0" y="886"/>
                  </a:lnTo>
                  <a:lnTo>
                    <a:pt x="620" y="915"/>
                  </a:lnTo>
                  <a:lnTo>
                    <a:pt x="620" y="827"/>
                  </a:lnTo>
                  <a:lnTo>
                    <a:pt x="108" y="807"/>
                  </a:lnTo>
                  <a:lnTo>
                    <a:pt x="118" y="483"/>
                  </a:lnTo>
                  <a:lnTo>
                    <a:pt x="580" y="502"/>
                  </a:lnTo>
                  <a:lnTo>
                    <a:pt x="580" y="414"/>
                  </a:lnTo>
                  <a:lnTo>
                    <a:pt x="118" y="404"/>
                  </a:lnTo>
                  <a:lnTo>
                    <a:pt x="128" y="79"/>
                  </a:lnTo>
                  <a:lnTo>
                    <a:pt x="649" y="99"/>
                  </a:lnTo>
                  <a:lnTo>
                    <a:pt x="649" y="20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1">
              <a:extLst>
                <a:ext uri="{FF2B5EF4-FFF2-40B4-BE49-F238E27FC236}">
                  <a16:creationId xmlns:a16="http://schemas.microsoft.com/office/drawing/2014/main" id="{2BFACD5B-FE85-34D9-3E80-4384B2529921}"/>
                </a:ext>
              </a:extLst>
            </p:cNvPr>
            <p:cNvSpPr/>
            <p:nvPr/>
          </p:nvSpPr>
          <p:spPr>
            <a:xfrm>
              <a:off x="2005017" y="3513880"/>
              <a:ext cx="43121" cy="50215"/>
            </a:xfrm>
            <a:custGeom>
              <a:avLst/>
              <a:gdLst/>
              <a:ahLst/>
              <a:cxnLst/>
              <a:rect l="l" t="t" r="r" b="b"/>
              <a:pathLst>
                <a:path w="778" h="906" extrusionOk="0">
                  <a:moveTo>
                    <a:pt x="40" y="1"/>
                  </a:moveTo>
                  <a:lnTo>
                    <a:pt x="0" y="886"/>
                  </a:lnTo>
                  <a:lnTo>
                    <a:pt x="99" y="886"/>
                  </a:lnTo>
                  <a:lnTo>
                    <a:pt x="128" y="168"/>
                  </a:lnTo>
                  <a:lnTo>
                    <a:pt x="669" y="906"/>
                  </a:lnTo>
                  <a:lnTo>
                    <a:pt x="738" y="906"/>
                  </a:lnTo>
                  <a:lnTo>
                    <a:pt x="777" y="21"/>
                  </a:lnTo>
                  <a:lnTo>
                    <a:pt x="689" y="21"/>
                  </a:lnTo>
                  <a:lnTo>
                    <a:pt x="659" y="73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1">
              <a:extLst>
                <a:ext uri="{FF2B5EF4-FFF2-40B4-BE49-F238E27FC236}">
                  <a16:creationId xmlns:a16="http://schemas.microsoft.com/office/drawing/2014/main" id="{357E9B3D-79FD-EE18-610F-EBE3BC7EDC0C}"/>
                </a:ext>
              </a:extLst>
            </p:cNvPr>
            <p:cNvSpPr/>
            <p:nvPr/>
          </p:nvSpPr>
          <p:spPr>
            <a:xfrm>
              <a:off x="2067703" y="3515543"/>
              <a:ext cx="35472" cy="50769"/>
            </a:xfrm>
            <a:custGeom>
              <a:avLst/>
              <a:gdLst/>
              <a:ahLst/>
              <a:cxnLst/>
              <a:rect l="l" t="t" r="r" b="b"/>
              <a:pathLst>
                <a:path w="640" h="916" extrusionOk="0">
                  <a:moveTo>
                    <a:pt x="30" y="0"/>
                  </a:moveTo>
                  <a:lnTo>
                    <a:pt x="0" y="895"/>
                  </a:lnTo>
                  <a:lnTo>
                    <a:pt x="630" y="915"/>
                  </a:lnTo>
                  <a:lnTo>
                    <a:pt x="630" y="836"/>
                  </a:lnTo>
                  <a:lnTo>
                    <a:pt x="99" y="817"/>
                  </a:lnTo>
                  <a:lnTo>
                    <a:pt x="118" y="482"/>
                  </a:lnTo>
                  <a:lnTo>
                    <a:pt x="571" y="502"/>
                  </a:lnTo>
                  <a:lnTo>
                    <a:pt x="571" y="423"/>
                  </a:lnTo>
                  <a:lnTo>
                    <a:pt x="118" y="404"/>
                  </a:lnTo>
                  <a:lnTo>
                    <a:pt x="128" y="89"/>
                  </a:lnTo>
                  <a:lnTo>
                    <a:pt x="640" y="109"/>
                  </a:lnTo>
                  <a:lnTo>
                    <a:pt x="640" y="3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1">
              <a:extLst>
                <a:ext uri="{FF2B5EF4-FFF2-40B4-BE49-F238E27FC236}">
                  <a16:creationId xmlns:a16="http://schemas.microsoft.com/office/drawing/2014/main" id="{3808A01E-5DFE-3460-F495-AFCC7AB9FF9D}"/>
                </a:ext>
              </a:extLst>
            </p:cNvPr>
            <p:cNvSpPr/>
            <p:nvPr/>
          </p:nvSpPr>
          <p:spPr>
            <a:xfrm>
              <a:off x="2210478" y="3513270"/>
              <a:ext cx="46391" cy="50381"/>
            </a:xfrm>
            <a:custGeom>
              <a:avLst/>
              <a:gdLst/>
              <a:ahLst/>
              <a:cxnLst/>
              <a:rect l="l" t="t" r="r" b="b"/>
              <a:pathLst>
                <a:path w="837" h="909" extrusionOk="0">
                  <a:moveTo>
                    <a:pt x="478" y="1"/>
                  </a:moveTo>
                  <a:cubicBezTo>
                    <a:pt x="246" y="1"/>
                    <a:pt x="40" y="191"/>
                    <a:pt x="31" y="435"/>
                  </a:cubicBezTo>
                  <a:cubicBezTo>
                    <a:pt x="21" y="691"/>
                    <a:pt x="227" y="907"/>
                    <a:pt x="483" y="907"/>
                  </a:cubicBezTo>
                  <a:cubicBezTo>
                    <a:pt x="495" y="908"/>
                    <a:pt x="507" y="908"/>
                    <a:pt x="518" y="908"/>
                  </a:cubicBezTo>
                  <a:cubicBezTo>
                    <a:pt x="624" y="908"/>
                    <a:pt x="728" y="869"/>
                    <a:pt x="807" y="789"/>
                  </a:cubicBezTo>
                  <a:lnTo>
                    <a:pt x="748" y="730"/>
                  </a:lnTo>
                  <a:cubicBezTo>
                    <a:pt x="680" y="799"/>
                    <a:pt x="581" y="828"/>
                    <a:pt x="483" y="828"/>
                  </a:cubicBezTo>
                  <a:cubicBezTo>
                    <a:pt x="1" y="799"/>
                    <a:pt x="29" y="90"/>
                    <a:pt x="485" y="90"/>
                  </a:cubicBezTo>
                  <a:cubicBezTo>
                    <a:pt x="494" y="90"/>
                    <a:pt x="503" y="90"/>
                    <a:pt x="512" y="91"/>
                  </a:cubicBezTo>
                  <a:cubicBezTo>
                    <a:pt x="611" y="91"/>
                    <a:pt x="709" y="130"/>
                    <a:pt x="778" y="199"/>
                  </a:cubicBezTo>
                  <a:lnTo>
                    <a:pt x="837" y="150"/>
                  </a:lnTo>
                  <a:cubicBezTo>
                    <a:pt x="758" y="51"/>
                    <a:pt x="640" y="2"/>
                    <a:pt x="512" y="2"/>
                  </a:cubicBezTo>
                  <a:cubicBezTo>
                    <a:pt x="501" y="1"/>
                    <a:pt x="490" y="1"/>
                    <a:pt x="47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1">
              <a:extLst>
                <a:ext uri="{FF2B5EF4-FFF2-40B4-BE49-F238E27FC236}">
                  <a16:creationId xmlns:a16="http://schemas.microsoft.com/office/drawing/2014/main" id="{DF300024-533F-FF7B-9424-0EC25D8D7609}"/>
                </a:ext>
              </a:extLst>
            </p:cNvPr>
            <p:cNvSpPr/>
            <p:nvPr/>
          </p:nvSpPr>
          <p:spPr>
            <a:xfrm>
              <a:off x="2271003" y="3514988"/>
              <a:ext cx="42566" cy="49716"/>
            </a:xfrm>
            <a:custGeom>
              <a:avLst/>
              <a:gdLst/>
              <a:ahLst/>
              <a:cxnLst/>
              <a:rect l="l" t="t" r="r" b="b"/>
              <a:pathLst>
                <a:path w="768" h="897" extrusionOk="0">
                  <a:moveTo>
                    <a:pt x="40" y="1"/>
                  </a:moveTo>
                  <a:lnTo>
                    <a:pt x="11" y="502"/>
                  </a:lnTo>
                  <a:cubicBezTo>
                    <a:pt x="1" y="758"/>
                    <a:pt x="138" y="886"/>
                    <a:pt x="365" y="896"/>
                  </a:cubicBezTo>
                  <a:cubicBezTo>
                    <a:pt x="373" y="896"/>
                    <a:pt x="382" y="896"/>
                    <a:pt x="390" y="896"/>
                  </a:cubicBezTo>
                  <a:cubicBezTo>
                    <a:pt x="601" y="896"/>
                    <a:pt x="729" y="778"/>
                    <a:pt x="748" y="532"/>
                  </a:cubicBezTo>
                  <a:lnTo>
                    <a:pt x="768" y="20"/>
                  </a:lnTo>
                  <a:lnTo>
                    <a:pt x="669" y="20"/>
                  </a:lnTo>
                  <a:lnTo>
                    <a:pt x="650" y="522"/>
                  </a:lnTo>
                  <a:cubicBezTo>
                    <a:pt x="640" y="727"/>
                    <a:pt x="551" y="818"/>
                    <a:pt x="390" y="818"/>
                  </a:cubicBezTo>
                  <a:cubicBezTo>
                    <a:pt x="382" y="818"/>
                    <a:pt x="373" y="817"/>
                    <a:pt x="365" y="817"/>
                  </a:cubicBezTo>
                  <a:cubicBezTo>
                    <a:pt x="197" y="817"/>
                    <a:pt x="99" y="709"/>
                    <a:pt x="109" y="502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1">
              <a:extLst>
                <a:ext uri="{FF2B5EF4-FFF2-40B4-BE49-F238E27FC236}">
                  <a16:creationId xmlns:a16="http://schemas.microsoft.com/office/drawing/2014/main" id="{F5A88D28-24FC-635D-058B-B391519B28A9}"/>
                </a:ext>
              </a:extLst>
            </p:cNvPr>
            <p:cNvSpPr/>
            <p:nvPr/>
          </p:nvSpPr>
          <p:spPr>
            <a:xfrm>
              <a:off x="2325541" y="3517150"/>
              <a:ext cx="39851" cy="50215"/>
            </a:xfrm>
            <a:custGeom>
              <a:avLst/>
              <a:gdLst/>
              <a:ahLst/>
              <a:cxnLst/>
              <a:rect l="l" t="t" r="r" b="b"/>
              <a:pathLst>
                <a:path w="719" h="906" extrusionOk="0">
                  <a:moveTo>
                    <a:pt x="0" y="1"/>
                  </a:moveTo>
                  <a:lnTo>
                    <a:pt x="0" y="80"/>
                  </a:lnTo>
                  <a:lnTo>
                    <a:pt x="305" y="89"/>
                  </a:lnTo>
                  <a:lnTo>
                    <a:pt x="276" y="906"/>
                  </a:lnTo>
                  <a:lnTo>
                    <a:pt x="374" y="906"/>
                  </a:lnTo>
                  <a:lnTo>
                    <a:pt x="403" y="99"/>
                  </a:lnTo>
                  <a:lnTo>
                    <a:pt x="718" y="109"/>
                  </a:lnTo>
                  <a:lnTo>
                    <a:pt x="718" y="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1">
              <a:extLst>
                <a:ext uri="{FF2B5EF4-FFF2-40B4-BE49-F238E27FC236}">
                  <a16:creationId xmlns:a16="http://schemas.microsoft.com/office/drawing/2014/main" id="{1C86B331-F32F-C536-6F35-61EDB88AB00E}"/>
                </a:ext>
              </a:extLst>
            </p:cNvPr>
            <p:cNvSpPr/>
            <p:nvPr/>
          </p:nvSpPr>
          <p:spPr>
            <a:xfrm>
              <a:off x="2748968" y="1467847"/>
              <a:ext cx="63240" cy="181406"/>
            </a:xfrm>
            <a:custGeom>
              <a:avLst/>
              <a:gdLst/>
              <a:ahLst/>
              <a:cxnLst/>
              <a:rect l="l" t="t" r="r" b="b"/>
              <a:pathLst>
                <a:path w="1141" h="3273" extrusionOk="0">
                  <a:moveTo>
                    <a:pt x="527" y="0"/>
                  </a:moveTo>
                  <a:cubicBezTo>
                    <a:pt x="238" y="0"/>
                    <a:pt x="0" y="232"/>
                    <a:pt x="0" y="538"/>
                  </a:cubicBezTo>
                  <a:lnTo>
                    <a:pt x="30" y="2750"/>
                  </a:lnTo>
                  <a:cubicBezTo>
                    <a:pt x="30" y="3026"/>
                    <a:pt x="246" y="3252"/>
                    <a:pt x="521" y="3272"/>
                  </a:cubicBezTo>
                  <a:lnTo>
                    <a:pt x="561" y="3272"/>
                  </a:lnTo>
                  <a:cubicBezTo>
                    <a:pt x="573" y="3272"/>
                    <a:pt x="584" y="3273"/>
                    <a:pt x="596" y="3273"/>
                  </a:cubicBezTo>
                  <a:cubicBezTo>
                    <a:pt x="895" y="3273"/>
                    <a:pt x="1141" y="3033"/>
                    <a:pt x="1131" y="2721"/>
                  </a:cubicBezTo>
                  <a:lnTo>
                    <a:pt x="1072" y="508"/>
                  </a:lnTo>
                  <a:cubicBezTo>
                    <a:pt x="1062" y="252"/>
                    <a:pt x="866" y="36"/>
                    <a:pt x="610" y="7"/>
                  </a:cubicBezTo>
                  <a:cubicBezTo>
                    <a:pt x="582" y="2"/>
                    <a:pt x="554" y="0"/>
                    <a:pt x="527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1">
              <a:extLst>
                <a:ext uri="{FF2B5EF4-FFF2-40B4-BE49-F238E27FC236}">
                  <a16:creationId xmlns:a16="http://schemas.microsoft.com/office/drawing/2014/main" id="{470C1544-846A-224D-7652-939916521FAB}"/>
                </a:ext>
              </a:extLst>
            </p:cNvPr>
            <p:cNvSpPr/>
            <p:nvPr/>
          </p:nvSpPr>
          <p:spPr>
            <a:xfrm>
              <a:off x="2752737" y="1343307"/>
              <a:ext cx="56755" cy="100541"/>
            </a:xfrm>
            <a:custGeom>
              <a:avLst/>
              <a:gdLst/>
              <a:ahLst/>
              <a:cxnLst/>
              <a:rect l="l" t="t" r="r" b="b"/>
              <a:pathLst>
                <a:path w="1024" h="1814" extrusionOk="0">
                  <a:moveTo>
                    <a:pt x="531" y="1"/>
                  </a:moveTo>
                  <a:cubicBezTo>
                    <a:pt x="525" y="1"/>
                    <a:pt x="519" y="1"/>
                    <a:pt x="512" y="1"/>
                  </a:cubicBezTo>
                  <a:cubicBezTo>
                    <a:pt x="276" y="11"/>
                    <a:pt x="89" y="188"/>
                    <a:pt x="80" y="414"/>
                  </a:cubicBezTo>
                  <a:lnTo>
                    <a:pt x="11" y="1319"/>
                  </a:lnTo>
                  <a:cubicBezTo>
                    <a:pt x="1" y="1555"/>
                    <a:pt x="168" y="1762"/>
                    <a:pt x="404" y="1791"/>
                  </a:cubicBezTo>
                  <a:lnTo>
                    <a:pt x="503" y="1811"/>
                  </a:lnTo>
                  <a:cubicBezTo>
                    <a:pt x="519" y="1813"/>
                    <a:pt x="536" y="1814"/>
                    <a:pt x="553" y="1814"/>
                  </a:cubicBezTo>
                  <a:cubicBezTo>
                    <a:pt x="807" y="1814"/>
                    <a:pt x="1023" y="1607"/>
                    <a:pt x="1014" y="1339"/>
                  </a:cubicBezTo>
                  <a:lnTo>
                    <a:pt x="984" y="434"/>
                  </a:lnTo>
                  <a:cubicBezTo>
                    <a:pt x="975" y="185"/>
                    <a:pt x="769" y="1"/>
                    <a:pt x="531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1">
              <a:extLst>
                <a:ext uri="{FF2B5EF4-FFF2-40B4-BE49-F238E27FC236}">
                  <a16:creationId xmlns:a16="http://schemas.microsoft.com/office/drawing/2014/main" id="{1E5A0512-9E0A-203E-E6B8-7CB73EE81BD5}"/>
                </a:ext>
              </a:extLst>
            </p:cNvPr>
            <p:cNvSpPr/>
            <p:nvPr/>
          </p:nvSpPr>
          <p:spPr>
            <a:xfrm>
              <a:off x="3238429" y="1509471"/>
              <a:ext cx="467233" cy="694642"/>
            </a:xfrm>
            <a:custGeom>
              <a:avLst/>
              <a:gdLst/>
              <a:ahLst/>
              <a:cxnLst/>
              <a:rect l="l" t="t" r="r" b="b"/>
              <a:pathLst>
                <a:path w="8430" h="12533" extrusionOk="0">
                  <a:moveTo>
                    <a:pt x="3035" y="3504"/>
                  </a:moveTo>
                  <a:cubicBezTo>
                    <a:pt x="3407" y="3505"/>
                    <a:pt x="3769" y="3593"/>
                    <a:pt x="4102" y="3750"/>
                  </a:cubicBezTo>
                  <a:cubicBezTo>
                    <a:pt x="4063" y="3907"/>
                    <a:pt x="4013" y="4055"/>
                    <a:pt x="3954" y="4202"/>
                  </a:cubicBezTo>
                  <a:cubicBezTo>
                    <a:pt x="3650" y="4901"/>
                    <a:pt x="2951" y="5392"/>
                    <a:pt x="2253" y="5392"/>
                  </a:cubicBezTo>
                  <a:lnTo>
                    <a:pt x="2243" y="5392"/>
                  </a:lnTo>
                  <a:cubicBezTo>
                    <a:pt x="2228" y="5393"/>
                    <a:pt x="2213" y="5394"/>
                    <a:pt x="2198" y="5394"/>
                  </a:cubicBezTo>
                  <a:cubicBezTo>
                    <a:pt x="2036" y="5394"/>
                    <a:pt x="1876" y="5346"/>
                    <a:pt x="1732" y="5265"/>
                  </a:cubicBezTo>
                  <a:cubicBezTo>
                    <a:pt x="1456" y="5078"/>
                    <a:pt x="1358" y="4635"/>
                    <a:pt x="1525" y="4291"/>
                  </a:cubicBezTo>
                  <a:cubicBezTo>
                    <a:pt x="1673" y="3966"/>
                    <a:pt x="2007" y="3711"/>
                    <a:pt x="2440" y="3593"/>
                  </a:cubicBezTo>
                  <a:cubicBezTo>
                    <a:pt x="2625" y="3534"/>
                    <a:pt x="2830" y="3505"/>
                    <a:pt x="3035" y="3504"/>
                  </a:cubicBezTo>
                  <a:close/>
                  <a:moveTo>
                    <a:pt x="4959" y="7260"/>
                  </a:moveTo>
                  <a:cubicBezTo>
                    <a:pt x="4981" y="7260"/>
                    <a:pt x="5004" y="7260"/>
                    <a:pt x="5026" y="7261"/>
                  </a:cubicBezTo>
                  <a:lnTo>
                    <a:pt x="5017" y="7261"/>
                  </a:lnTo>
                  <a:cubicBezTo>
                    <a:pt x="5312" y="7261"/>
                    <a:pt x="5607" y="7300"/>
                    <a:pt x="5882" y="7399"/>
                  </a:cubicBezTo>
                  <a:cubicBezTo>
                    <a:pt x="5872" y="7487"/>
                    <a:pt x="5862" y="7586"/>
                    <a:pt x="5843" y="7684"/>
                  </a:cubicBezTo>
                  <a:cubicBezTo>
                    <a:pt x="5764" y="8244"/>
                    <a:pt x="5538" y="9012"/>
                    <a:pt x="4948" y="9444"/>
                  </a:cubicBezTo>
                  <a:cubicBezTo>
                    <a:pt x="4711" y="9604"/>
                    <a:pt x="4428" y="9694"/>
                    <a:pt x="4143" y="9694"/>
                  </a:cubicBezTo>
                  <a:cubicBezTo>
                    <a:pt x="4060" y="9694"/>
                    <a:pt x="3977" y="9686"/>
                    <a:pt x="3895" y="9671"/>
                  </a:cubicBezTo>
                  <a:cubicBezTo>
                    <a:pt x="3640" y="9631"/>
                    <a:pt x="3404" y="9484"/>
                    <a:pt x="3256" y="9267"/>
                  </a:cubicBezTo>
                  <a:cubicBezTo>
                    <a:pt x="3109" y="9021"/>
                    <a:pt x="3079" y="8717"/>
                    <a:pt x="3187" y="8441"/>
                  </a:cubicBezTo>
                  <a:cubicBezTo>
                    <a:pt x="3364" y="7949"/>
                    <a:pt x="3748" y="7576"/>
                    <a:pt x="4240" y="7389"/>
                  </a:cubicBezTo>
                  <a:cubicBezTo>
                    <a:pt x="4465" y="7308"/>
                    <a:pt x="4714" y="7260"/>
                    <a:pt x="4959" y="7260"/>
                  </a:cubicBezTo>
                  <a:close/>
                  <a:moveTo>
                    <a:pt x="1551" y="1"/>
                  </a:moveTo>
                  <a:cubicBezTo>
                    <a:pt x="1043" y="1"/>
                    <a:pt x="548" y="152"/>
                    <a:pt x="158" y="446"/>
                  </a:cubicBezTo>
                  <a:cubicBezTo>
                    <a:pt x="0" y="548"/>
                    <a:pt x="109" y="752"/>
                    <a:pt x="249" y="752"/>
                  </a:cubicBezTo>
                  <a:cubicBezTo>
                    <a:pt x="284" y="752"/>
                    <a:pt x="320" y="740"/>
                    <a:pt x="355" y="711"/>
                  </a:cubicBezTo>
                  <a:cubicBezTo>
                    <a:pt x="690" y="460"/>
                    <a:pt x="1116" y="329"/>
                    <a:pt x="1553" y="329"/>
                  </a:cubicBezTo>
                  <a:cubicBezTo>
                    <a:pt x="1835" y="329"/>
                    <a:pt x="2121" y="383"/>
                    <a:pt x="2391" y="495"/>
                  </a:cubicBezTo>
                  <a:cubicBezTo>
                    <a:pt x="3059" y="790"/>
                    <a:pt x="3590" y="1340"/>
                    <a:pt x="3876" y="2019"/>
                  </a:cubicBezTo>
                  <a:cubicBezTo>
                    <a:pt x="4072" y="2452"/>
                    <a:pt x="4161" y="2934"/>
                    <a:pt x="4141" y="3416"/>
                  </a:cubicBezTo>
                  <a:cubicBezTo>
                    <a:pt x="3795" y="3260"/>
                    <a:pt x="3423" y="3185"/>
                    <a:pt x="3052" y="3185"/>
                  </a:cubicBezTo>
                  <a:cubicBezTo>
                    <a:pt x="2812" y="3185"/>
                    <a:pt x="2573" y="3216"/>
                    <a:pt x="2341" y="3278"/>
                  </a:cubicBezTo>
                  <a:cubicBezTo>
                    <a:pt x="1820" y="3425"/>
                    <a:pt x="1407" y="3750"/>
                    <a:pt x="1220" y="4153"/>
                  </a:cubicBezTo>
                  <a:cubicBezTo>
                    <a:pt x="984" y="4655"/>
                    <a:pt x="1132" y="5265"/>
                    <a:pt x="1545" y="5540"/>
                  </a:cubicBezTo>
                  <a:cubicBezTo>
                    <a:pt x="1738" y="5660"/>
                    <a:pt x="1966" y="5728"/>
                    <a:pt x="2189" y="5728"/>
                  </a:cubicBezTo>
                  <a:cubicBezTo>
                    <a:pt x="2204" y="5728"/>
                    <a:pt x="2218" y="5727"/>
                    <a:pt x="2233" y="5727"/>
                  </a:cubicBezTo>
                  <a:lnTo>
                    <a:pt x="2243" y="5727"/>
                  </a:lnTo>
                  <a:cubicBezTo>
                    <a:pt x="3069" y="5727"/>
                    <a:pt x="3895" y="5156"/>
                    <a:pt x="4249" y="4340"/>
                  </a:cubicBezTo>
                  <a:cubicBezTo>
                    <a:pt x="4308" y="4202"/>
                    <a:pt x="4358" y="4055"/>
                    <a:pt x="4397" y="3907"/>
                  </a:cubicBezTo>
                  <a:cubicBezTo>
                    <a:pt x="4702" y="4094"/>
                    <a:pt x="4967" y="4340"/>
                    <a:pt x="5184" y="4635"/>
                  </a:cubicBezTo>
                  <a:cubicBezTo>
                    <a:pt x="5675" y="5274"/>
                    <a:pt x="5921" y="6140"/>
                    <a:pt x="5892" y="7064"/>
                  </a:cubicBezTo>
                  <a:cubicBezTo>
                    <a:pt x="5609" y="6978"/>
                    <a:pt x="5318" y="6934"/>
                    <a:pt x="5027" y="6934"/>
                  </a:cubicBezTo>
                  <a:cubicBezTo>
                    <a:pt x="4720" y="6934"/>
                    <a:pt x="4414" y="6983"/>
                    <a:pt x="4122" y="7084"/>
                  </a:cubicBezTo>
                  <a:cubicBezTo>
                    <a:pt x="3541" y="7300"/>
                    <a:pt x="3079" y="7763"/>
                    <a:pt x="2863" y="8343"/>
                  </a:cubicBezTo>
                  <a:cubicBezTo>
                    <a:pt x="2725" y="8707"/>
                    <a:pt x="2774" y="9110"/>
                    <a:pt x="2971" y="9444"/>
                  </a:cubicBezTo>
                  <a:cubicBezTo>
                    <a:pt x="3177" y="9739"/>
                    <a:pt x="3482" y="9936"/>
                    <a:pt x="3836" y="9995"/>
                  </a:cubicBezTo>
                  <a:cubicBezTo>
                    <a:pt x="3938" y="10013"/>
                    <a:pt x="4040" y="10021"/>
                    <a:pt x="4141" y="10021"/>
                  </a:cubicBezTo>
                  <a:cubicBezTo>
                    <a:pt x="4495" y="10021"/>
                    <a:pt x="4844" y="9916"/>
                    <a:pt x="5135" y="9710"/>
                  </a:cubicBezTo>
                  <a:cubicBezTo>
                    <a:pt x="5823" y="9218"/>
                    <a:pt x="6079" y="8362"/>
                    <a:pt x="6167" y="7733"/>
                  </a:cubicBezTo>
                  <a:cubicBezTo>
                    <a:pt x="6177" y="7654"/>
                    <a:pt x="6187" y="7586"/>
                    <a:pt x="6197" y="7517"/>
                  </a:cubicBezTo>
                  <a:cubicBezTo>
                    <a:pt x="6738" y="7763"/>
                    <a:pt x="7180" y="8166"/>
                    <a:pt x="7475" y="8677"/>
                  </a:cubicBezTo>
                  <a:cubicBezTo>
                    <a:pt x="8085" y="9749"/>
                    <a:pt x="7947" y="11224"/>
                    <a:pt x="7141" y="12267"/>
                  </a:cubicBezTo>
                  <a:cubicBezTo>
                    <a:pt x="7082" y="12336"/>
                    <a:pt x="7092" y="12434"/>
                    <a:pt x="7170" y="12493"/>
                  </a:cubicBezTo>
                  <a:cubicBezTo>
                    <a:pt x="7200" y="12513"/>
                    <a:pt x="7229" y="12532"/>
                    <a:pt x="7269" y="12532"/>
                  </a:cubicBezTo>
                  <a:cubicBezTo>
                    <a:pt x="7318" y="12523"/>
                    <a:pt x="7357" y="12503"/>
                    <a:pt x="7387" y="12473"/>
                  </a:cubicBezTo>
                  <a:cubicBezTo>
                    <a:pt x="8282" y="11333"/>
                    <a:pt x="8429" y="9700"/>
                    <a:pt x="7751" y="8510"/>
                  </a:cubicBezTo>
                  <a:cubicBezTo>
                    <a:pt x="7406" y="7910"/>
                    <a:pt x="6865" y="7438"/>
                    <a:pt x="6216" y="7182"/>
                  </a:cubicBezTo>
                  <a:cubicBezTo>
                    <a:pt x="6266" y="6140"/>
                    <a:pt x="6000" y="5166"/>
                    <a:pt x="5449" y="4438"/>
                  </a:cubicBezTo>
                  <a:cubicBezTo>
                    <a:pt x="5184" y="4075"/>
                    <a:pt x="4840" y="3779"/>
                    <a:pt x="4456" y="3563"/>
                  </a:cubicBezTo>
                  <a:cubicBezTo>
                    <a:pt x="4515" y="2993"/>
                    <a:pt x="4417" y="2412"/>
                    <a:pt x="4181" y="1881"/>
                  </a:cubicBezTo>
                  <a:cubicBezTo>
                    <a:pt x="3856" y="1124"/>
                    <a:pt x="3266" y="524"/>
                    <a:pt x="2518" y="190"/>
                  </a:cubicBezTo>
                  <a:cubicBezTo>
                    <a:pt x="2207" y="63"/>
                    <a:pt x="1876" y="1"/>
                    <a:pt x="15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1">
              <a:extLst>
                <a:ext uri="{FF2B5EF4-FFF2-40B4-BE49-F238E27FC236}">
                  <a16:creationId xmlns:a16="http://schemas.microsoft.com/office/drawing/2014/main" id="{47A29378-8C52-EBF0-4D01-0CA43213EF5D}"/>
                </a:ext>
              </a:extLst>
            </p:cNvPr>
            <p:cNvSpPr/>
            <p:nvPr/>
          </p:nvSpPr>
          <p:spPr>
            <a:xfrm>
              <a:off x="1309905" y="2164486"/>
              <a:ext cx="247528" cy="448998"/>
            </a:xfrm>
            <a:custGeom>
              <a:avLst/>
              <a:gdLst/>
              <a:ahLst/>
              <a:cxnLst/>
              <a:rect l="l" t="t" r="r" b="b"/>
              <a:pathLst>
                <a:path w="4466" h="8101" extrusionOk="0">
                  <a:moveTo>
                    <a:pt x="2502" y="3105"/>
                  </a:moveTo>
                  <a:cubicBezTo>
                    <a:pt x="2559" y="3105"/>
                    <a:pt x="2614" y="3117"/>
                    <a:pt x="2666" y="3144"/>
                  </a:cubicBezTo>
                  <a:cubicBezTo>
                    <a:pt x="2852" y="3252"/>
                    <a:pt x="2931" y="3478"/>
                    <a:pt x="2862" y="3685"/>
                  </a:cubicBezTo>
                  <a:cubicBezTo>
                    <a:pt x="2784" y="3911"/>
                    <a:pt x="2597" y="4088"/>
                    <a:pt x="2370" y="4166"/>
                  </a:cubicBezTo>
                  <a:cubicBezTo>
                    <a:pt x="2243" y="4216"/>
                    <a:pt x="2105" y="4240"/>
                    <a:pt x="1967" y="4240"/>
                  </a:cubicBezTo>
                  <a:cubicBezTo>
                    <a:pt x="1830" y="4240"/>
                    <a:pt x="1692" y="4216"/>
                    <a:pt x="1564" y="4166"/>
                  </a:cubicBezTo>
                  <a:cubicBezTo>
                    <a:pt x="1633" y="3921"/>
                    <a:pt x="1741" y="3694"/>
                    <a:pt x="1889" y="3498"/>
                  </a:cubicBezTo>
                  <a:cubicBezTo>
                    <a:pt x="2044" y="3280"/>
                    <a:pt x="2286" y="3105"/>
                    <a:pt x="2502" y="3105"/>
                  </a:cubicBezTo>
                  <a:close/>
                  <a:moveTo>
                    <a:pt x="2419" y="1"/>
                  </a:moveTo>
                  <a:cubicBezTo>
                    <a:pt x="1959" y="1"/>
                    <a:pt x="1464" y="234"/>
                    <a:pt x="1033" y="665"/>
                  </a:cubicBezTo>
                  <a:cubicBezTo>
                    <a:pt x="315" y="1373"/>
                    <a:pt x="0" y="2376"/>
                    <a:pt x="236" y="3212"/>
                  </a:cubicBezTo>
                  <a:cubicBezTo>
                    <a:pt x="384" y="3694"/>
                    <a:pt x="718" y="4107"/>
                    <a:pt x="1171" y="4343"/>
                  </a:cubicBezTo>
                  <a:cubicBezTo>
                    <a:pt x="1141" y="4511"/>
                    <a:pt x="1112" y="4668"/>
                    <a:pt x="1102" y="4835"/>
                  </a:cubicBezTo>
                  <a:cubicBezTo>
                    <a:pt x="1033" y="5789"/>
                    <a:pt x="1318" y="6684"/>
                    <a:pt x="1879" y="7294"/>
                  </a:cubicBezTo>
                  <a:cubicBezTo>
                    <a:pt x="2341" y="7795"/>
                    <a:pt x="2980" y="8090"/>
                    <a:pt x="3669" y="8100"/>
                  </a:cubicBezTo>
                  <a:cubicBezTo>
                    <a:pt x="3895" y="8100"/>
                    <a:pt x="4121" y="8061"/>
                    <a:pt x="4337" y="7982"/>
                  </a:cubicBezTo>
                  <a:cubicBezTo>
                    <a:pt x="4426" y="7953"/>
                    <a:pt x="4465" y="7854"/>
                    <a:pt x="4436" y="7776"/>
                  </a:cubicBezTo>
                  <a:cubicBezTo>
                    <a:pt x="4412" y="7705"/>
                    <a:pt x="4350" y="7659"/>
                    <a:pt x="4281" y="7659"/>
                  </a:cubicBezTo>
                  <a:cubicBezTo>
                    <a:pt x="4264" y="7659"/>
                    <a:pt x="4247" y="7662"/>
                    <a:pt x="4229" y="7668"/>
                  </a:cubicBezTo>
                  <a:cubicBezTo>
                    <a:pt x="4051" y="7731"/>
                    <a:pt x="3860" y="7762"/>
                    <a:pt x="3666" y="7762"/>
                  </a:cubicBezTo>
                  <a:cubicBezTo>
                    <a:pt x="3113" y="7762"/>
                    <a:pt x="2532" y="7512"/>
                    <a:pt x="2125" y="7068"/>
                  </a:cubicBezTo>
                  <a:cubicBezTo>
                    <a:pt x="1623" y="6517"/>
                    <a:pt x="1377" y="5720"/>
                    <a:pt x="1436" y="4855"/>
                  </a:cubicBezTo>
                  <a:cubicBezTo>
                    <a:pt x="1446" y="4727"/>
                    <a:pt x="1456" y="4599"/>
                    <a:pt x="1485" y="4481"/>
                  </a:cubicBezTo>
                  <a:cubicBezTo>
                    <a:pt x="1641" y="4533"/>
                    <a:pt x="1805" y="4560"/>
                    <a:pt x="1970" y="4560"/>
                  </a:cubicBezTo>
                  <a:cubicBezTo>
                    <a:pt x="2150" y="4560"/>
                    <a:pt x="2329" y="4528"/>
                    <a:pt x="2498" y="4461"/>
                  </a:cubicBezTo>
                  <a:cubicBezTo>
                    <a:pt x="2823" y="4343"/>
                    <a:pt x="3069" y="4098"/>
                    <a:pt x="3187" y="3773"/>
                  </a:cubicBezTo>
                  <a:cubicBezTo>
                    <a:pt x="3305" y="3409"/>
                    <a:pt x="3147" y="3016"/>
                    <a:pt x="2813" y="2839"/>
                  </a:cubicBezTo>
                  <a:cubicBezTo>
                    <a:pt x="2713" y="2789"/>
                    <a:pt x="2610" y="2767"/>
                    <a:pt x="2508" y="2767"/>
                  </a:cubicBezTo>
                  <a:cubicBezTo>
                    <a:pt x="2169" y="2767"/>
                    <a:pt x="1837" y="3011"/>
                    <a:pt x="1633" y="3291"/>
                  </a:cubicBezTo>
                  <a:cubicBezTo>
                    <a:pt x="1466" y="3507"/>
                    <a:pt x="1348" y="3753"/>
                    <a:pt x="1259" y="4019"/>
                  </a:cubicBezTo>
                  <a:cubicBezTo>
                    <a:pt x="925" y="3812"/>
                    <a:pt x="669" y="3498"/>
                    <a:pt x="561" y="3124"/>
                  </a:cubicBezTo>
                  <a:cubicBezTo>
                    <a:pt x="354" y="2406"/>
                    <a:pt x="630" y="1531"/>
                    <a:pt x="1269" y="891"/>
                  </a:cubicBezTo>
                  <a:cubicBezTo>
                    <a:pt x="1568" y="600"/>
                    <a:pt x="2007" y="329"/>
                    <a:pt x="2443" y="329"/>
                  </a:cubicBezTo>
                  <a:cubicBezTo>
                    <a:pt x="2537" y="329"/>
                    <a:pt x="2632" y="342"/>
                    <a:pt x="2725" y="370"/>
                  </a:cubicBezTo>
                  <a:cubicBezTo>
                    <a:pt x="2745" y="377"/>
                    <a:pt x="2764" y="380"/>
                    <a:pt x="2782" y="380"/>
                  </a:cubicBezTo>
                  <a:cubicBezTo>
                    <a:pt x="2947" y="380"/>
                    <a:pt x="3009" y="119"/>
                    <a:pt x="2823" y="65"/>
                  </a:cubicBezTo>
                  <a:cubicBezTo>
                    <a:pt x="2693" y="22"/>
                    <a:pt x="2558" y="1"/>
                    <a:pt x="24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1">
              <a:extLst>
                <a:ext uri="{FF2B5EF4-FFF2-40B4-BE49-F238E27FC236}">
                  <a16:creationId xmlns:a16="http://schemas.microsoft.com/office/drawing/2014/main" id="{53C40456-16DE-0860-1A74-A8AB688209DF}"/>
                </a:ext>
              </a:extLst>
            </p:cNvPr>
            <p:cNvSpPr/>
            <p:nvPr/>
          </p:nvSpPr>
          <p:spPr>
            <a:xfrm>
              <a:off x="2665609" y="2704549"/>
              <a:ext cx="318306" cy="302454"/>
            </a:xfrm>
            <a:custGeom>
              <a:avLst/>
              <a:gdLst/>
              <a:ahLst/>
              <a:cxnLst/>
              <a:rect l="l" t="t" r="r" b="b"/>
              <a:pathLst>
                <a:path w="5743" h="5457" extrusionOk="0">
                  <a:moveTo>
                    <a:pt x="2429" y="1612"/>
                  </a:moveTo>
                  <a:cubicBezTo>
                    <a:pt x="2743" y="1621"/>
                    <a:pt x="3038" y="1769"/>
                    <a:pt x="3225" y="2015"/>
                  </a:cubicBezTo>
                  <a:cubicBezTo>
                    <a:pt x="3451" y="2339"/>
                    <a:pt x="3540" y="2733"/>
                    <a:pt x="3471" y="3126"/>
                  </a:cubicBezTo>
                  <a:cubicBezTo>
                    <a:pt x="3309" y="3164"/>
                    <a:pt x="3142" y="3184"/>
                    <a:pt x="2975" y="3184"/>
                  </a:cubicBezTo>
                  <a:cubicBezTo>
                    <a:pt x="2798" y="3184"/>
                    <a:pt x="2620" y="3162"/>
                    <a:pt x="2448" y="3116"/>
                  </a:cubicBezTo>
                  <a:cubicBezTo>
                    <a:pt x="2134" y="3028"/>
                    <a:pt x="1770" y="2802"/>
                    <a:pt x="1681" y="2467"/>
                  </a:cubicBezTo>
                  <a:cubicBezTo>
                    <a:pt x="1602" y="2133"/>
                    <a:pt x="1858" y="1739"/>
                    <a:pt x="2212" y="1641"/>
                  </a:cubicBezTo>
                  <a:cubicBezTo>
                    <a:pt x="2281" y="1621"/>
                    <a:pt x="2360" y="1612"/>
                    <a:pt x="2429" y="1612"/>
                  </a:cubicBezTo>
                  <a:close/>
                  <a:moveTo>
                    <a:pt x="5417" y="1"/>
                  </a:moveTo>
                  <a:cubicBezTo>
                    <a:pt x="5324" y="1"/>
                    <a:pt x="5229" y="73"/>
                    <a:pt x="5251" y="195"/>
                  </a:cubicBezTo>
                  <a:cubicBezTo>
                    <a:pt x="5399" y="1002"/>
                    <a:pt x="5173" y="1838"/>
                    <a:pt x="4632" y="2448"/>
                  </a:cubicBezTo>
                  <a:cubicBezTo>
                    <a:pt x="4396" y="2693"/>
                    <a:pt x="4120" y="2890"/>
                    <a:pt x="3815" y="3008"/>
                  </a:cubicBezTo>
                  <a:cubicBezTo>
                    <a:pt x="3845" y="2585"/>
                    <a:pt x="3727" y="2162"/>
                    <a:pt x="3481" y="1818"/>
                  </a:cubicBezTo>
                  <a:cubicBezTo>
                    <a:pt x="3227" y="1485"/>
                    <a:pt x="2832" y="1293"/>
                    <a:pt x="2421" y="1293"/>
                  </a:cubicBezTo>
                  <a:cubicBezTo>
                    <a:pt x="2322" y="1293"/>
                    <a:pt x="2223" y="1304"/>
                    <a:pt x="2124" y="1326"/>
                  </a:cubicBezTo>
                  <a:cubicBezTo>
                    <a:pt x="1602" y="1474"/>
                    <a:pt x="1248" y="2044"/>
                    <a:pt x="1366" y="2546"/>
                  </a:cubicBezTo>
                  <a:cubicBezTo>
                    <a:pt x="1465" y="2959"/>
                    <a:pt x="1839" y="3284"/>
                    <a:pt x="2370" y="3431"/>
                  </a:cubicBezTo>
                  <a:cubicBezTo>
                    <a:pt x="2559" y="3483"/>
                    <a:pt x="2759" y="3508"/>
                    <a:pt x="2958" y="3508"/>
                  </a:cubicBezTo>
                  <a:cubicBezTo>
                    <a:pt x="3101" y="3508"/>
                    <a:pt x="3243" y="3495"/>
                    <a:pt x="3383" y="3470"/>
                  </a:cubicBezTo>
                  <a:lnTo>
                    <a:pt x="3383" y="3470"/>
                  </a:lnTo>
                  <a:cubicBezTo>
                    <a:pt x="3284" y="3765"/>
                    <a:pt x="3127" y="4041"/>
                    <a:pt x="2940" y="4296"/>
                  </a:cubicBezTo>
                  <a:cubicBezTo>
                    <a:pt x="2745" y="4547"/>
                    <a:pt x="2246" y="5120"/>
                    <a:pt x="1629" y="5120"/>
                  </a:cubicBezTo>
                  <a:cubicBezTo>
                    <a:pt x="1591" y="5120"/>
                    <a:pt x="1553" y="5117"/>
                    <a:pt x="1514" y="5113"/>
                  </a:cubicBezTo>
                  <a:cubicBezTo>
                    <a:pt x="944" y="5054"/>
                    <a:pt x="540" y="4493"/>
                    <a:pt x="353" y="4159"/>
                  </a:cubicBezTo>
                  <a:cubicBezTo>
                    <a:pt x="320" y="4104"/>
                    <a:pt x="271" y="4081"/>
                    <a:pt x="222" y="4081"/>
                  </a:cubicBezTo>
                  <a:cubicBezTo>
                    <a:pt x="111" y="4081"/>
                    <a:pt x="0" y="4197"/>
                    <a:pt x="68" y="4326"/>
                  </a:cubicBezTo>
                  <a:cubicBezTo>
                    <a:pt x="442" y="4985"/>
                    <a:pt x="944" y="5388"/>
                    <a:pt x="1475" y="5447"/>
                  </a:cubicBezTo>
                  <a:cubicBezTo>
                    <a:pt x="1524" y="5447"/>
                    <a:pt x="1573" y="5457"/>
                    <a:pt x="1622" y="5457"/>
                  </a:cubicBezTo>
                  <a:cubicBezTo>
                    <a:pt x="2173" y="5457"/>
                    <a:pt x="2733" y="5103"/>
                    <a:pt x="3196" y="4483"/>
                  </a:cubicBezTo>
                  <a:cubicBezTo>
                    <a:pt x="3451" y="4159"/>
                    <a:pt x="3638" y="3785"/>
                    <a:pt x="3756" y="3382"/>
                  </a:cubicBezTo>
                  <a:cubicBezTo>
                    <a:pt x="4179" y="3244"/>
                    <a:pt x="4563" y="2998"/>
                    <a:pt x="4868" y="2674"/>
                  </a:cubicBezTo>
                  <a:cubicBezTo>
                    <a:pt x="5477" y="1975"/>
                    <a:pt x="5743" y="1041"/>
                    <a:pt x="5576" y="136"/>
                  </a:cubicBezTo>
                  <a:cubicBezTo>
                    <a:pt x="5559" y="43"/>
                    <a:pt x="5488" y="1"/>
                    <a:pt x="5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5" name="Google Shape;1035;p31">
            <a:extLst>
              <a:ext uri="{FF2B5EF4-FFF2-40B4-BE49-F238E27FC236}">
                <a16:creationId xmlns:a16="http://schemas.microsoft.com/office/drawing/2014/main" id="{912C1456-7411-4542-01BC-E7C450949D43}"/>
              </a:ext>
            </a:extLst>
          </p:cNvPr>
          <p:cNvGrpSpPr/>
          <p:nvPr/>
        </p:nvGrpSpPr>
        <p:grpSpPr>
          <a:xfrm rot="-2168336">
            <a:off x="340929" y="483154"/>
            <a:ext cx="825790" cy="701108"/>
            <a:chOff x="3502275" y="3218775"/>
            <a:chExt cx="1175775" cy="998250"/>
          </a:xfrm>
        </p:grpSpPr>
        <p:sp>
          <p:nvSpPr>
            <p:cNvPr id="1036" name="Google Shape;1036;p31">
              <a:extLst>
                <a:ext uri="{FF2B5EF4-FFF2-40B4-BE49-F238E27FC236}">
                  <a16:creationId xmlns:a16="http://schemas.microsoft.com/office/drawing/2014/main" id="{B14D00DF-6D0B-1954-C8CB-E72063F81EBC}"/>
                </a:ext>
              </a:extLst>
            </p:cNvPr>
            <p:cNvSpPr/>
            <p:nvPr/>
          </p:nvSpPr>
          <p:spPr>
            <a:xfrm>
              <a:off x="3503750" y="3218775"/>
              <a:ext cx="1174300" cy="997175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1">
              <a:extLst>
                <a:ext uri="{FF2B5EF4-FFF2-40B4-BE49-F238E27FC236}">
                  <a16:creationId xmlns:a16="http://schemas.microsoft.com/office/drawing/2014/main" id="{6F33A247-43E5-7C5F-5426-46ECBA4C6606}"/>
                </a:ext>
              </a:extLst>
            </p:cNvPr>
            <p:cNvSpPr/>
            <p:nvPr/>
          </p:nvSpPr>
          <p:spPr>
            <a:xfrm>
              <a:off x="3502275" y="3292450"/>
              <a:ext cx="1155375" cy="92457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1">
              <a:extLst>
                <a:ext uri="{FF2B5EF4-FFF2-40B4-BE49-F238E27FC236}">
                  <a16:creationId xmlns:a16="http://schemas.microsoft.com/office/drawing/2014/main" id="{ED999500-762A-C4C7-8E58-FFB22822ED7C}"/>
                </a:ext>
              </a:extLst>
            </p:cNvPr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1">
              <a:extLst>
                <a:ext uri="{FF2B5EF4-FFF2-40B4-BE49-F238E27FC236}">
                  <a16:creationId xmlns:a16="http://schemas.microsoft.com/office/drawing/2014/main" id="{FC54A0F6-2E98-C9FA-0DFF-754EFDF665C2}"/>
                </a:ext>
              </a:extLst>
            </p:cNvPr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1">
              <a:extLst>
                <a:ext uri="{FF2B5EF4-FFF2-40B4-BE49-F238E27FC236}">
                  <a16:creationId xmlns:a16="http://schemas.microsoft.com/office/drawing/2014/main" id="{04D5B1C5-8CDB-08F9-E3EE-6DB9DF7EDDE2}"/>
                </a:ext>
              </a:extLst>
            </p:cNvPr>
            <p:cNvSpPr/>
            <p:nvPr/>
          </p:nvSpPr>
          <p:spPr>
            <a:xfrm>
              <a:off x="3937225" y="3272500"/>
              <a:ext cx="241475" cy="223800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1">
              <a:extLst>
                <a:ext uri="{FF2B5EF4-FFF2-40B4-BE49-F238E27FC236}">
                  <a16:creationId xmlns:a16="http://schemas.microsoft.com/office/drawing/2014/main" id="{7611D88D-0D71-6016-F346-54F07A881D97}"/>
                </a:ext>
              </a:extLst>
            </p:cNvPr>
            <p:cNvSpPr/>
            <p:nvPr/>
          </p:nvSpPr>
          <p:spPr>
            <a:xfrm>
              <a:off x="3672925" y="3396275"/>
              <a:ext cx="267525" cy="219150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1">
              <a:extLst>
                <a:ext uri="{FF2B5EF4-FFF2-40B4-BE49-F238E27FC236}">
                  <a16:creationId xmlns:a16="http://schemas.microsoft.com/office/drawing/2014/main" id="{2B3F87BE-7F9B-8C60-2CAF-CC1E09326595}"/>
                </a:ext>
              </a:extLst>
            </p:cNvPr>
            <p:cNvSpPr/>
            <p:nvPr/>
          </p:nvSpPr>
          <p:spPr>
            <a:xfrm>
              <a:off x="3693700" y="3683175"/>
              <a:ext cx="296650" cy="24367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1">
              <a:extLst>
                <a:ext uri="{FF2B5EF4-FFF2-40B4-BE49-F238E27FC236}">
                  <a16:creationId xmlns:a16="http://schemas.microsoft.com/office/drawing/2014/main" id="{F040D075-DCBD-2179-3D6A-50762179778B}"/>
                </a:ext>
              </a:extLst>
            </p:cNvPr>
            <p:cNvSpPr/>
            <p:nvPr/>
          </p:nvSpPr>
          <p:spPr>
            <a:xfrm>
              <a:off x="4051550" y="3806075"/>
              <a:ext cx="278725" cy="279350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1">
              <a:extLst>
                <a:ext uri="{FF2B5EF4-FFF2-40B4-BE49-F238E27FC236}">
                  <a16:creationId xmlns:a16="http://schemas.microsoft.com/office/drawing/2014/main" id="{21CCF317-4427-3325-413A-80D7A39306FB}"/>
                </a:ext>
              </a:extLst>
            </p:cNvPr>
            <p:cNvSpPr/>
            <p:nvPr/>
          </p:nvSpPr>
          <p:spPr>
            <a:xfrm>
              <a:off x="4311675" y="3673800"/>
              <a:ext cx="296825" cy="25870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1">
              <a:extLst>
                <a:ext uri="{FF2B5EF4-FFF2-40B4-BE49-F238E27FC236}">
                  <a16:creationId xmlns:a16="http://schemas.microsoft.com/office/drawing/2014/main" id="{92CFCC73-7F3B-D2CE-7292-D6EA5E8166BA}"/>
                </a:ext>
              </a:extLst>
            </p:cNvPr>
            <p:cNvSpPr/>
            <p:nvPr/>
          </p:nvSpPr>
          <p:spPr>
            <a:xfrm>
              <a:off x="4234725" y="3403275"/>
              <a:ext cx="267050" cy="221800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1">
              <a:extLst>
                <a:ext uri="{FF2B5EF4-FFF2-40B4-BE49-F238E27FC236}">
                  <a16:creationId xmlns:a16="http://schemas.microsoft.com/office/drawing/2014/main" id="{59D18645-E925-A871-7A1C-212667397D95}"/>
                </a:ext>
              </a:extLst>
            </p:cNvPr>
            <p:cNvSpPr/>
            <p:nvPr/>
          </p:nvSpPr>
          <p:spPr>
            <a:xfrm>
              <a:off x="4027700" y="3566800"/>
              <a:ext cx="189350" cy="161850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1">
              <a:extLst>
                <a:ext uri="{FF2B5EF4-FFF2-40B4-BE49-F238E27FC236}">
                  <a16:creationId xmlns:a16="http://schemas.microsoft.com/office/drawing/2014/main" id="{8B83C90D-08EE-70AC-4C28-F56B55CD5C3A}"/>
                </a:ext>
              </a:extLst>
            </p:cNvPr>
            <p:cNvSpPr/>
            <p:nvPr/>
          </p:nvSpPr>
          <p:spPr>
            <a:xfrm>
              <a:off x="3796600" y="3346750"/>
              <a:ext cx="638775" cy="639525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" name="Google Shape;1048;p31">
            <a:extLst>
              <a:ext uri="{FF2B5EF4-FFF2-40B4-BE49-F238E27FC236}">
                <a16:creationId xmlns:a16="http://schemas.microsoft.com/office/drawing/2014/main" id="{1C6846D9-B6AB-B538-0BAD-0E8A054EA675}"/>
              </a:ext>
            </a:extLst>
          </p:cNvPr>
          <p:cNvSpPr/>
          <p:nvPr/>
        </p:nvSpPr>
        <p:spPr>
          <a:xfrm rot="3391622">
            <a:off x="8780552" y="4920052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9" name="Google Shape;1049;p31">
            <a:extLst>
              <a:ext uri="{FF2B5EF4-FFF2-40B4-BE49-F238E27FC236}">
                <a16:creationId xmlns:a16="http://schemas.microsoft.com/office/drawing/2014/main" id="{32EB93BB-2065-4AE2-DF5B-057159CD71F7}"/>
              </a:ext>
            </a:extLst>
          </p:cNvPr>
          <p:cNvGrpSpPr/>
          <p:nvPr/>
        </p:nvGrpSpPr>
        <p:grpSpPr>
          <a:xfrm>
            <a:off x="7339468" y="308176"/>
            <a:ext cx="1431589" cy="840949"/>
            <a:chOff x="3285175" y="1554625"/>
            <a:chExt cx="1458275" cy="856625"/>
          </a:xfrm>
        </p:grpSpPr>
        <p:sp>
          <p:nvSpPr>
            <p:cNvPr id="1050" name="Google Shape;1050;p31">
              <a:extLst>
                <a:ext uri="{FF2B5EF4-FFF2-40B4-BE49-F238E27FC236}">
                  <a16:creationId xmlns:a16="http://schemas.microsoft.com/office/drawing/2014/main" id="{0EC4034F-E177-F9ED-EB81-8A582EC042D5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1">
              <a:extLst>
                <a:ext uri="{FF2B5EF4-FFF2-40B4-BE49-F238E27FC236}">
                  <a16:creationId xmlns:a16="http://schemas.microsoft.com/office/drawing/2014/main" id="{E601C0DB-E145-B70A-2D50-62965AD747B7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1">
              <a:extLst>
                <a:ext uri="{FF2B5EF4-FFF2-40B4-BE49-F238E27FC236}">
                  <a16:creationId xmlns:a16="http://schemas.microsoft.com/office/drawing/2014/main" id="{9D74C052-53A8-7802-F75B-F30A3EB96A96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1">
              <a:extLst>
                <a:ext uri="{FF2B5EF4-FFF2-40B4-BE49-F238E27FC236}">
                  <a16:creationId xmlns:a16="http://schemas.microsoft.com/office/drawing/2014/main" id="{918875F4-11D9-FAF3-8D92-BB321FB72B72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1">
              <a:extLst>
                <a:ext uri="{FF2B5EF4-FFF2-40B4-BE49-F238E27FC236}">
                  <a16:creationId xmlns:a16="http://schemas.microsoft.com/office/drawing/2014/main" id="{5B87F8A0-B024-94EE-9485-7CE6B6EB4375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1">
              <a:extLst>
                <a:ext uri="{FF2B5EF4-FFF2-40B4-BE49-F238E27FC236}">
                  <a16:creationId xmlns:a16="http://schemas.microsoft.com/office/drawing/2014/main" id="{BC27FC6A-BD7F-8CBC-9A7A-BAE4726DF6B3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1">
              <a:extLst>
                <a:ext uri="{FF2B5EF4-FFF2-40B4-BE49-F238E27FC236}">
                  <a16:creationId xmlns:a16="http://schemas.microsoft.com/office/drawing/2014/main" id="{494D5812-9B77-D363-2299-D9165F112BA4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1">
              <a:extLst>
                <a:ext uri="{FF2B5EF4-FFF2-40B4-BE49-F238E27FC236}">
                  <a16:creationId xmlns:a16="http://schemas.microsoft.com/office/drawing/2014/main" id="{A6782766-E9FF-696D-2F17-79E1C780BA68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>
              <a:extLst>
                <a:ext uri="{FF2B5EF4-FFF2-40B4-BE49-F238E27FC236}">
                  <a16:creationId xmlns:a16="http://schemas.microsoft.com/office/drawing/2014/main" id="{98ECE253-7121-BC32-F788-69D9018646CD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>
              <a:extLst>
                <a:ext uri="{FF2B5EF4-FFF2-40B4-BE49-F238E27FC236}">
                  <a16:creationId xmlns:a16="http://schemas.microsoft.com/office/drawing/2014/main" id="{112BB463-2F7D-4250-6BFC-A7E1B04D2F9C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>
              <a:extLst>
                <a:ext uri="{FF2B5EF4-FFF2-40B4-BE49-F238E27FC236}">
                  <a16:creationId xmlns:a16="http://schemas.microsoft.com/office/drawing/2014/main" id="{81264EE3-F07A-25B7-1632-DC05D84750AD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1">
              <a:extLst>
                <a:ext uri="{FF2B5EF4-FFF2-40B4-BE49-F238E27FC236}">
                  <a16:creationId xmlns:a16="http://schemas.microsoft.com/office/drawing/2014/main" id="{8C585EB7-F9D8-055C-52D9-2B260B961E0A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1">
              <a:extLst>
                <a:ext uri="{FF2B5EF4-FFF2-40B4-BE49-F238E27FC236}">
                  <a16:creationId xmlns:a16="http://schemas.microsoft.com/office/drawing/2014/main" id="{4C892140-88EA-CF0F-D874-91948DB3940E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1">
              <a:extLst>
                <a:ext uri="{FF2B5EF4-FFF2-40B4-BE49-F238E27FC236}">
                  <a16:creationId xmlns:a16="http://schemas.microsoft.com/office/drawing/2014/main" id="{FE0888B6-B005-9BDA-1DDB-8452B4FC6FF4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1">
              <a:extLst>
                <a:ext uri="{FF2B5EF4-FFF2-40B4-BE49-F238E27FC236}">
                  <a16:creationId xmlns:a16="http://schemas.microsoft.com/office/drawing/2014/main" id="{6F1383EF-1679-ABEF-6A96-4F009A278F1A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68251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99805943-C4B6-6E3D-9798-8F4F35E92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27AE67ED-C6B5-DA3E-23EC-0A42EC9D30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08" y="33658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技术实现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FCAC993C-A04E-96F9-658C-C72CEC0189B9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69E45AC6-64D7-7AA5-9E13-6065B2A5DA9D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259DC2D5-1FB6-B0C5-DA3E-37C1C856B38C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D91DD93D-9546-1E27-1F06-F873275AF4EA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657FD750-BC93-4B2D-FAE0-53559A73C9FE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111872F7-455B-9115-5097-8665B45B8946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64A34031-3BA6-3699-7D60-462E903519C2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CF486F2A-2112-8497-4E0C-E4B8033CDAA0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8E2392E6-64CA-D127-B411-2C6CE214754A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E140733B-A581-44BA-5061-2E0B69FF2B73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C0FE2CE0-161C-CFA1-E07E-B6452733D5BE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F70DF868-2B08-396F-A0CD-FF5DF703BEB8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55427D50-FFE8-2F00-3836-DFCA54794692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B8B5267B-5098-D109-ED58-93FD8D69D404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3064E637-CEC4-146E-7389-85F0E2154CDD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BCA76781-5DEB-BEFB-7D52-D4D2B6B031DE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63B7A2BB-2B78-49C1-89C8-7C237EC4FB99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B87BB3F6-A15C-056F-7893-501B64D0D862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7A13BE20-899B-D974-F553-5487D59E9C7F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F9551A17-8BB1-9144-B605-82458C1A8983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8F039B05-63E4-7CE1-39C3-2768BB9CA488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3561AABC-75E5-3221-C552-6EF6DB440DC9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AD5D335A-5FC3-F4E8-4FCA-42C99F187E0A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01D05457-40FF-CDF9-7040-8A4DDA2D3422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36C38668-3CC0-6D98-9DDC-FAAF546A8DB3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DE26DF1C-F5ED-DBC5-C6CB-E7974411B6BA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C56990D3-4410-C5C7-E8A1-F61E62F7DEB2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0F0B0880-F78A-D2AA-A850-3B14DD04A123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24C8499D-DB02-EB0C-CD41-D4638DFC24BD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43A9A067-671F-B6F9-86CE-430C10EBFC19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7DA85005-D71E-FE2F-DFA0-C66AB2600D46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DEE377AE-88F9-0B12-342D-25FBD80DCC30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179B1ED9-FCD6-1449-FE27-1BB538A34B47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02ED0BFD-C3B2-3355-42D3-55744C4AD154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8509C19C-730D-0584-51AC-C0114F81212D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A57EDF20-0DE7-A26F-3FC5-E7E914184128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24634E55-C6F7-168E-11C0-B3EE45BBD278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DB1301E6-79C6-35C8-4F0D-66E7A13780D3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06B6B3E2-E1E3-BB00-0228-8C11F06A8893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3C5B0302-FA99-D5A0-BC7A-435274189767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82F7F29D-DC9A-91AF-7F8E-0094D72BBBBC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9A1B79A3-546F-0AAE-F685-0E1D279DC8B6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D6D5712C-042A-68CE-F5A1-B7CF537E7B59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B167FFAE-C50A-ADA0-4355-88196D6F8F67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34024197-CEB9-266F-98D8-21B783504EAA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28ED1357-4266-C929-0ED8-2F6F9C4CFB0B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FC314167-05B5-3C5E-98F7-95935643A1A5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6A50C749-0CDC-9B39-01B3-2A2743A81DD8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3EA1F9D4-71C9-4AA0-F173-5C12A1ECA031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FFCF6FBA-B57A-9FCC-14F7-D4D6B7B82DEB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7BEF8F64-5ADB-2A87-4023-898AA7C8253E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4D3F2EC1-6DB9-7F81-B13D-4CE92DC55895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E23D1881-10CA-9A0E-0985-10CF61C828B5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7C27568E-AB3D-C269-8FFF-1EA0DBC0EC1D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3C49CF43-26AB-EF9D-31C8-A98E67D3943A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8C90C0C0-719F-7F32-DB3A-06D0E3C69461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D1E66C46-F28E-35F1-A767-A98BBA32CC36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1465344A-D395-EF56-0859-7032148455F7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F34E438F-88CE-E5C9-C610-D246266C5621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F7B86009-B3CA-ECDD-8EFB-82E2DB53797E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8A5EB5A9-A213-34E6-AF6B-318E8A3A901D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51CC58E4-7974-8874-ED6D-FF36C93D8C7C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C8145790-CB4C-2B0F-9669-388F41B0104E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5A5E9650-8706-12CB-9A1F-08C8EFAC965F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7A3556A-992D-D2BD-0C7A-B61C27598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517309"/>
              </p:ext>
            </p:extLst>
          </p:nvPr>
        </p:nvGraphicFramePr>
        <p:xfrm>
          <a:off x="1235288" y="1458277"/>
          <a:ext cx="6506271" cy="2800917"/>
        </p:xfrm>
        <a:graphic>
          <a:graphicData uri="http://schemas.openxmlformats.org/drawingml/2006/table">
            <a:tbl>
              <a:tblPr>
                <a:tableStyleId>{6674C958-33E1-42EE-9B64-5DE6043564DC}</a:tableStyleId>
              </a:tblPr>
              <a:tblGrid>
                <a:gridCol w="2091008">
                  <a:extLst>
                    <a:ext uri="{9D8B030D-6E8A-4147-A177-3AD203B41FA5}">
                      <a16:colId xmlns:a16="http://schemas.microsoft.com/office/drawing/2014/main" val="3435360932"/>
                    </a:ext>
                  </a:extLst>
                </a:gridCol>
                <a:gridCol w="1912552">
                  <a:extLst>
                    <a:ext uri="{9D8B030D-6E8A-4147-A177-3AD203B41FA5}">
                      <a16:colId xmlns:a16="http://schemas.microsoft.com/office/drawing/2014/main" val="2452227603"/>
                    </a:ext>
                  </a:extLst>
                </a:gridCol>
                <a:gridCol w="2502711">
                  <a:extLst>
                    <a:ext uri="{9D8B030D-6E8A-4147-A177-3AD203B41FA5}">
                      <a16:colId xmlns:a16="http://schemas.microsoft.com/office/drawing/2014/main" val="1105668055"/>
                    </a:ext>
                  </a:extLst>
                </a:gridCol>
              </a:tblGrid>
              <a:tr h="5930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u="none" strike="noStrike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技术模块</a:t>
                      </a:r>
                      <a:endParaRPr lang="zh-CN" altLang="en-US" sz="1800" b="1" i="0" u="none" strike="noStrike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u="none" strike="noStrike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选型方案</a:t>
                      </a:r>
                      <a:endParaRPr lang="zh-CN" altLang="en-US" sz="1800" b="1" i="0" u="none" strike="noStrike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u="none" strike="noStrike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优势</a:t>
                      </a:r>
                      <a:endParaRPr lang="zh-CN" altLang="en-US" sz="1800" b="1" i="0" u="none" strike="noStrike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62842265"/>
                  </a:ext>
                </a:extLst>
              </a:tr>
              <a:tr h="7359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语音识别</a:t>
                      </a:r>
                      <a:endParaRPr lang="zh-CN" altLang="en-US" sz="1400" b="1" i="0" u="none" strike="noStrike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Whisper-large-v3</a:t>
                      </a:r>
                      <a:endParaRPr lang="en-US" sz="1400" b="0" i="0" u="none" strike="noStrike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多语言支持，准确率高</a:t>
                      </a:r>
                      <a:endParaRPr lang="en-US" altLang="zh-CN" sz="1400" b="0" i="0" u="none" strike="noStrike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24403835"/>
                  </a:ext>
                </a:extLst>
              </a:tr>
              <a:tr h="7359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说话人区分</a:t>
                      </a:r>
                      <a:endParaRPr lang="zh-CN" altLang="en-US" sz="1400" b="1" i="0" u="none" strike="noStrike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Pyannote-3.1</a:t>
                      </a:r>
                      <a:endParaRPr lang="en-US" sz="1400" b="0" i="0" u="none" strike="noStrike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40404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动态聚类算法、重叠语音处理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12523615"/>
                  </a:ext>
                </a:extLst>
              </a:tr>
              <a:tr h="7359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前端框架</a:t>
                      </a:r>
                      <a:endParaRPr lang="zh-CN" altLang="en-US" sz="1400" b="1" i="0" u="none" strike="noStrike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Flet+FastAPI</a:t>
                      </a:r>
                      <a:endParaRPr lang="en-US" sz="1400" b="0" i="0" u="none" strike="noStrike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支持</a:t>
                      </a:r>
                      <a:r>
                        <a:rPr lang="en-US" altLang="zh-CN" sz="1400" u="none" strike="noStrike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Web</a:t>
                      </a:r>
                      <a:r>
                        <a:rPr lang="zh-CN" altLang="en-US" sz="1400" u="none" strike="noStrike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模式</a:t>
                      </a:r>
                      <a:endParaRPr lang="zh-CN" altLang="en-US" sz="1400" b="0" i="0" u="none" strike="noStrike" dirty="0">
                        <a:solidFill>
                          <a:srgbClr val="40404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32162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873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89DF6FC8-6A50-6104-C000-2D9A56B79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12F17352-EC54-8634-8D6E-7D4713EB3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08" y="33658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技术实现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—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前端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98281B5C-FF07-D3BE-029E-8F1804922EE5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60410247-8C13-C656-454D-4EEA887EA576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310DE2B2-EC5B-DB1E-CE28-4D969B68DCBD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11F030B6-3F78-1A50-9911-ECEE9ED6BC39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A3912EDA-66F6-D556-DFC7-80A19AC30430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B789A42B-A766-E90F-51B4-F3FB7513BFF6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73AF3240-45F4-0434-8AAC-3212CE9D582A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5A11022F-043D-1343-F058-6F0C796F1A34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C59B7B69-A2D3-8C5C-841C-86DD71BD47DC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CF6CB26C-5DA6-5052-F34F-76AD9DCA06E3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AAD2858D-2C1A-6464-59DA-7767C521C4F6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4091CEFB-2F13-32E2-D435-8F3FBFA9B9C4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10E32E28-9417-BAEC-3642-F1932F0A4876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C7017660-832A-E0B0-6296-126848D5A414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FA91EF72-C953-EBAD-C9D7-C6FC5775C0EA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2C1B2A4F-2F8B-8D44-E581-C8898FD8C727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ACFF50AB-8A79-9A61-21E3-A55C0DF446E6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AE856553-261C-CC7C-96D5-105A7C2D5D80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F9374AA4-6A49-6E2C-F17D-9E5F214BCE99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791FDF09-2B9A-E7BF-8960-1937FF2DE4E2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01AF6AC9-7247-728C-FCE8-A59951BEC01D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397FDF42-BF6D-5CBE-235E-6656E4981C04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90982054-E67D-2B9C-759C-C64BACD7CDDF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616EC04F-BF77-B3F9-2104-AD75B54350AB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1DEB947C-32B3-4689-7873-2A99AE23B7F7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E99D3DCC-4863-3516-2AF1-2A7945DD3F1A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9ABB2158-34B0-7EC1-DC7C-12A38AE704BB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39FF697B-E931-BE3A-D0E1-EBF4C75D2C20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B02B2FFA-D250-8DCD-5DCD-1E66C01AE9FD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E5945C0A-CC45-C06A-2714-9A12B9EABCE9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ECE4C8AB-EAB3-108E-6A1E-5FFF028672F4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5F21F483-9EAF-FA3E-5DC4-8300B9A54456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5930979E-7E41-A1CE-149A-DF3F852C321A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139CA5AE-CC23-48A8-3BE6-6DF25E33B0C5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BA650E96-BFFF-69DF-90D1-3A8BC1B3A7A5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DA9CCD5B-4B5D-C2B4-A88C-173B41EC565E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DC7308C6-F1AD-0C76-1019-3F8F572F3760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9E891EDB-D8FB-B7DB-630F-214DA0B4F1FC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2B162C07-A8D5-D746-A052-F0C2B48E9CF9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E396CEB7-2C55-6145-D03F-268B50F220FB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BF84FC83-9FC7-44C8-602C-4477416775B3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F79176BD-D2B7-1E87-21DF-AE30CA5613AB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04F7A41F-705E-B4B2-08BC-4359350119AE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EFBB8995-75F7-D34A-31DE-73769B0CC2F6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6FCA9FBA-39E2-C7CD-CF8F-F95D056F351F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572E4BED-44A7-0B56-4F8C-003D2AA4E092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FA969D03-9C23-10BF-FEC9-021C34165523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19D25F1A-987F-9B0E-3FAE-F4E82BE3824A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1949A103-89B0-DA03-26C8-9C443A6A9E2E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DA41E3C2-025B-B5AB-DAF1-51276F30950E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0917B34C-727A-1E7B-7861-6A03FAABA65B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7FBC9186-56BB-4FB0-E259-55CCDCC7222B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13F322C0-4056-1758-487D-E7217DC388B3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7C347245-BC0F-E925-C1FE-01DAE3F6439B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04420424-B3B5-8085-1175-4C4D39AC35D7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047FB4D6-5E93-9CA0-E499-FBB4B0367587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59F34E0A-4597-4F75-3709-BF85DA8F456B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DBF922D7-9423-5E78-925A-AE3F8B048D9C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E2CA64E5-9673-FC71-30E3-D038E68B4CD7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29E1CB06-1C54-6049-7280-FADF69379D59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6FA72DE7-82A5-E67E-D188-D0DD4BFA2FBE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2894B1B7-1432-E143-02B9-DB54150DD454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D3DEB91C-33D0-57B9-7CEB-FBB1E526AA9C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991920A3-6136-4B39-5F99-2EFFF185233A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751C2137-B5B9-7916-0E2B-EAECEDD7B576}"/>
              </a:ext>
            </a:extLst>
          </p:cNvPr>
          <p:cNvSpPr txBox="1"/>
          <p:nvPr/>
        </p:nvSpPr>
        <p:spPr>
          <a:xfrm>
            <a:off x="1745831" y="1400822"/>
            <a:ext cx="53552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该项目的前端可以实现基于</a:t>
            </a:r>
            <a:r>
              <a:rPr lang="en-US" altLang="zh-CN" sz="1600" b="1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FastAPI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Web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服务架构，支持：</a:t>
            </a:r>
          </a:p>
          <a:p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(1)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文件上传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下载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API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端点（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/subtitle/{filename}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</a:p>
          <a:p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(2)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视频流式播放（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/video/{filename}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</a:p>
          <a:p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(3)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会话管理（</a:t>
            </a:r>
            <a:r>
              <a:rPr lang="en-US" altLang="zh-CN" sz="16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flet_fastapi.app_manager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hlinkClick r:id="rId3"/>
            <a:extLst>
              <a:ext uri="{FF2B5EF4-FFF2-40B4-BE49-F238E27FC236}">
                <a16:creationId xmlns:a16="http://schemas.microsoft.com/office/drawing/2014/main" id="{5AB17FFA-B5FF-ADE3-688C-2E4A4C93E4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950" r="95398">
                        <a14:foregroundMark x1="5103" y1="45238" x2="8954" y2="49524"/>
                        <a14:foregroundMark x1="5303" y1="16667" x2="12006" y2="72381"/>
                        <a14:foregroundMark x1="12006" y1="72381" x2="6353" y2="28095"/>
                        <a14:foregroundMark x1="6353" y1="28095" x2="6103" y2="30952"/>
                        <a14:foregroundMark x1="10255" y1="28095" x2="13407" y2="68571"/>
                        <a14:foregroundMark x1="15908" y1="31905" x2="16558" y2="71429"/>
                        <a14:foregroundMark x1="30415" y1="23810" x2="41021" y2="40952"/>
                        <a14:foregroundMark x1="41021" y1="40952" x2="31716" y2="63810"/>
                        <a14:foregroundMark x1="31716" y1="63810" x2="31266" y2="35714"/>
                        <a14:foregroundMark x1="59030" y1="39524" x2="66683" y2="77619"/>
                        <a14:foregroundMark x1="66683" y1="77619" x2="61681" y2="29048"/>
                        <a14:foregroundMark x1="61681" y1="29048" x2="58379" y2="39524"/>
                        <a14:foregroundMark x1="89195" y1="33333" x2="95398" y2="46667"/>
                        <a14:foregroundMark x1="95398" y1="46667" x2="85993" y2="39524"/>
                        <a14:foregroundMark x1="85993" y1="39524" x2="85743" y2="40000"/>
                        <a14:foregroundMark x1="1229" y1="45429" x2="1117" y2="59727"/>
                        <a14:foregroundMark x1="1451" y1="17143" x2="1236" y2="44535"/>
                        <a14:foregroundMark x1="46723" y1="50952" x2="54027" y2="51905"/>
                        <a14:foregroundMark x1="54027" y1="51905" x2="54177" y2="51429"/>
                        <a14:foregroundMark x1="72786" y1="48571" x2="79740" y2="51429"/>
                        <a14:foregroundMark x1="79090" y1="46667" x2="79840" y2="46667"/>
                        <a14:foregroundMark x1="52476" y1="46190" x2="54077" y2="46667"/>
                        <a14:foregroundMark x1="19710" y1="50476" x2="27664" y2="46190"/>
                        <a14:foregroundMark x1="27664" y1="46190" x2="26913" y2="48571"/>
                        <a14:foregroundMark x1="25563" y1="50952" x2="27014" y2="53810"/>
                        <a14:backgroundMark x1="400" y1="64286" x2="750" y2="57619"/>
                        <a14:backgroundMark x1="450" y1="60952" x2="900" y2="8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2282" y="3377390"/>
            <a:ext cx="7841964" cy="92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51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E3FA4D3A-1E08-BB85-B026-50D33D4C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81A053B-DA12-DB40-64FA-67F3B8838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1" y="1538669"/>
            <a:ext cx="5898542" cy="3135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ACE01BE4-2DA8-0ABE-8A0A-00AEE5ECDB47}"/>
              </a:ext>
            </a:extLst>
          </p:cNvPr>
          <p:cNvGrpSpPr/>
          <p:nvPr/>
        </p:nvGrpSpPr>
        <p:grpSpPr>
          <a:xfrm>
            <a:off x="4469179" y="850583"/>
            <a:ext cx="3905095" cy="4013281"/>
            <a:chOff x="4522304" y="859143"/>
            <a:chExt cx="3905095" cy="401328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DB8E8D2-1219-37FC-C810-F06DB1DA0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74465" y="967738"/>
              <a:ext cx="3752934" cy="390468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2C2F0155-FC91-9466-2910-70EFD689BDB6}"/>
                </a:ext>
              </a:extLst>
            </p:cNvPr>
            <p:cNvSpPr/>
            <p:nvPr/>
          </p:nvSpPr>
          <p:spPr>
            <a:xfrm>
              <a:off x="4522304" y="859143"/>
              <a:ext cx="2139469" cy="698229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</p:grpSp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7A094A52-5825-8C17-6327-1B5F9FCA84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808" y="33658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技术实现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—</a:t>
            </a:r>
            <a:r>
              <a:rPr lang="zh-CN" altLang="en-US" sz="4400" dirty="0">
                <a:solidFill>
                  <a:schemeClr val="bg1">
                    <a:lumMod val="60000"/>
                    <a:lumOff val="40000"/>
                  </a:schemeClr>
                </a:solidFill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前端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1FB15634-44D8-5AAE-0D69-24259613631A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D6BBECAD-A01F-11E1-26C8-619035FBE1EF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E48D18BB-7A98-4553-F26F-2E0F4C0679A8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DACFBBE7-F411-030E-A9CE-CAD178D217F7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A6850B24-CC6B-5B61-3E24-652BFEE3F89C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AC544755-FB22-8D73-2EA0-8D9A8DDD2439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57990A82-7698-33DB-0AF3-DB6CA821C6B1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1E78AB46-4F80-E1B1-8B45-21016C5B1583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8AA7D40D-3A41-3925-F672-0109BD99F7B2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0AFB57B6-E509-2BAC-F775-A63E56031325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0433A1E9-54D2-4074-6D21-D954DBF9EAC4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A199D27A-FC8F-CACD-95F3-10C956BB58AC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0E2917BD-B645-DE36-5BC4-07C8F5563064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9452EBCA-EC87-4E5E-009D-EE90453BBB5C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C8A62C12-E24F-BC83-8422-00F42C171E05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1F8AA8AA-B04E-9B0A-ABD3-AB990701B3B9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91E515FF-44D5-3F02-E245-1D99F0463DD6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3FCAA881-3B89-9304-D00A-57815F664B10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52ABA906-13CA-CACE-8775-690468BFD8B5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C58E766C-D51E-D375-33E9-ACEAF6DA8EE6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6D5BC180-DED2-A29D-0B73-E315F159DEF1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64112B9C-3B39-78DF-52EF-80A5791C84EE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32D8E375-C733-AB02-CB1F-A65FDA629365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E291B1D9-245A-8C13-EE78-7D4B1972A7D6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BAED9439-5558-4128-162F-2E72A0C9BE12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2DBF6F21-5D3E-9770-DB32-F7C3FBBA75C3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B6F519BB-97E2-9CEB-FF2E-FC30605D06AF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4D8F7D73-EA83-AA50-B4FC-A8A2854192BE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04D4ED32-3A48-0F01-69C5-543871691527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DAC96189-555E-914E-9A53-0ACCFFD4B917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2FEAC27F-5B25-C847-8AB2-14047DCE7CEA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59A08FC3-F138-E47E-215B-3AA84DC5D290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8841E137-97A2-13F8-6B67-2304FBA5A381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CF245B3F-21C2-577E-A8E6-CE3A6A8B1AB6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3826AFB7-32A0-316B-1DED-B16CF3420935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80DEFD74-2222-CFF3-95B9-BC1E70A05467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E5D8B3B0-9A16-8EDD-1AAA-6E33EFA667AF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04742BB2-AE03-15FB-4290-7FAF3307941E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66188444-5CC8-A460-524B-D1BB99092641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E39D6D92-3E2F-B405-6292-284BCD4E1A69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2D94F540-7442-DC08-BB89-E67439EB0268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D43CBF49-FD33-F3C7-C54D-53A5841FC8F8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BAC41D20-A775-5D0A-C308-E37E8A6134C9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22B58C30-8F5F-2C0B-C240-A1345510647E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0FF72D3B-390E-5382-3FFB-029D2DB85E62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881CAEA3-7058-8315-4E5B-E9F168468605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D6BD6B82-7617-C100-1EA2-45D8D8E83A40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A09BA68F-1BFB-BDF1-D356-767832C38D43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88F73437-F92D-9925-1AAF-E38DF3FAD0F0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CE22EF88-9C28-75D8-3E11-B0674CEB5677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D53745D4-1B19-CB35-FD56-9A91EE5C4D9D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5C863222-7764-4281-05A7-0063D87E74EB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066E9736-6F0D-DE00-70B0-B3DBDB48B8C7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34F15F0A-E966-541E-A8A9-EC93872BFBD0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5C2FB4BA-A608-5A48-AE05-AA591D2879D0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0166C3B8-5A65-BF14-F3C8-ABE234CEA61E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5E043ED4-7E33-15DD-CEC3-2E764291DDA7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5AF6C22F-1016-1E5D-5221-6BEB5314FF46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00EA5B08-1E28-D575-D820-F73EE146590F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EDC2988A-30C5-4D40-A32B-2A65901C8777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193780DA-89AC-683D-70D5-2284D98542B9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9C14A0A3-F411-2D65-6709-35CC5266921D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74D7048C-53B1-A295-5E26-257526D82FCF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95A14A0B-3A11-EA1B-0F3C-F8ECEC7233B7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4696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48E6524B-1310-7233-DC0F-0847C043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127680-2E32-C3F1-FF9E-69E6F1FEF9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953"/>
          <a:stretch>
            <a:fillRect/>
          </a:stretch>
        </p:blipFill>
        <p:spPr>
          <a:xfrm>
            <a:off x="5174056" y="1232651"/>
            <a:ext cx="3149360" cy="33084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00D2C88A-51F6-B419-1964-47AEBDD9D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177" y="264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技术实现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—Generator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BF35DAF0-498B-522C-E09F-CB04A0913D26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5C45E594-7CB4-3724-B524-99A7EE0B1CD2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D40847F1-A31F-2234-1783-6A6B8E09DA77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B14A52F0-C9D1-ACF9-5A27-F033403E3E27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C2F076C3-58AE-1C7A-7D1C-29B875BD91A7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DD7A99B7-5CAC-2996-25D8-16482DAA9E6D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C765DD33-9DDC-F02B-B30B-6614CEC6C61E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9C51253A-9779-2DE8-EC2B-A0A6CDF7F2EF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957658F5-BA09-975B-3A3D-BF4D5E525759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B3DF6A67-AA61-FF65-A5B7-7F354875EA4B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0DED024F-3B7D-7EF3-4E57-390CC1A99B1A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68E0B4CF-39F4-B8E9-E97C-A9C69049ACC8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FDCF3304-8D39-2F22-314A-680E13B44CF3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ABF4D4C0-4DC8-230B-8257-CAB5311B1CE1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0403E3A5-476F-890F-C2B7-A28726660DF3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BEA672B3-7D7E-E2FC-4D13-2969A28DA094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FF45AE7F-F4E6-AFC2-2AA2-B0638D3E1682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5E24B447-DBC7-ADD1-A338-AF62E0FF3FEE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B2F631A8-0783-2C90-6931-C3EC8A3FB1AB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C21D49F7-B94D-64F9-F9FE-FA30DD37C32D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ED6DCDFE-C804-FBA7-FC60-61220F0989D8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ACC348CF-330C-05DA-2480-99C22D09C6EE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E297159A-4412-0E60-1537-93A85396A5F2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379A1D41-A048-38A1-A4ED-CED1A5EB234C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EEFE6229-CBFA-8AB4-69C5-4C6A553E356B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C4B0F305-BF55-6C85-9DAD-CBB8713F1003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D6D17515-F91E-F174-1BA7-A59648C2B025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EE468745-5A1F-808C-0EA2-3935CFEA802A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91ED684D-129A-AA6B-D7D7-7A6C97CA39EC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282B60CC-0C71-8584-B3F5-878B9892A0F3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635BE98E-0EDB-B66B-F008-2F57656B4141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7ADF7ABA-1631-896A-BB50-473235FBBD81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2748497B-DCB2-02B9-FEE2-100EFE18AD59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556C9128-0C53-9A77-BA27-DA01CF2F67CF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764AD809-5C06-E079-643E-E2D4B189D133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63B6A322-1454-4BAD-9B52-AB3A07723B9A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010313AF-80AB-FBDD-D781-13B16B0780DB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3743D124-6434-644F-4C9E-8D499C44E2ED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FA0BC43F-724E-792E-3879-F69BB1C71B57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E333A28D-F0C0-B06E-967B-D391FE4C3490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1A03CED5-A1F0-EBC1-D28A-536F600F5EBB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C580B1A6-2437-2146-6E94-E70961E805A1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4099E0FA-0131-2E9F-47CF-70702FA99B73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B53E3761-3A67-EBCC-9830-7385EB80F7F2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90842DE6-736D-DF82-4992-EB8E840338D6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7BFB710D-1A01-22C6-5E36-DC597D63FE49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3B378E5C-3B36-79A4-2C68-EF74907E5F48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170F5769-C363-3F65-A272-5C12B4D77C9E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2E9F58B2-C7B7-AE52-8E1A-90C35B93BEA9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1A638494-96F4-6F22-DC26-827CDBAE0A78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255687C0-4DF6-6CA7-026D-355A9413ADED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BCF47085-E9C3-BDFC-8CEB-412E0E380E24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9244A87C-7C1E-552E-02A0-4D48FBA21F61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90FCE337-3761-5017-70DE-BA7351036AAA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ADCF53BE-BB2B-2C48-78FF-1C653C337713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50729040-5593-EA2D-272F-015358C23A86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3D345755-111A-24EB-7B54-C5C6253D1704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2BDC776C-3812-3F49-4494-1E9488EFB79F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F5F57249-5F45-80EE-25C1-3368076B9855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4FF6FB77-C11B-FC1E-EEB8-CB99BD8B7557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5F3F6664-4E2B-5403-EB42-D533EE4EE2D2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3EA5CBE0-7A98-BADA-8B38-C4CB7ACFB471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02BCF95A-CC0F-67C5-638C-CD0A2D1BE3B0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14C803B6-9C00-00F6-20D7-6FD60BBCD648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0B61C9A7-D42A-8A4A-C1A5-12BC0A392E90}"/>
              </a:ext>
            </a:extLst>
          </p:cNvPr>
          <p:cNvSpPr txBox="1"/>
          <p:nvPr/>
        </p:nvSpPr>
        <p:spPr>
          <a:xfrm>
            <a:off x="844155" y="2077774"/>
            <a:ext cx="3928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该部分可以实现一个视频字幕生成器，主要功能是通过语音识别和说话人区分技术，自动为视频生成带说话人标签的字幕文件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(SRT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格式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2121233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CCBD00A4-6CB9-1383-4BB6-389B8831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97ED6C0-5AB1-0014-EAC4-3D73857AAA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953"/>
          <a:stretch>
            <a:fillRect/>
          </a:stretch>
        </p:blipFill>
        <p:spPr>
          <a:xfrm>
            <a:off x="5145082" y="1227771"/>
            <a:ext cx="3149360" cy="33084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BA280FEB-B32C-1E2C-4846-C185FC7D03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5405" y="2682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技术实现</a:t>
            </a:r>
            <a:r>
              <a:rPr lang="en-US" altLang="zh-CN" sz="4400" dirty="0">
                <a:solidFill>
                  <a:schemeClr val="bg1">
                    <a:lumMod val="60000"/>
                    <a:lumOff val="40000"/>
                  </a:schemeClr>
                </a:solidFill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—Generator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76FE9C33-C5FE-62CD-12C6-F2914FC2D129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D8AC8E75-2E67-128E-3CE4-A2C6694D2302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A2009AE7-7A99-2209-3AE1-4B1844AEF464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5DFA9F63-68CD-743E-6807-1E80198FE840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BB831B58-2476-95D1-A689-A52D6F28638C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FBE0DACB-43F1-DE3F-2960-880777880E50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704BA317-8035-7C0E-2334-B84FFFA20835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843E194F-5DA8-2EB9-5516-DF849AEED0E1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DAD51360-6C3D-EC0D-73FB-FD5CB6A1ECC8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7EEB2B92-03FA-8A7E-7D47-BFA62FC7DEC5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DF8CB019-8B64-0957-1300-BBF0FADEEC79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B5106A39-D08E-528F-DEC2-B1A258951E2E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A3F27D4E-8676-41CC-1B77-7252BEE2888A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BA7FF1FA-1C29-B6CC-5C12-246C89C87911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63792BEB-FEFB-4B05-5BB0-C1A878809339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AF5E7B93-AC3C-7C50-A6F3-4530B1E03235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173AFF90-D763-2C91-536A-C3731E584014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E20F0771-6AB2-8887-D043-17B51F946DEE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CD8E3253-764D-5D49-76E4-CB78BD35FCD2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EFE20255-5082-D2AF-6A66-31AEEF01135F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D86C0424-7B2C-052E-80A6-337FF5BB2B77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DED72A4B-DC47-0666-7013-A36AF4E98F81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CCF21414-18A3-3B6A-AB00-15BA3456E20D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B57960FF-D43F-FE9F-7B50-E3903C0BF33D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7BCA4ED5-8D0B-4278-BDF4-2FC2A1829FA9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0F368AAD-2C30-2D11-FE5C-FB592F0CF281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55CDD52B-A8B9-5B7B-E443-B0655CFBB801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22E32D60-3A7A-AFE3-6165-EA4A96EF3FEE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C51685B0-359B-A34C-BFD6-B38CB84D906C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FF5D7966-8EC5-7813-1F08-3A974C144BBF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CD0A24C1-7FFD-8A0E-CD20-EB0CB4DD3D66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637614BB-B16A-965F-888F-C30D757EFD3D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898ECDD2-3E7C-ABBC-8FC4-E602B9F25139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321DA494-679A-E5DD-38B1-CCE35D2B4985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5033F10D-A442-4020-414B-E378834004ED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027AC98F-7D2D-D58C-E0F3-EC420314CC0F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3EA8BA39-262A-C93D-3D60-6D23E301F21E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41BACA92-3DDB-621E-A0DE-97E63F717C54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D0D9AA79-8618-D7CE-DB3D-E96B95B3F50D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90909CD3-48C8-9E4F-3B56-CA6B4C1EACA8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A00CF842-7BDA-9FF7-26AB-5B85B836E6D6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979918A2-C70F-E304-446B-3951460BFC88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E5A113C0-0B8D-2029-1662-F39C353BB8F4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7E7BBBE5-1E80-1A48-B018-9FF6575855BD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9F791FD9-676A-305D-7DCD-EFBEB68A3022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293657A5-534E-F0FE-58F4-CF0748690DEC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B2064DDC-848A-5B3C-32B0-8C3C203F4534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88F2FE4B-0B02-A07F-0654-C3658E2256CF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1DE3C356-F508-8A96-F98F-80527F344F8A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57E5917D-ACE9-1463-BBEE-B71C3A75E792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99CE1359-EDA5-4EEC-8612-699A4D528E15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1CD2DE61-B757-2FF1-B14E-FF1ED48F4EF6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35BE8EE9-3F11-A945-C993-F17B5396CCDD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F928BFF6-100B-C0E4-DCDC-50B831DB85D7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17604D8A-012F-5EBC-931B-79A278A3197C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27CFAE1A-AA8F-9F3F-2A4E-713CE4E11838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CC649C6C-E189-89B8-ABA8-7B2768A82A00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BFCA0A42-BC47-7B98-2C06-9A9AFEBEA433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21818097-63A5-7908-2AE3-C34ADF093B13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EA7BBCA0-C1F2-01D5-7BDA-E14DC9E2C9E6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4AE16146-7678-6D29-1538-3541D44A2B9E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811FD65D-3FB1-D7DA-93F4-19321BA07283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B3ADE614-EB99-0367-035E-28FBC8330554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3C62C59F-6568-4891-17EE-44C935BF6EDE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1F6D8F98-5F05-B740-4996-EDB10168E617}"/>
              </a:ext>
            </a:extLst>
          </p:cNvPr>
          <p:cNvSpPr txBox="1"/>
          <p:nvPr/>
        </p:nvSpPr>
        <p:spPr>
          <a:xfrm>
            <a:off x="524491" y="1203612"/>
            <a:ext cx="4546836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dk1"/>
              </a:buClr>
              <a:buSzPts val="2500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ajdhani"/>
              </a:rPr>
              <a:t>核心功能</a:t>
            </a:r>
          </a:p>
          <a:p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语音识别：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使用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OpenAI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Whisper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模型将视频中的音频转换为文本。</a:t>
            </a:r>
          </a:p>
          <a:p>
            <a:r>
              <a:rPr lang="zh-CN" altLang="en-US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说话人区分：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通过</a:t>
            </a:r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pyannote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/speaker-diarization-3.1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模型识别音频中不同说话人的时间段。</a:t>
            </a:r>
          </a:p>
          <a:p>
            <a:r>
              <a:rPr lang="zh-CN" altLang="en-US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字幕生成与对齐：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将识别出的文本按时间戳与说话人片段对齐，生成带说话人标签的字幕。</a:t>
            </a:r>
          </a:p>
          <a:p>
            <a:r>
              <a:rPr lang="zh-CN" altLang="en-US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输出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SRT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文件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最终生成标准字幕文件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(.</a:t>
            </a:r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srt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，包含时间轴、说话人标签和文本内容。</a:t>
            </a:r>
          </a:p>
        </p:txBody>
      </p:sp>
    </p:spTree>
    <p:extLst>
      <p:ext uri="{BB962C8B-B14F-4D97-AF65-F5344CB8AC3E}">
        <p14:creationId xmlns:p14="http://schemas.microsoft.com/office/powerpoint/2010/main" val="2347492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D8019EF8-57B2-9431-9CF9-36B5FD62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9A5E31C8-B387-5EC5-5B85-1CCCD53F14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5405" y="2682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技术实现</a:t>
            </a:r>
            <a:r>
              <a:rPr lang="en-US" altLang="zh-CN" sz="4400" dirty="0">
                <a:solidFill>
                  <a:schemeClr val="bg1">
                    <a:lumMod val="60000"/>
                    <a:lumOff val="40000"/>
                  </a:schemeClr>
                </a:solidFill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—Generator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964A50C8-7900-65E3-1F08-689D1C838E1F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7E4A442F-09FD-4F1D-5D33-BF2C48B12632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F76DE883-7699-39D4-646F-7D9BE3F3A0C3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F71E4E85-8B5D-BC67-6905-8783B90B488F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09E023B0-8403-C2E2-5DE2-BEB805983538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6F7E9089-EFB4-9B62-B784-BD942F223303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D8FDB9CE-DEE9-9EB0-2942-31870192EF42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DF7A6EF7-38AE-C62A-99DD-0D45B72152CA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5D487D00-5807-E58D-CC76-D7F8F9956400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79AED950-5F90-FF5B-8570-CF4A15AB82FE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090D76A9-5834-82C2-55C1-04E9C5FBFE89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A62FABE7-E372-AC50-1534-847AFAE0EECC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39DB9434-74B1-808E-E0D3-F1CF24E05DE1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630D0FC6-3E25-0E36-2928-732BEEA2E0B0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F29FEA09-5FE7-24DD-FF9E-3DC75BE9037F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8358ACB3-50F1-11B9-AAF7-C254E2A53222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568F7F55-1EC9-5A0D-6034-57A37C10E3F2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FFA7D4C0-D4A3-C59E-C3B5-991FDD392CFD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BFBE2B30-65FE-AD76-7C67-29A7F146111E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82287179-6272-5114-B0DC-77D05A32B69A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07729332-4841-227D-C782-69607DA5CFD2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D4809E38-DD72-1CA8-145E-FD2CE8FDEE42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9C21E30F-A000-C71E-246E-3A8A15FCBE3B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6E2EEB82-6443-2212-E2F2-A46A0A9FB45D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D238237E-3544-483C-DD98-15CED49A3259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B2218671-211F-9AD5-41A4-09FEEF613C01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546D42B1-A090-C0E9-17DE-152D72824F00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14A1CF5B-9A85-18E8-4D90-5B477D6BCEBA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ACF4E75F-836F-C363-607A-8A58E5732C43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9522EE24-6DDA-2BF2-41E1-0646B37E0AE5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11D9A805-BF54-7214-6CDC-CBB2C41B2680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8532557B-1234-4CAC-522B-350DACB3EF70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B0FC17D9-289E-7BD5-AB69-B063BCD88EE3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F5C9E824-7305-4E7E-5F6A-93DD6908C876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CB6714D3-CB61-BB6E-E35C-C2B860965D76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B0196AD4-6D58-EF27-DEA3-0130C712F19E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84BD3B4D-9263-6FB5-01F7-D36B962283D0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5E764178-9FA2-D50E-B83E-1174875B6339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04C827EF-66A6-4AD5-3BA7-0B1B39036F8B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80DE7134-00AE-FCE1-8631-386D4AE052FB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4DB995B8-857E-0FF2-67D1-97694513BF55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AF7191EE-B483-E7D9-48AE-A658AE7E9A10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E1DC811A-FA03-C5A5-13D7-0EF3C9471739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6BD4AFC8-54BF-E4BF-5F01-1C705612095F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CE1B2334-9A2B-355B-A0A5-0E9D96D3B3E1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573FCE93-0B93-E84A-3018-FD18FF00A1B9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F8A602AA-3B55-89E1-6A63-30AB83CACAD7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2F0E1127-1085-3110-0319-F463FFCB085C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531D4D34-BA60-F070-740D-011D6A79CC56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0CB4978C-8023-5184-29C1-6C09E1524D57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15375ABC-FF63-7679-629D-E92E271B2FC0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981D2B8A-C38A-CCBF-8EE6-749CB784DB7A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9560DBFA-9F2A-0CF7-8B1F-5779DFCAD3A3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D1597EF5-B620-87E4-EFD5-328FEDC83293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A5861284-9963-FD7D-0C82-C8819AF87DF0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EA7E9547-F807-01FF-A43C-063F608940CA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26DCE070-9E7A-027D-D3CF-54A079C1F8A2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C5F20198-0EC2-D2F8-530F-937113BF6292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B8EC52BC-68C9-2FE3-922E-3D5B768148D0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D0D808B9-C3C5-EFE6-1E17-7030FFD8A46F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73C608BD-7FED-D612-6583-6763971A55C6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7E935DB3-1723-4DD2-092E-B753B59D64FD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F15DF079-70B6-EFED-FD88-604A98CB33D8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E42CA026-FA21-411E-2F80-CC6D630D12CF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D2B8661-AAEC-6CA8-3069-763611A6C817}"/>
              </a:ext>
            </a:extLst>
          </p:cNvPr>
          <p:cNvSpPr txBox="1"/>
          <p:nvPr/>
        </p:nvSpPr>
        <p:spPr>
          <a:xfrm>
            <a:off x="833292" y="1756283"/>
            <a:ext cx="6888812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dk1"/>
              </a:buClr>
              <a:buSzPts val="2500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ajdhani"/>
              </a:rPr>
              <a:t>代码关键组件</a:t>
            </a:r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Clr>
                <a:schemeClr val="dk1"/>
              </a:buClr>
              <a:buSzPts val="2500"/>
            </a:pPr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Clr>
                <a:schemeClr val="dk1"/>
              </a:buClr>
              <a:buSzPts val="2500"/>
            </a:pP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提取音频与获取音频时长：</a:t>
            </a: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1600" b="1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moviepy</a:t>
            </a: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1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4F68ED-A963-14A8-DC76-F6234727B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192" y="2732720"/>
            <a:ext cx="5442938" cy="10757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2508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92D1C914-324A-A4A4-B948-51DEE0D7F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8F9F266-5669-BA3E-7F8A-E88A1F74D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805" y="1294255"/>
            <a:ext cx="4314768" cy="3403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B173DE72-0169-26B8-7F7D-DAD9E35C84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5405" y="2682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技术实现</a:t>
            </a:r>
            <a:r>
              <a:rPr lang="en-US" altLang="zh-CN" sz="4400" dirty="0">
                <a:solidFill>
                  <a:schemeClr val="bg1">
                    <a:lumMod val="60000"/>
                    <a:lumOff val="40000"/>
                  </a:schemeClr>
                </a:solidFill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—Generator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8694D87E-A17C-37B6-F5B9-B1E3371258AA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39892A87-F250-47FF-4DED-8D668476362E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53565722-97EC-B188-ACA9-7E066301A508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68358A62-B6ED-BD4C-F665-C32234AE1101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E7F8DEA2-BB11-50F6-DF32-0D12B99D31B1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C4CA3488-5EA3-5ADA-C0CE-E0A2D4C6BB1F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7B10352F-3E58-9FD3-9980-2282DCD317C9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0774BA07-F6F7-E556-E863-A1C5A44B15F2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79A42051-70E8-138D-C9BC-8976B9EC7D2F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2AA6C25A-0FA5-AAA5-9420-EEB3F38763C5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19673480-560F-7747-BBE7-408AC296498B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CF412B18-9871-1C75-0A4C-205A53646546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C1A4416C-9E9B-491C-8E18-A0E63A0BB4D7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7B959AF7-72B6-42C3-0A7A-72544651A7A3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FB46633E-A105-5287-B088-994E5BED960C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A960BD4A-296B-FA24-B2EE-8A29B3573559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B85CDC11-3CEB-855E-2594-5A426082A2BD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4F1FD917-B52F-CA3F-B5CA-5B1924B34501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8993DB14-A5F8-BE63-94C0-D3C14819507E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39F0B400-7E6E-4FBF-24D6-90BC1DB30268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5B0FED8A-B31A-B233-6221-86CA5F50DAF5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04AE42A9-4DA7-FA37-E079-4FD180F6D18B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0652684D-F5AB-A31D-0A41-572E8E5A6E74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01CF94FE-8C22-2A0E-BBA8-FAE0940454CA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892A223B-1340-91BD-861D-186B19321C62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A798C4F1-5E3C-0C7F-01D2-944EB8E7407A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507104A5-D2E9-ADA1-88DB-898785A9D64B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75C42172-9D11-2DD7-2363-EFE4750FAE3C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FE4839E3-F13F-B2F8-7DF3-5C2162147C5D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75BA0CCC-2C5F-B8CF-4599-334591EB75BF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06DB62BE-EB12-5616-C394-280AA979351D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2C42DA9A-2C7E-94DA-B86B-A22409642B65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81C38001-8473-918F-091E-D14F0C0BC20B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15AF0B82-6991-A592-BB83-233051FFB84A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48DC382B-E0A1-5F25-776C-FD75A2252656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2B144994-14A1-3519-D048-1F5F700BC428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B80EEA82-7A3B-6C35-58C2-EAC4AFF42B8B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F55BACB6-86A4-73DD-BB94-CB4A5A317910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D6BF0550-6E88-9F81-09DA-2865ED172CF2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10BF50C3-4A6A-9A6F-07B4-A6C5D41B23A0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9B2C8765-BBB9-8E24-88BE-E58F7B705301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EFE8EFF4-833D-D444-E5FB-D4539C6A2C7F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8600057C-A6D9-85A0-417C-BC3225523750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7A6B3107-91B8-6BBF-CA7F-D8BE0EB387D6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302D3306-A076-E3FE-EA2E-66D103B910C3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507159DD-8387-30AF-A522-033682C09CF3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B785732C-F9A1-A27D-9742-C6620060C421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26A05B71-AC0F-AEC2-B294-CA236908C1BC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DFB46993-C4B9-42BC-C805-06469A3B5006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1103C791-3A55-DAE6-3108-BC87BC95DF68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599188DE-C091-69C0-7E20-3558FE0C36DF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9ADBB53F-8284-493B-3607-E3D36EA9B369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D56A8BC8-AE18-2AEF-B525-DC21BE918BF5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05D307A9-5117-8224-02DA-0FE89D60C540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C38E4A64-12CA-5144-6462-8B325A34E7FB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05885580-062B-8707-052E-DC1D925B83E1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8F32885E-588E-14AC-8883-7D8587B83023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B390754D-6230-C577-0819-27537FADD4F3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0B60DE68-1C83-300A-3145-68BBCEDA591A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1E3CDE57-608A-0677-45FD-E14865401E6D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143F65B3-35AA-C978-9C0D-FF5FECE49C3F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B9BC0C33-1F84-E3CC-E48F-2E72492B0238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742882AE-84F4-1C90-90D2-B6E4476A71BE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9AED7226-AAFE-4E11-3141-63FC4FC198F7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4970D30-5196-0EB6-8F93-D273CFE6CF98}"/>
              </a:ext>
            </a:extLst>
          </p:cNvPr>
          <p:cNvSpPr txBox="1"/>
          <p:nvPr/>
        </p:nvSpPr>
        <p:spPr>
          <a:xfrm>
            <a:off x="735427" y="2004589"/>
            <a:ext cx="304476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dk1"/>
              </a:buClr>
              <a:buSzPts val="2500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ajdhani"/>
              </a:rPr>
              <a:t>代码关键组件</a:t>
            </a:r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Clr>
                <a:schemeClr val="dk1"/>
              </a:buClr>
              <a:buSzPts val="2500"/>
            </a:pPr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Clr>
                <a:schemeClr val="dk1"/>
              </a:buClr>
              <a:buSzPts val="2500"/>
            </a:pP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说话人区分：识别音频中的不同说话人及其时间段。</a:t>
            </a: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1600" b="1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pyannote</a:t>
            </a: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5686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9CCA0D42-9BCD-0D15-9730-0B9E0C3B5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4BCBE8A-3784-AB12-FAC6-405872F68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740" y="1623832"/>
            <a:ext cx="4044074" cy="2589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D2BCD813-B088-D26D-5789-A3D31C4CE8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5405" y="2682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技术实现</a:t>
            </a:r>
            <a:r>
              <a:rPr lang="en-US" altLang="zh-CN" sz="4400" dirty="0">
                <a:solidFill>
                  <a:schemeClr val="bg1">
                    <a:lumMod val="60000"/>
                    <a:lumOff val="40000"/>
                  </a:schemeClr>
                </a:solidFill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—Generator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EBEEA1D3-7D8F-314D-80A0-129260F3FC04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0814B671-C7F1-C3CF-DDEC-1FEDC4E1E2EF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2DE1754D-D3C3-BFFA-FAFB-EF0DB9F58875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E92A6E63-4AF4-08DF-0B69-DD00242765E1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09CE310B-38F6-D33D-A465-1D3B5669B8FD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FE83A13C-9615-4B2E-A9FD-981A9E99D9E7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2F81DAEE-1E8C-DD45-23D7-371813010DEF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6F180663-8782-DF65-C68F-8EB148FAA57F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3E7FA2F8-F7AE-FF69-059B-55600779E381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279879BD-E44A-A3F0-DADE-0D29C271AB35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2CE5C6FB-BDA0-3117-6281-CCBEE883D3EA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A9A29558-FE82-7CB6-F7F3-F6523E0D2891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79462ABC-4515-D854-C360-2C27693E2176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F3145680-7E5B-11BB-747B-C55E8ECEED20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A8C91870-32E8-834C-F97E-5226EAE75F37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1B981FC2-2467-FAB2-B85B-EDCDFB804380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0FA1B12D-949C-FD2D-FF02-B401FEB2569A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03629967-B02D-0AC9-3983-A679CB817466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C3B96702-739B-BD3C-8019-64051721AD0A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76D23174-15D5-0956-FA4F-4A9A948C6ACB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70BBE62E-A3A8-8A87-38F5-92C269FE7F8E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2A4CE5E4-6E68-8AA5-64D1-8431DFA9E35B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A3D5423A-FBF4-2931-97D6-935A1A941720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DF3A5C74-0977-3DBE-A921-C28B23FD8B44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D81AC473-A9A5-40EA-CF30-DF5319369C2D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67190123-052F-B36A-24D6-36F4115E2FC9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76D15153-E2AB-B70C-0116-5033B688E28D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D2474FAE-74C4-6E30-3F70-9AA93861D221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3492B25E-C162-D45C-EA52-B22F58BE60E2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AD3D94F8-8547-1A02-3744-C142216A6936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F2AFC40C-4F61-CE13-BC9B-8BC9929883AE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3EA30B4D-26FF-7A5E-01DA-ED38DE3B72F3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0929DA1C-C04D-2CE5-DC90-B589DFAF7CA6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3A910BEA-530B-0F3A-82B6-C77158C936A4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52EDE9E4-4894-E760-E5DD-BDBAB6C0E437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6E531E58-55D8-5297-3815-B0696C9A121E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57F991E2-A240-9B3F-03A7-30B51846EA75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FE672B67-9619-E5CA-03B9-40D910D7EBF7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4391CAAF-FCE8-5796-5A1C-972C2C484DA6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C88FAD70-EE97-AE72-0060-4DCE63AFA3CC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9171ADDA-5CCF-B90F-AE85-9107A99F10AF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4505492F-793A-9C7A-B282-EEC7A682805F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F84B27C4-5F56-EDC6-EF20-55038AFD182C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4B6FEC7C-278E-AFCB-7C23-E28FB8CDEB06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CAB3F2CE-BB1F-C54E-9B99-199869D9D36F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9F4C6D43-8D58-F38C-5930-FAC040F500F8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5C3F2FBA-4007-DCA1-C5BA-E2DEEF4BC62B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1C480AA5-48D2-AD07-D6BA-011C7810E122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992626AF-DF9A-0680-5D92-3497D6C3C148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79B4EC45-2B81-B3E9-855A-12F4D078BF93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13C29B4E-E502-5F7B-1956-1DF0FE8D3949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83F55A74-73A2-8B51-C10E-57BBDD0984B4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A5EF9841-5917-0D2A-A409-4983182CC03C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28A8EF7C-7B75-C235-3C7B-2E12ADF2DA2B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F4B98C20-D4CA-E53D-1041-B1EC59F3A6FB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C7BCBEFA-6B57-A479-4827-AED1BC0BB168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8C31A9F0-367B-B47E-286E-2AC64F0014EE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20A2DCF7-4133-5136-EB79-A66F9744888E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1B4A1505-8406-F4CE-ED05-5DB0284C8C65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4FC45FDD-8F7A-28B7-BE73-EDF14FB36D01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F4A66919-1420-7C82-DDFE-784884832F79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15B554E8-6D05-1390-A235-9D291918454C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2CCBE451-9E32-0C75-54E6-4440F2BFDD1D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7D147856-9B39-1782-76EA-11116AB2FEAE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2106803-3D93-4625-1EBD-A98D889A7D69}"/>
              </a:ext>
            </a:extLst>
          </p:cNvPr>
          <p:cNvSpPr txBox="1"/>
          <p:nvPr/>
        </p:nvSpPr>
        <p:spPr>
          <a:xfrm>
            <a:off x="560258" y="2263864"/>
            <a:ext cx="388548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dk1"/>
              </a:buClr>
              <a:buSzPts val="2500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ajdhani"/>
              </a:rPr>
              <a:t>代码关键组件</a:t>
            </a:r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Clr>
                <a:schemeClr val="dk1"/>
              </a:buClr>
              <a:buSzPts val="2500"/>
            </a:pPr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Clr>
                <a:schemeClr val="dk1"/>
              </a:buClr>
              <a:buSzPts val="2500"/>
            </a:pP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语音识别：将语音转为带时间戳的文本。</a:t>
            </a:r>
            <a:endParaRPr lang="en-US" altLang="zh-CN" sz="1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Clr>
                <a:schemeClr val="dk1"/>
              </a:buClr>
              <a:buSzPts val="2500"/>
            </a:pP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(whisper)</a:t>
            </a:r>
            <a:endParaRPr lang="zh-CN" altLang="en-US" sz="1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6443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DBACA39C-6DA9-E257-FDEC-3B121D0B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26FD14F-08B2-0CD8-7DE3-DDDCAD8BD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826" y="1018093"/>
            <a:ext cx="3464421" cy="37540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BEA42C1E-E2CF-6F1F-4D60-12F53B8FF2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5405" y="2682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技术实现</a:t>
            </a:r>
            <a:r>
              <a:rPr lang="en-US" altLang="zh-CN" sz="4400" dirty="0">
                <a:solidFill>
                  <a:schemeClr val="bg1">
                    <a:lumMod val="60000"/>
                    <a:lumOff val="40000"/>
                  </a:schemeClr>
                </a:solidFill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—Generator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7DE84548-CDCE-2D91-DDB2-E5FC6F8D86A5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4FCFBCD4-64D3-183D-8763-8C5ACB8BC280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7ECCA5F9-E4CA-0230-8006-9780D6AA71F4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DE5925EF-4855-DC96-4B56-B6050DE74C0D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51362430-E673-DCE0-3018-3B4DF9B6F1C5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5CB40E3F-4A20-0203-571F-6D73873A51DF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07635511-2027-1257-D350-E24B56D490E8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C037B4CD-A4FE-281D-AFEB-82368C56CC8A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DF4F24D1-FAA2-94BA-41F6-D62F0241B16E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47F8A487-A179-0EBA-05BD-BE1D889D8FE0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0AB03A05-2B1E-683D-F2F0-C6202ECBCAE8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7985E033-671E-DC0E-9A8E-12DC7F06BDFA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A4D35678-3983-7D62-99FB-F6A5BDD06A26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12794102-CB87-28ED-E8BE-4D585EBD7671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A5CCC38F-81F0-9610-CEBE-7A6CD2EF92F8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1B6CC5EB-0FA8-854A-CD3B-85A617565CF6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10B3199E-CC92-BC5A-E725-0778D2E309EC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C104D627-34F1-C74D-BCF9-2B154C6825D8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AFB96BAE-1B1B-A2E8-421B-F1A418D4445A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2D5F2BA1-9573-D1BC-980D-248ECC2F8868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87B61F62-DD1F-CF7D-79EF-75A01B0229BF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DE8C0C10-DAAB-0351-F917-544EB3C40645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DE640125-01E7-615B-526A-2AFF36D1E2AE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093020E4-A7A1-8459-D0A1-59738E587EC9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89101110-DE68-C4C3-B35F-219D32645DC7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4F7FA539-7ED6-4F32-0DA7-781B099187B2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4AF9781B-772C-75E2-B182-594FE80DF666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F46648CA-50D1-32F4-1197-0BA21D5D2D45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34D8E205-5834-A33B-8191-5E8F7885AF80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7539860F-5931-081B-DA81-73CBDEA7D8E7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B0B40C5F-7561-D4A9-A9CA-4593249189E3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8E077230-9AF1-F2BE-3350-2FB1D0651427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64323C85-A226-6D63-7CD5-8C7FC33FE7A9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DE8D1FE8-0A82-6791-5F83-963D89009CFF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D6CB6761-CD51-1A43-0C08-0C7D3AAAB270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A9397690-6D3A-B07F-AB56-3A9772D955EC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0676AFFD-2A5A-703B-04BD-3EB1BAE47C53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86CD78EC-AE26-A500-4DFD-9C6B81A7E186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130B479C-B8AF-AF06-D46D-82B7BD546E2B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A6168831-1486-EEA7-E312-2655249F8C29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D7E49F90-F394-C93B-E40F-BED7E05436EB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C91C1B13-4F09-CE2A-B21E-8F9D3E387022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7DB7E208-B89E-C337-D089-83021FDACE18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A239701F-0920-5888-7792-DA221E7ACD21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9424D73A-59EB-7682-7D73-906EC94725E9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4F92F715-9300-9BB2-7EF2-750806E76E85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F1FB2851-1050-A0EA-F8C7-F36A8558C0F7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55096FD8-66DB-AA5A-AD26-6F60FBC98B1C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7C8DD85F-7264-E06E-D3D3-BF3DDDAAA6B5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FF41218B-BD1F-4F25-CBCC-BD0082E0753C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B72CA108-0ADE-5A02-9BB6-A7A9163D68EF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AA31727B-04ED-7A08-14B1-51CB1119513F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5C889077-1DBE-2E2D-0D4B-B3ED0E5E8140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96A9DA06-6D3C-7E62-F482-C7810DBE2C8C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1DAF8FCB-3FE7-B0C7-5172-731E72732C6D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EA1BCAC7-5EDB-CA30-2EED-8B4DD2A5215B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F28B2F03-2F70-DB6C-EE39-AAAACA01EB84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3931719A-1DC3-A18F-B653-5D7B4927CF07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310ABE64-9FE5-3B05-AB79-C7123A50AC62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51FB30B6-E0F9-54ED-28A8-BDF175558446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6ABB04DF-122B-A6F7-9E0B-BE30B483CB5D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51016C85-033F-D8CB-F82D-5DAA1F156E45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D12D552A-621D-41C6-57EE-BF5EF7989B82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9C98025B-B3C5-D434-55DD-E5809B2D8C0C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1CB932-2F91-8BAE-3E9F-6BE500AF632B}"/>
              </a:ext>
            </a:extLst>
          </p:cNvPr>
          <p:cNvSpPr txBox="1"/>
          <p:nvPr/>
        </p:nvSpPr>
        <p:spPr>
          <a:xfrm>
            <a:off x="739118" y="2233053"/>
            <a:ext cx="3669328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dk1"/>
              </a:buClr>
              <a:buSzPts val="2500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ajdhani"/>
              </a:rPr>
              <a:t>代码关键组件</a:t>
            </a:r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Clr>
                <a:schemeClr val="dk1"/>
              </a:buClr>
              <a:buSzPts val="2500"/>
            </a:pPr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Clr>
                <a:schemeClr val="dk1"/>
              </a:buClr>
              <a:buSzPts val="2500"/>
            </a:pP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4.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时间对齐：将文本匹配到对应说话人。</a:t>
            </a:r>
          </a:p>
        </p:txBody>
      </p:sp>
    </p:spTree>
    <p:extLst>
      <p:ext uri="{BB962C8B-B14F-4D97-AF65-F5344CB8AC3E}">
        <p14:creationId xmlns:p14="http://schemas.microsoft.com/office/powerpoint/2010/main" val="574715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AAAAE7AA-967E-0684-A7AA-472663854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6C8EADCD-4910-F0F6-2C9C-AA2A453AD9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5405" y="2682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技术实现</a:t>
            </a:r>
            <a:r>
              <a:rPr lang="en-US" altLang="zh-CN" sz="4400" dirty="0">
                <a:solidFill>
                  <a:schemeClr val="bg1">
                    <a:lumMod val="60000"/>
                    <a:lumOff val="40000"/>
                  </a:schemeClr>
                </a:solidFill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—Generator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1D3AA27F-1E5A-1FDD-F59F-934BAB142BFF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8F71B9D5-738E-1648-6BF3-3746D49CDB1C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559F3AF3-7645-3DD6-4599-5109ACEF5148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097EF114-5162-9B5E-712F-E9C4D3394A68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81E2DB19-641B-3FA3-9C20-67B43C78FD6B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4E9A9231-8E59-B425-62F6-EDBA49E0F4D9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2596DF8A-95F1-A857-AA3F-DE3C95DD3641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4828B04A-26B0-A452-3AC6-307D0D33E9D5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9D65CCE3-4595-17FF-25AD-60276D03A982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F93D8851-08B7-ABEC-A38B-F4DEF817D943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6FA1E496-19F0-38EB-C3AF-BDFC754F2523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FC67D084-33BE-DDD0-8997-72801AFB2AC1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311958FC-9DA6-1811-D9FE-B6802CC6D54A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71243E3A-142D-CBD4-4620-1FB6EA514AC9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5489A236-7076-54CA-3EB5-DC7927ACC053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BEC89F5E-658A-FACD-915A-6DFDE99D3692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84A39339-7814-933F-F2F8-D8D217446A29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4FDBF124-1D9F-29D7-BBFF-CFABE671F0DE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5B8B9513-BDEF-7E80-6295-A96DAB55B5EA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DA0E3B96-8A75-45E1-2EA7-4584F59B6A71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665272D3-AB4D-F4AA-9114-FAEE8E24D5FE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C7F3A919-5A3A-26E1-F92A-CEBA71701B4C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2445A14F-F9F5-50D4-523F-645CE524D9C4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D139A9AC-0186-F1C3-5F0D-21A407FD22FF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9415E23C-B32F-C1B8-EDB0-AE5792B29AEB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3FE8AA79-5E6C-BC52-8F58-272A8370214F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BFF31718-1053-E56C-7F15-E7F5AA8AB3A9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329379E0-D40A-7330-442C-CCDFD8BEDA54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B1729F28-B5F9-9191-BEB1-FDDD1E6A31A5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9525FE7D-F9C7-6425-463B-E65CF4170703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42F25F2A-2FEE-00ED-A6F6-2EBBB9543D7D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E190B599-7830-B86E-8EB9-DD7285DCF071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AD3E8C25-16E4-8BC1-1046-4C396AFEE6AA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F93AFA08-7003-6FDD-E214-DBCAAFC7311C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21CE33EC-4F7C-F0D0-C235-B936638ADC98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4407A32B-669C-4961-19B7-A7365DDD0E08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AE252F62-1760-F411-261C-921422A71AA4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C9CC72C7-880E-CB2A-7E4F-D02A888F5BF1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7BF74301-88F3-7655-53C3-31AEA958A629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5FA7EF97-F973-8883-A5D4-9FE65516DACE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7EDCE614-7F67-8327-A558-166376A77603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223A38E4-D1E6-DAB9-0688-EF0F884A9FE0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D3B61732-F9EE-7845-D915-5961BA29C3BE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E56035B3-84AA-59FD-58D2-DD522642B852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E962D0C6-1D61-1604-D8DB-4E9C62569692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656B583D-1E2D-2E9D-B508-1CA76834BB7B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648E0F20-5BD5-A868-22F1-8CBEC3EFA8BE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7F0B62BC-3E85-028D-C3E9-E8FAF86BC431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CB0AD172-5438-FA0E-58DF-E1A182F81DBB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CE6CE4D9-C7C7-3330-1AC6-6BB449C67EC0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E9A99D41-014D-B172-EA4A-7AD94D9173C9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7C2696F6-F723-942D-6E96-3309E5F65E48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023CB36C-349F-3BD6-D2CD-66A628CA939C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326CD0E4-9CD4-8B0B-47BE-B2F583BF93E1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BF6C9078-C080-9542-4935-B23E8260D567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4F485CAE-BA86-031F-249F-608508BD89DC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6284B636-5296-549D-9F3C-F822E1FB9A3B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AB9D65CE-522C-CB55-EA29-72992DA1FBF9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49CD0D80-84B4-896F-5560-8FB63F18D2BE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E1C660C6-3FD8-69F1-25F5-EBD2D5B7846A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E645AABA-27B5-791E-BEA0-CC2BD9005CE0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C2E3FF4B-7205-7163-139A-A40DA397B1D4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AB6A01B2-5A2E-92D6-3107-B06659C01208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A3048456-51BC-049A-8398-B24DD8A3CB85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094504C-2BC8-7433-F79D-72E3365750F1}"/>
              </a:ext>
            </a:extLst>
          </p:cNvPr>
          <p:cNvSpPr txBox="1"/>
          <p:nvPr/>
        </p:nvSpPr>
        <p:spPr>
          <a:xfrm>
            <a:off x="602824" y="1157756"/>
            <a:ext cx="559429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dk1"/>
              </a:buClr>
              <a:buSzPts val="2500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ajdhani"/>
              </a:rPr>
              <a:t>代码关键组件</a:t>
            </a:r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Clr>
                <a:schemeClr val="dk1"/>
              </a:buClr>
              <a:buSzPts val="2500"/>
            </a:pPr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Clr>
                <a:schemeClr val="dk1"/>
              </a:buClr>
              <a:buSzPts val="2500"/>
            </a:pP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5.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生成</a:t>
            </a: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SRT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字幕：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F56B59-A3B0-6399-C05B-51526D295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739" y="1962497"/>
            <a:ext cx="5535881" cy="28568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1450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8AE332B8-42A2-B4B8-E28D-DD1CCFEF7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6F760FF3-6AB3-2AEF-7952-150A471B72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5405" y="2682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技术实现</a:t>
            </a:r>
            <a:r>
              <a:rPr lang="en-US" altLang="zh-CN" sz="4400" dirty="0">
                <a:solidFill>
                  <a:schemeClr val="bg1">
                    <a:lumMod val="60000"/>
                    <a:lumOff val="40000"/>
                  </a:schemeClr>
                </a:solidFill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—Generator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6164A885-410D-CCAE-79BB-F95FBF733069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7E3CE9F2-946E-EDC8-1447-F3493D194ECB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D93595EB-EF01-CAC6-D426-351DCDB51F2E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23B0F807-BBF0-8433-A1D9-442C1755DB8C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91D8F518-7200-8B64-7036-D9ED93EA0F24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9872E46D-BBF6-E68E-152E-B6E13BB3E530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7ADA9BB5-B9BC-75DD-EFF4-12EE266A269E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5BA86919-8AB9-9A80-F9FE-03C832C1C330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AA1851DA-3F9B-405D-B422-7772F001FBD1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A0223586-5C62-DDF4-6254-2496F28E8757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DF076835-F9BC-661A-9B3E-1454A58ECD57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E33EADCE-3137-58C4-228C-C20B14CAD2EC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5EE05EE2-5DC4-3220-2584-5BC7EC9FD844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2DF06B79-433F-117A-DA48-8E84A34D5E9A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8C16C243-C4AE-25A7-063F-C707C2AE8BB4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BAA3612C-3CBF-805A-2D28-46A28723ACFE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0DFE3BF6-F528-8903-335D-2284B5AC494B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76D90878-96D4-7B82-4AE5-9E8B702C8CB8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3A7614E0-1B78-6016-F91F-0EA955C39102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81D18426-8035-3CDB-907B-C51CB1942D4D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E0F05125-EA61-8D2E-AF09-21D35C357D67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38BCFB1C-D879-473F-50D2-15CECE290AD7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0A8C4E0E-0388-C3B9-E080-28ED9D214917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EDFE6571-39BD-ACA8-A0B2-C30D20C61446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5D2562C7-86AB-F5E5-FDE5-C3666FB0DF87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EABCF062-78DB-070F-281D-613ABD896A7E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A1A24A4C-808A-6A25-8B11-C070305396E5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AA258A9E-D7A0-9C4E-0C10-5026392E2825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26552673-127A-D0AD-5807-291FD8740EF0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E6AF2539-BE04-294B-E754-0C112E77E8C8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D339E0F8-7A7E-BA95-CCE6-15EB4B2EC998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337BE62D-37EF-BC97-6047-A3B928A3549A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CCDDDD2F-0CE6-CCA0-63F4-9F5FF83EEC03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0A285A02-4BD7-CD7E-ECC4-ACFAA504B113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0539AEA9-33BE-7192-3B02-A742391CBC18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A00BBF9B-9085-9322-924C-5A539399C85F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C870A87B-64A1-04EC-EF0C-99C4D2FEE4D8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8C460BA2-D54B-5A97-643C-0D0F20C62A63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3C43959A-23AD-1802-ED1B-07EFDC75F5E5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C6DCDA8C-F24E-8570-7E63-67A435C3FBAF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9D9AC3F6-21F6-1644-A05B-74F753CE09F2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027D6F08-CCED-E136-2D7C-F2BC3FD7A270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EA8F89C3-0336-B9D0-5AC2-9737119BFFF1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16D2D9DF-A737-5B41-688E-C43B314464D1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98CAD29E-603B-6E63-404F-FFF39CC6C1C1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8B00A41A-4722-71EA-1FF0-5F1E11825961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DF9587B0-C72D-E2BF-D544-BB87A922F707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85747D00-F500-0F46-85BD-2AC2423D57D9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B6274F89-66DC-DC67-26E9-B4A5EC448174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6EAD1B9A-F04D-E34A-AB2C-241E19059A39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64084AA7-8993-4702-BF3A-F956EBDFC3DD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D8F450A8-0050-F16E-F1A4-8D6E1021EE30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A934ED6F-35E7-D3DC-D5FE-B75BB7E3788E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46BDC2F8-B63D-3433-D8E7-479D37015346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B98B5471-4A93-C771-B2F6-451ED906113F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6ABDFEDC-D8ED-BA37-579E-E959A748F75D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614ED9B0-E172-44F5-535F-E0B2BE6DD1D8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B81B4912-8CFA-03AC-10F1-55E81F15CA93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B0E24038-91C3-DA57-D2E0-063870871784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5A9564B9-68B2-D01E-08BB-6263B44CE789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8A0C95ED-27E6-8BD0-4E76-923DCED688AB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B4562729-0867-AAFE-56E6-AA4C2C7245D1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F852C627-959D-BE18-0803-E19D0CC8EC2B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43A89B7B-21BF-8011-72A6-F777F3FB8296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27E4D3DD-7B4D-887C-F313-A8D13DC65437}"/>
              </a:ext>
            </a:extLst>
          </p:cNvPr>
          <p:cNvSpPr txBox="1"/>
          <p:nvPr/>
        </p:nvSpPr>
        <p:spPr>
          <a:xfrm>
            <a:off x="914531" y="1853466"/>
            <a:ext cx="3240987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dk1"/>
              </a:buClr>
              <a:buSzPts val="2500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ajdhani"/>
              </a:rPr>
              <a:t>代码关键组件</a:t>
            </a:r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Clr>
                <a:schemeClr val="dk1"/>
              </a:buClr>
              <a:buSzPts val="2500"/>
            </a:pPr>
            <a:r>
              <a:rPr lang="en-US" altLang="zh-CN" sz="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Clr>
                <a:schemeClr val="dk1"/>
              </a:buClr>
              <a:buSzPts val="2500"/>
            </a:pP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6.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清理临时文件：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CACFEB-4A1E-F8B2-A8B4-FC2464B216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28"/>
          <a:stretch>
            <a:fillRect/>
          </a:stretch>
        </p:blipFill>
        <p:spPr>
          <a:xfrm>
            <a:off x="2389319" y="2765287"/>
            <a:ext cx="3936172" cy="835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3235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8DB5DE40-8020-C797-8435-74BAE32DC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F25D4DC-20E2-ECF4-3B29-414E80CAB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001" y="2000066"/>
            <a:ext cx="7032487" cy="2814891"/>
          </a:xfrm>
          <a:prstGeom prst="rect">
            <a:avLst/>
          </a:prstGeom>
        </p:spPr>
      </p:pic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3ED1EB9E-A495-B2D1-56EA-2A1F6E32F4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5405" y="2682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技术实现</a:t>
            </a:r>
            <a:r>
              <a:rPr lang="en-US" altLang="zh-CN" sz="4400" dirty="0">
                <a:solidFill>
                  <a:schemeClr val="bg1">
                    <a:lumMod val="60000"/>
                    <a:lumOff val="40000"/>
                  </a:schemeClr>
                </a:solidFill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—Generator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F23C53F7-ECAC-6718-01C1-80CDB21A3516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41E64B85-9231-F393-B423-B383E2324E23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DE585BDA-3D13-A9E7-E224-DC783C07F35B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6B3FB513-5DD3-DF95-1CD7-6BE4D7334D69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905D9A59-0E1F-662F-8067-1656C7151A4B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EC8794B8-2ABA-5C03-6E65-5ACD8626D8EE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13EBADBF-991B-C490-6FE2-C87C33DE4062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2A15232F-7879-4CF7-B0B6-6713A0829183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4CCFBF01-46E8-F28C-F97B-5735BF4C4D49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A11EF59B-0B75-C5C0-459A-915BC94D6624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8C73BE19-2EB8-F547-2C9A-3654E06DC59E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0602F458-A7FB-411A-2D85-B1481D66CF8A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6F7A3686-F412-2BC3-C4D0-0D2279494D8E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75CD46C4-58EB-041E-1D44-B8FDA42ABB7B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2D01439B-DE0C-510F-6878-EAA1BBBC587A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791D9427-D43E-558C-266A-8F02BFFD39EE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B93459E0-6D9F-4EDC-9C46-63DC29986E77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87E39195-EE35-BCB4-A5F1-FEA998F13DBF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AEA46A98-72D8-3415-B3A1-EA2C08D0BA64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FFACD073-25B7-3E5C-F683-A6A902D181CC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A382D6C5-8C69-D764-249B-421E1CB1994F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63FD7F6C-185E-D5E0-45AE-877D1AEC3B0E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6C0EAE35-D178-97D8-DF8F-792593F3D551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D851456D-7340-8146-5EA3-62A919FB6EFC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35C30A73-6B44-4F5F-2CE2-4011E0B48EF1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AAD6BF89-ADD8-E463-1E63-66DD4813BBA4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AEE474E5-74E5-6721-BCC3-26CF28B58DF5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E1A9C2A1-3741-089C-0B0D-AC7B1B46293D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DD348BAB-D249-B63B-C1E7-0CB1AE7B7CF9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D5B668CE-ED47-53CC-5193-4FA75FF3E32C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8038C5DA-746D-6E63-0617-2CC0CB1AB34E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BE241D75-59A0-D67C-8D5F-C3B0F1A12932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02F728D5-2E86-2862-F266-C2C38CCAF53A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7FF7C2EC-9C59-5A24-C516-0B30EC2D9568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26B0ECF3-4567-4318-7D3D-6A8DF1920588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6481ED2A-551D-40C8-9607-5634707B9F93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D0F16AC4-7ADE-0B5B-2009-1E62324EEDD6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9F24CF31-2BB0-751F-798F-6CCB67EEEF07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7CFCE892-AFBD-F47B-A3E7-FD4761B43CAC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542D69D7-FDB9-F9E8-C034-7B33B59222E5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505081C6-A7C5-52F9-A0FF-110ED5572B70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A3571754-9EE0-6ACD-646B-7A234AFD1866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F3AC8546-AF4C-B8B6-5E66-F7ADC6A1E093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ACCA61A6-5113-9ABA-02B7-7E209FD0E28B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4FFD8E9F-B713-FDAC-8142-8DA4E2B1BD92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EE927AF1-3DEE-4236-3C2A-B2D644136433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D5BB1745-60D4-A505-DB2F-13D19F9479C5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F0747B77-FA20-802D-05E1-A7570A69A2A9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F800A5C3-E777-344A-986B-2A66B6898C27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530C9689-E088-9CFF-2FC5-5179BC33448F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F769BF8A-174D-3687-7B7A-DF00D0479D44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A9172C03-96C0-78F2-BC7E-E5AA96F41601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A4717DA8-C772-D538-C672-A8880140B194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F014D97A-9942-F39B-1411-AFC4493A4821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19294EA4-4797-B7C2-36F6-B4396643370E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F7DE6AA1-7FC5-647D-D11C-35E635A7AA9C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55273AF1-C7BB-AC5E-9571-DA154A4A7226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4B338DE2-27A4-5018-7D4A-5562ECA333E0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D2F347EB-3A5E-565F-F71B-37449EFD4CD3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4C2CEADE-02CE-75F2-879F-113C014CF721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41E3B0ED-77AF-2635-E9DC-2E7C1EA887D7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FE4D73FB-89CA-B0ED-B5CA-23490BA306B5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E368FEA1-9CEA-7E43-84E2-431D01688E10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50B756F9-1689-5FD3-6908-2754C2962714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9DB2EFEC-6468-AD8C-3281-FE2DFEB39459}"/>
              </a:ext>
            </a:extLst>
          </p:cNvPr>
          <p:cNvSpPr txBox="1"/>
          <p:nvPr/>
        </p:nvSpPr>
        <p:spPr>
          <a:xfrm>
            <a:off x="805489" y="1450718"/>
            <a:ext cx="366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dk1"/>
              </a:buClr>
              <a:buSzPts val="2500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ajdhani"/>
              </a:rPr>
              <a:t>完整调用链</a:t>
            </a:r>
            <a:endParaRPr lang="en-US" altLang="zh-CN" sz="7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0868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0" name="Google Shape;960;p31"/>
          <p:cNvGrpSpPr/>
          <p:nvPr/>
        </p:nvGrpSpPr>
        <p:grpSpPr>
          <a:xfrm flipH="1">
            <a:off x="5028775" y="3174275"/>
            <a:ext cx="3753450" cy="1969225"/>
            <a:chOff x="143902" y="3174400"/>
            <a:chExt cx="3753450" cy="1969225"/>
          </a:xfrm>
        </p:grpSpPr>
        <p:sp>
          <p:nvSpPr>
            <p:cNvPr id="961" name="Google Shape;961;p31"/>
            <p:cNvSpPr/>
            <p:nvPr/>
          </p:nvSpPr>
          <p:spPr>
            <a:xfrm>
              <a:off x="416350" y="4817825"/>
              <a:ext cx="136200" cy="32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2" name="Google Shape;962;p31"/>
            <p:cNvGrpSpPr/>
            <p:nvPr/>
          </p:nvGrpSpPr>
          <p:grpSpPr>
            <a:xfrm>
              <a:off x="143902" y="3174400"/>
              <a:ext cx="3753450" cy="1909665"/>
              <a:chOff x="143902" y="3174400"/>
              <a:chExt cx="3753450" cy="1909665"/>
            </a:xfrm>
          </p:grpSpPr>
          <p:sp>
            <p:nvSpPr>
              <p:cNvPr id="963" name="Google Shape;963;p31"/>
              <p:cNvSpPr/>
              <p:nvPr/>
            </p:nvSpPr>
            <p:spPr>
              <a:xfrm>
                <a:off x="488377" y="3174400"/>
                <a:ext cx="3408975" cy="1596450"/>
              </a:xfrm>
              <a:custGeom>
                <a:avLst/>
                <a:gdLst/>
                <a:ahLst/>
                <a:cxnLst/>
                <a:rect l="l" t="t" r="r" b="b"/>
                <a:pathLst>
                  <a:path w="136359" h="63858" extrusionOk="0">
                    <a:moveTo>
                      <a:pt x="0" y="53244"/>
                    </a:moveTo>
                    <a:lnTo>
                      <a:pt x="35284" y="0"/>
                    </a:lnTo>
                    <a:lnTo>
                      <a:pt x="136359" y="234"/>
                    </a:lnTo>
                    <a:lnTo>
                      <a:pt x="3746" y="63858"/>
                    </a:lnTo>
                    <a:close/>
                  </a:path>
                </a:pathLst>
              </a:custGeom>
              <a:solidFill>
                <a:srgbClr val="9E855C">
                  <a:alpha val="14880"/>
                </a:srgbClr>
              </a:solidFill>
              <a:ln>
                <a:noFill/>
              </a:ln>
            </p:spPr>
          </p:sp>
          <p:grpSp>
            <p:nvGrpSpPr>
              <p:cNvPr id="964" name="Google Shape;964;p31"/>
              <p:cNvGrpSpPr/>
              <p:nvPr/>
            </p:nvGrpSpPr>
            <p:grpSpPr>
              <a:xfrm rot="-3088787">
                <a:off x="247795" y="4300754"/>
                <a:ext cx="725754" cy="615483"/>
                <a:chOff x="5417612" y="4008755"/>
                <a:chExt cx="725743" cy="615474"/>
              </a:xfrm>
            </p:grpSpPr>
            <p:sp>
              <p:nvSpPr>
                <p:cNvPr id="965" name="Google Shape;965;p31"/>
                <p:cNvSpPr/>
                <p:nvPr/>
              </p:nvSpPr>
              <p:spPr>
                <a:xfrm>
                  <a:off x="5417612" y="4008755"/>
                  <a:ext cx="725743" cy="615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9" h="16248" extrusionOk="0">
                      <a:moveTo>
                        <a:pt x="9796" y="1"/>
                      </a:moveTo>
                      <a:lnTo>
                        <a:pt x="8616" y="2155"/>
                      </a:lnTo>
                      <a:lnTo>
                        <a:pt x="5125" y="80"/>
                      </a:lnTo>
                      <a:cubicBezTo>
                        <a:pt x="5125" y="80"/>
                        <a:pt x="1358" y="778"/>
                        <a:pt x="1643" y="5184"/>
                      </a:cubicBezTo>
                      <a:lnTo>
                        <a:pt x="1" y="9452"/>
                      </a:lnTo>
                      <a:lnTo>
                        <a:pt x="3935" y="11281"/>
                      </a:lnTo>
                      <a:lnTo>
                        <a:pt x="2961" y="13130"/>
                      </a:lnTo>
                      <a:lnTo>
                        <a:pt x="5685" y="11901"/>
                      </a:lnTo>
                      <a:lnTo>
                        <a:pt x="5439" y="15540"/>
                      </a:lnTo>
                      <a:lnTo>
                        <a:pt x="10554" y="14920"/>
                      </a:lnTo>
                      <a:lnTo>
                        <a:pt x="9767" y="10711"/>
                      </a:lnTo>
                      <a:lnTo>
                        <a:pt x="13179" y="16248"/>
                      </a:lnTo>
                      <a:lnTo>
                        <a:pt x="19159" y="5459"/>
                      </a:lnTo>
                      <a:lnTo>
                        <a:pt x="11999" y="5705"/>
                      </a:lnTo>
                      <a:lnTo>
                        <a:pt x="16887" y="3059"/>
                      </a:lnTo>
                      <a:lnTo>
                        <a:pt x="13130" y="965"/>
                      </a:lnTo>
                      <a:lnTo>
                        <a:pt x="10347" y="3669"/>
                      </a:lnTo>
                      <a:lnTo>
                        <a:pt x="979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966;p31"/>
                <p:cNvSpPr/>
                <p:nvPr/>
              </p:nvSpPr>
              <p:spPr>
                <a:xfrm>
                  <a:off x="5673949" y="4155542"/>
                  <a:ext cx="193377" cy="232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5" h="6125" extrusionOk="0">
                      <a:moveTo>
                        <a:pt x="3442" y="1"/>
                      </a:moveTo>
                      <a:lnTo>
                        <a:pt x="0" y="6098"/>
                      </a:lnTo>
                      <a:cubicBezTo>
                        <a:pt x="0" y="6098"/>
                        <a:pt x="127" y="6125"/>
                        <a:pt x="342" y="6125"/>
                      </a:cubicBezTo>
                      <a:cubicBezTo>
                        <a:pt x="1038" y="6125"/>
                        <a:pt x="2655" y="5849"/>
                        <a:pt x="3865" y="3512"/>
                      </a:cubicBezTo>
                      <a:cubicBezTo>
                        <a:pt x="5104" y="1142"/>
                        <a:pt x="3442" y="1"/>
                        <a:pt x="344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967;p31"/>
                <p:cNvSpPr/>
                <p:nvPr/>
              </p:nvSpPr>
              <p:spPr>
                <a:xfrm>
                  <a:off x="5529776" y="4008755"/>
                  <a:ext cx="258569" cy="497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6" h="13131" fill="none" extrusionOk="0">
                      <a:moveTo>
                        <a:pt x="6825" y="1"/>
                      </a:moveTo>
                      <a:lnTo>
                        <a:pt x="0" y="13130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968;p31"/>
                <p:cNvSpPr/>
                <p:nvPr/>
              </p:nvSpPr>
              <p:spPr>
                <a:xfrm>
                  <a:off x="5632963" y="4147359"/>
                  <a:ext cx="176256" cy="31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3" h="8242" fill="none" extrusionOk="0">
                      <a:moveTo>
                        <a:pt x="4652" y="0"/>
                      </a:moveTo>
                      <a:lnTo>
                        <a:pt x="0" y="8242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969" name="Google Shape;969;p31"/>
          <p:cNvSpPr txBox="1">
            <a:spLocks noGrp="1"/>
          </p:cNvSpPr>
          <p:nvPr>
            <p:ph type="title"/>
          </p:nvPr>
        </p:nvSpPr>
        <p:spPr>
          <a:xfrm>
            <a:off x="4921985" y="2678423"/>
            <a:ext cx="3086746" cy="9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dirty="0"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成果展示</a:t>
            </a:r>
            <a:endParaRPr sz="4800" dirty="0">
              <a:latin typeface="ID初心少女体简" panose="02010509060101010101" pitchFamily="49" charset="-122"/>
              <a:ea typeface="ID初心少女体简" panose="02010509060101010101" pitchFamily="49" charset="-122"/>
            </a:endParaRPr>
          </a:p>
        </p:txBody>
      </p:sp>
      <p:sp>
        <p:nvSpPr>
          <p:cNvPr id="970" name="Google Shape;970;p31"/>
          <p:cNvSpPr txBox="1">
            <a:spLocks noGrp="1"/>
          </p:cNvSpPr>
          <p:nvPr>
            <p:ph type="title" idx="2"/>
          </p:nvPr>
        </p:nvSpPr>
        <p:spPr>
          <a:xfrm>
            <a:off x="4891063" y="1333488"/>
            <a:ext cx="27969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971" name="Google Shape;971;p31"/>
          <p:cNvGrpSpPr/>
          <p:nvPr/>
        </p:nvGrpSpPr>
        <p:grpSpPr>
          <a:xfrm>
            <a:off x="1153627" y="880589"/>
            <a:ext cx="2890816" cy="3382302"/>
            <a:chOff x="1216125" y="955275"/>
            <a:chExt cx="2763158" cy="3232940"/>
          </a:xfrm>
        </p:grpSpPr>
        <p:sp>
          <p:nvSpPr>
            <p:cNvPr id="972" name="Google Shape;972;p31"/>
            <p:cNvSpPr/>
            <p:nvPr/>
          </p:nvSpPr>
          <p:spPr>
            <a:xfrm>
              <a:off x="1216125" y="955275"/>
              <a:ext cx="2730457" cy="3232940"/>
            </a:xfrm>
            <a:custGeom>
              <a:avLst/>
              <a:gdLst/>
              <a:ahLst/>
              <a:cxnLst/>
              <a:rect l="l" t="t" r="r" b="b"/>
              <a:pathLst>
                <a:path w="49264" h="58330" extrusionOk="0">
                  <a:moveTo>
                    <a:pt x="28737" y="0"/>
                  </a:moveTo>
                  <a:cubicBezTo>
                    <a:pt x="26218" y="0"/>
                    <a:pt x="23877" y="1474"/>
                    <a:pt x="22827" y="3845"/>
                  </a:cubicBezTo>
                  <a:lnTo>
                    <a:pt x="10180" y="3845"/>
                  </a:lnTo>
                  <a:cubicBezTo>
                    <a:pt x="9926" y="2957"/>
                    <a:pt x="9120" y="2341"/>
                    <a:pt x="8195" y="2341"/>
                  </a:cubicBezTo>
                  <a:cubicBezTo>
                    <a:pt x="8188" y="2341"/>
                    <a:pt x="8181" y="2341"/>
                    <a:pt x="8173" y="2341"/>
                  </a:cubicBezTo>
                  <a:cubicBezTo>
                    <a:pt x="7239" y="2341"/>
                    <a:pt x="6423" y="2970"/>
                    <a:pt x="6177" y="3865"/>
                  </a:cubicBezTo>
                  <a:cubicBezTo>
                    <a:pt x="5016" y="4022"/>
                    <a:pt x="4161" y="5006"/>
                    <a:pt x="4151" y="6176"/>
                  </a:cubicBezTo>
                  <a:lnTo>
                    <a:pt x="4151" y="11831"/>
                  </a:lnTo>
                  <a:cubicBezTo>
                    <a:pt x="2046" y="14536"/>
                    <a:pt x="955" y="18116"/>
                    <a:pt x="1102" y="21823"/>
                  </a:cubicBezTo>
                  <a:cubicBezTo>
                    <a:pt x="296" y="22885"/>
                    <a:pt x="1" y="24233"/>
                    <a:pt x="335" y="25413"/>
                  </a:cubicBezTo>
                  <a:cubicBezTo>
                    <a:pt x="483" y="25924"/>
                    <a:pt x="758" y="26406"/>
                    <a:pt x="1132" y="26800"/>
                  </a:cubicBezTo>
                  <a:cubicBezTo>
                    <a:pt x="1112" y="28059"/>
                    <a:pt x="1535" y="29249"/>
                    <a:pt x="2322" y="30104"/>
                  </a:cubicBezTo>
                  <a:cubicBezTo>
                    <a:pt x="2961" y="30802"/>
                    <a:pt x="3836" y="31255"/>
                    <a:pt x="4780" y="31383"/>
                  </a:cubicBezTo>
                  <a:cubicBezTo>
                    <a:pt x="5961" y="32927"/>
                    <a:pt x="7318" y="34343"/>
                    <a:pt x="8813" y="35592"/>
                  </a:cubicBezTo>
                  <a:lnTo>
                    <a:pt x="2863" y="37156"/>
                  </a:lnTo>
                  <a:cubicBezTo>
                    <a:pt x="2223" y="37333"/>
                    <a:pt x="1761" y="37893"/>
                    <a:pt x="1722" y="38562"/>
                  </a:cubicBezTo>
                  <a:lnTo>
                    <a:pt x="1633" y="40214"/>
                  </a:lnTo>
                  <a:lnTo>
                    <a:pt x="1633" y="40303"/>
                  </a:lnTo>
                  <a:lnTo>
                    <a:pt x="610" y="55861"/>
                  </a:lnTo>
                  <a:cubicBezTo>
                    <a:pt x="551" y="56727"/>
                    <a:pt x="1220" y="57474"/>
                    <a:pt x="2086" y="57514"/>
                  </a:cubicBezTo>
                  <a:lnTo>
                    <a:pt x="10603" y="57848"/>
                  </a:lnTo>
                  <a:cubicBezTo>
                    <a:pt x="10652" y="57858"/>
                    <a:pt x="10711" y="57858"/>
                    <a:pt x="10770" y="57858"/>
                  </a:cubicBezTo>
                  <a:lnTo>
                    <a:pt x="12137" y="57907"/>
                  </a:lnTo>
                  <a:lnTo>
                    <a:pt x="22926" y="58330"/>
                  </a:lnTo>
                  <a:lnTo>
                    <a:pt x="22985" y="58330"/>
                  </a:lnTo>
                  <a:cubicBezTo>
                    <a:pt x="23122" y="58330"/>
                    <a:pt x="23250" y="58320"/>
                    <a:pt x="23378" y="58281"/>
                  </a:cubicBezTo>
                  <a:lnTo>
                    <a:pt x="23889" y="58300"/>
                  </a:lnTo>
                  <a:lnTo>
                    <a:pt x="23939" y="58300"/>
                  </a:lnTo>
                  <a:cubicBezTo>
                    <a:pt x="24755" y="58300"/>
                    <a:pt x="25433" y="57661"/>
                    <a:pt x="25483" y="56845"/>
                  </a:cubicBezTo>
                  <a:lnTo>
                    <a:pt x="25581" y="55065"/>
                  </a:lnTo>
                  <a:cubicBezTo>
                    <a:pt x="25649" y="55074"/>
                    <a:pt x="25716" y="55078"/>
                    <a:pt x="25783" y="55078"/>
                  </a:cubicBezTo>
                  <a:cubicBezTo>
                    <a:pt x="26088" y="55078"/>
                    <a:pt x="26385" y="54988"/>
                    <a:pt x="26643" y="54819"/>
                  </a:cubicBezTo>
                  <a:lnTo>
                    <a:pt x="27076" y="54524"/>
                  </a:lnTo>
                  <a:cubicBezTo>
                    <a:pt x="27784" y="54052"/>
                    <a:pt x="27971" y="53088"/>
                    <a:pt x="27499" y="52380"/>
                  </a:cubicBezTo>
                  <a:lnTo>
                    <a:pt x="25876" y="49970"/>
                  </a:lnTo>
                  <a:lnTo>
                    <a:pt x="25896" y="49538"/>
                  </a:lnTo>
                  <a:lnTo>
                    <a:pt x="26132" y="49164"/>
                  </a:lnTo>
                  <a:lnTo>
                    <a:pt x="31285" y="56796"/>
                  </a:lnTo>
                  <a:cubicBezTo>
                    <a:pt x="31511" y="57130"/>
                    <a:pt x="31865" y="57366"/>
                    <a:pt x="32269" y="57445"/>
                  </a:cubicBezTo>
                  <a:cubicBezTo>
                    <a:pt x="32367" y="57464"/>
                    <a:pt x="32465" y="57474"/>
                    <a:pt x="32564" y="57474"/>
                  </a:cubicBezTo>
                  <a:cubicBezTo>
                    <a:pt x="32869" y="57474"/>
                    <a:pt x="33173" y="57376"/>
                    <a:pt x="33419" y="57209"/>
                  </a:cubicBezTo>
                  <a:lnTo>
                    <a:pt x="33852" y="56914"/>
                  </a:lnTo>
                  <a:cubicBezTo>
                    <a:pt x="34088" y="56766"/>
                    <a:pt x="34265" y="56550"/>
                    <a:pt x="34393" y="56304"/>
                  </a:cubicBezTo>
                  <a:cubicBezTo>
                    <a:pt x="35622" y="56756"/>
                    <a:pt x="36930" y="56992"/>
                    <a:pt x="38248" y="57022"/>
                  </a:cubicBezTo>
                  <a:lnTo>
                    <a:pt x="38484" y="57022"/>
                  </a:lnTo>
                  <a:cubicBezTo>
                    <a:pt x="41651" y="57022"/>
                    <a:pt x="43874" y="55743"/>
                    <a:pt x="43962" y="55694"/>
                  </a:cubicBezTo>
                  <a:cubicBezTo>
                    <a:pt x="44523" y="55370"/>
                    <a:pt x="44818" y="54730"/>
                    <a:pt x="44710" y="54091"/>
                  </a:cubicBezTo>
                  <a:lnTo>
                    <a:pt x="44631" y="53629"/>
                  </a:lnTo>
                  <a:cubicBezTo>
                    <a:pt x="44670" y="53304"/>
                    <a:pt x="44611" y="52970"/>
                    <a:pt x="44464" y="52685"/>
                  </a:cubicBezTo>
                  <a:lnTo>
                    <a:pt x="42123" y="39162"/>
                  </a:lnTo>
                  <a:cubicBezTo>
                    <a:pt x="43539" y="37608"/>
                    <a:pt x="44110" y="35474"/>
                    <a:pt x="43667" y="33418"/>
                  </a:cubicBezTo>
                  <a:cubicBezTo>
                    <a:pt x="48113" y="27586"/>
                    <a:pt x="49263" y="20171"/>
                    <a:pt x="46627" y="13867"/>
                  </a:cubicBezTo>
                  <a:cubicBezTo>
                    <a:pt x="46608" y="13828"/>
                    <a:pt x="46598" y="13798"/>
                    <a:pt x="46578" y="13759"/>
                  </a:cubicBezTo>
                  <a:cubicBezTo>
                    <a:pt x="44434" y="9618"/>
                    <a:pt x="39871" y="6638"/>
                    <a:pt x="35199" y="6255"/>
                  </a:cubicBezTo>
                  <a:cubicBezTo>
                    <a:pt x="35101" y="3245"/>
                    <a:pt x="32928" y="698"/>
                    <a:pt x="29967" y="118"/>
                  </a:cubicBezTo>
                  <a:cubicBezTo>
                    <a:pt x="29556" y="39"/>
                    <a:pt x="29144" y="0"/>
                    <a:pt x="287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1"/>
            <p:cNvSpPr/>
            <p:nvPr/>
          </p:nvSpPr>
          <p:spPr>
            <a:xfrm>
              <a:off x="1290838" y="1388755"/>
              <a:ext cx="2688445" cy="1812453"/>
            </a:xfrm>
            <a:custGeom>
              <a:avLst/>
              <a:gdLst/>
              <a:ahLst/>
              <a:cxnLst/>
              <a:rect l="l" t="t" r="r" b="b"/>
              <a:pathLst>
                <a:path w="48506" h="32701" extrusionOk="0">
                  <a:moveTo>
                    <a:pt x="32942" y="0"/>
                  </a:moveTo>
                  <a:cubicBezTo>
                    <a:pt x="32740" y="0"/>
                    <a:pt x="32538" y="6"/>
                    <a:pt x="32337" y="17"/>
                  </a:cubicBezTo>
                  <a:cubicBezTo>
                    <a:pt x="28093" y="383"/>
                    <a:pt x="24441" y="3877"/>
                    <a:pt x="20243" y="3877"/>
                  </a:cubicBezTo>
                  <a:cubicBezTo>
                    <a:pt x="20043" y="3877"/>
                    <a:pt x="19842" y="3869"/>
                    <a:pt x="19640" y="3853"/>
                  </a:cubicBezTo>
                  <a:cubicBezTo>
                    <a:pt x="16614" y="3314"/>
                    <a:pt x="13458" y="1573"/>
                    <a:pt x="10391" y="1573"/>
                  </a:cubicBezTo>
                  <a:cubicBezTo>
                    <a:pt x="8983" y="1573"/>
                    <a:pt x="7594" y="1940"/>
                    <a:pt x="6245" y="2958"/>
                  </a:cubicBezTo>
                  <a:cubicBezTo>
                    <a:pt x="984" y="6852"/>
                    <a:pt x="0" y="15202"/>
                    <a:pt x="3324" y="20552"/>
                  </a:cubicBezTo>
                  <a:cubicBezTo>
                    <a:pt x="7781" y="27983"/>
                    <a:pt x="16367" y="32700"/>
                    <a:pt x="24944" y="32700"/>
                  </a:cubicBezTo>
                  <a:cubicBezTo>
                    <a:pt x="26379" y="32700"/>
                    <a:pt x="27814" y="32568"/>
                    <a:pt x="29229" y="32295"/>
                  </a:cubicBezTo>
                  <a:cubicBezTo>
                    <a:pt x="40451" y="30161"/>
                    <a:pt x="48505" y="17592"/>
                    <a:pt x="43962" y="6705"/>
                  </a:cubicBezTo>
                  <a:cubicBezTo>
                    <a:pt x="41929" y="2772"/>
                    <a:pt x="37403" y="0"/>
                    <a:pt x="329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1"/>
            <p:cNvSpPr/>
            <p:nvPr/>
          </p:nvSpPr>
          <p:spPr>
            <a:xfrm>
              <a:off x="2541290" y="1044620"/>
              <a:ext cx="545659" cy="545715"/>
            </a:xfrm>
            <a:custGeom>
              <a:avLst/>
              <a:gdLst/>
              <a:ahLst/>
              <a:cxnLst/>
              <a:rect l="l" t="t" r="r" b="b"/>
              <a:pathLst>
                <a:path w="9845" h="9846" extrusionOk="0">
                  <a:moveTo>
                    <a:pt x="4927" y="1"/>
                  </a:moveTo>
                  <a:cubicBezTo>
                    <a:pt x="2203" y="1"/>
                    <a:pt x="0" y="2204"/>
                    <a:pt x="0" y="4918"/>
                  </a:cubicBezTo>
                  <a:cubicBezTo>
                    <a:pt x="0" y="7643"/>
                    <a:pt x="2203" y="9845"/>
                    <a:pt x="4927" y="9845"/>
                  </a:cubicBezTo>
                  <a:cubicBezTo>
                    <a:pt x="7642" y="9845"/>
                    <a:pt x="9845" y="7643"/>
                    <a:pt x="9845" y="4918"/>
                  </a:cubicBezTo>
                  <a:cubicBezTo>
                    <a:pt x="9845" y="2204"/>
                    <a:pt x="7642" y="1"/>
                    <a:pt x="49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1"/>
            <p:cNvSpPr/>
            <p:nvPr/>
          </p:nvSpPr>
          <p:spPr>
            <a:xfrm>
              <a:off x="3018779" y="2614483"/>
              <a:ext cx="545659" cy="545715"/>
            </a:xfrm>
            <a:custGeom>
              <a:avLst/>
              <a:gdLst/>
              <a:ahLst/>
              <a:cxnLst/>
              <a:rect l="l" t="t" r="r" b="b"/>
              <a:pathLst>
                <a:path w="9845" h="9846" extrusionOk="0">
                  <a:moveTo>
                    <a:pt x="4928" y="1"/>
                  </a:moveTo>
                  <a:cubicBezTo>
                    <a:pt x="2203" y="1"/>
                    <a:pt x="0" y="2204"/>
                    <a:pt x="0" y="4928"/>
                  </a:cubicBezTo>
                  <a:cubicBezTo>
                    <a:pt x="0" y="7643"/>
                    <a:pt x="2203" y="9846"/>
                    <a:pt x="4928" y="9846"/>
                  </a:cubicBezTo>
                  <a:cubicBezTo>
                    <a:pt x="7642" y="9846"/>
                    <a:pt x="9845" y="7643"/>
                    <a:pt x="9845" y="4928"/>
                  </a:cubicBezTo>
                  <a:cubicBezTo>
                    <a:pt x="9845" y="2204"/>
                    <a:pt x="7642" y="1"/>
                    <a:pt x="49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1"/>
            <p:cNvSpPr/>
            <p:nvPr/>
          </p:nvSpPr>
          <p:spPr>
            <a:xfrm>
              <a:off x="1785232" y="2424264"/>
              <a:ext cx="1100020" cy="1484891"/>
            </a:xfrm>
            <a:custGeom>
              <a:avLst/>
              <a:gdLst/>
              <a:ahLst/>
              <a:cxnLst/>
              <a:rect l="l" t="t" r="r" b="b"/>
              <a:pathLst>
                <a:path w="19847" h="26791" fill="none" extrusionOk="0">
                  <a:moveTo>
                    <a:pt x="19847" y="1"/>
                  </a:moveTo>
                  <a:lnTo>
                    <a:pt x="0" y="26790"/>
                  </a:lnTo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1"/>
            <p:cNvSpPr/>
            <p:nvPr/>
          </p:nvSpPr>
          <p:spPr>
            <a:xfrm>
              <a:off x="2599043" y="1173816"/>
              <a:ext cx="820955" cy="1185097"/>
            </a:xfrm>
            <a:custGeom>
              <a:avLst/>
              <a:gdLst/>
              <a:ahLst/>
              <a:cxnLst/>
              <a:rect l="l" t="t" r="r" b="b"/>
              <a:pathLst>
                <a:path w="14812" h="21382" extrusionOk="0">
                  <a:moveTo>
                    <a:pt x="2371" y="1"/>
                  </a:moveTo>
                  <a:cubicBezTo>
                    <a:pt x="2105" y="1"/>
                    <a:pt x="1840" y="178"/>
                    <a:pt x="1840" y="532"/>
                  </a:cubicBezTo>
                  <a:lnTo>
                    <a:pt x="1840" y="13248"/>
                  </a:lnTo>
                  <a:lnTo>
                    <a:pt x="20" y="13120"/>
                  </a:lnTo>
                  <a:lnTo>
                    <a:pt x="1" y="14418"/>
                  </a:lnTo>
                  <a:lnTo>
                    <a:pt x="1840" y="14891"/>
                  </a:lnTo>
                  <a:lnTo>
                    <a:pt x="1840" y="21381"/>
                  </a:lnTo>
                  <a:lnTo>
                    <a:pt x="2902" y="21381"/>
                  </a:lnTo>
                  <a:lnTo>
                    <a:pt x="2902" y="15156"/>
                  </a:lnTo>
                  <a:lnTo>
                    <a:pt x="12363" y="17556"/>
                  </a:lnTo>
                  <a:lnTo>
                    <a:pt x="14812" y="17556"/>
                  </a:lnTo>
                  <a:lnTo>
                    <a:pt x="14812" y="16326"/>
                  </a:lnTo>
                  <a:lnTo>
                    <a:pt x="2902" y="13494"/>
                  </a:lnTo>
                  <a:lnTo>
                    <a:pt x="2902" y="532"/>
                  </a:lnTo>
                  <a:cubicBezTo>
                    <a:pt x="2902" y="178"/>
                    <a:pt x="2636" y="1"/>
                    <a:pt x="2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1"/>
            <p:cNvSpPr/>
            <p:nvPr/>
          </p:nvSpPr>
          <p:spPr>
            <a:xfrm>
              <a:off x="1483774" y="1173816"/>
              <a:ext cx="713043" cy="1185097"/>
            </a:xfrm>
            <a:custGeom>
              <a:avLst/>
              <a:gdLst/>
              <a:ahLst/>
              <a:cxnLst/>
              <a:rect l="l" t="t" r="r" b="b"/>
              <a:pathLst>
                <a:path w="12865" h="21382" extrusionOk="0">
                  <a:moveTo>
                    <a:pt x="3462" y="1"/>
                  </a:moveTo>
                  <a:cubicBezTo>
                    <a:pt x="3197" y="1"/>
                    <a:pt x="2931" y="178"/>
                    <a:pt x="2931" y="532"/>
                  </a:cubicBezTo>
                  <a:lnTo>
                    <a:pt x="2931" y="13248"/>
                  </a:lnTo>
                  <a:lnTo>
                    <a:pt x="1604" y="12933"/>
                  </a:lnTo>
                  <a:lnTo>
                    <a:pt x="1" y="12815"/>
                  </a:lnTo>
                  <a:lnTo>
                    <a:pt x="1" y="14064"/>
                  </a:lnTo>
                  <a:lnTo>
                    <a:pt x="2931" y="14851"/>
                  </a:lnTo>
                  <a:lnTo>
                    <a:pt x="2931" y="21381"/>
                  </a:lnTo>
                  <a:lnTo>
                    <a:pt x="3994" y="21381"/>
                  </a:lnTo>
                  <a:lnTo>
                    <a:pt x="3994" y="15146"/>
                  </a:lnTo>
                  <a:lnTo>
                    <a:pt x="10789" y="16985"/>
                  </a:lnTo>
                  <a:lnTo>
                    <a:pt x="12864" y="16680"/>
                  </a:lnTo>
                  <a:lnTo>
                    <a:pt x="12864" y="15618"/>
                  </a:lnTo>
                  <a:lnTo>
                    <a:pt x="3994" y="13504"/>
                  </a:lnTo>
                  <a:lnTo>
                    <a:pt x="3994" y="532"/>
                  </a:lnTo>
                  <a:cubicBezTo>
                    <a:pt x="3994" y="178"/>
                    <a:pt x="3728" y="1"/>
                    <a:pt x="3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1"/>
            <p:cNvSpPr/>
            <p:nvPr/>
          </p:nvSpPr>
          <p:spPr>
            <a:xfrm>
              <a:off x="1538313" y="1257786"/>
              <a:ext cx="80699" cy="538066"/>
            </a:xfrm>
            <a:custGeom>
              <a:avLst/>
              <a:gdLst/>
              <a:ahLst/>
              <a:cxnLst/>
              <a:rect l="l" t="t" r="r" b="b"/>
              <a:pathLst>
                <a:path w="1456" h="9708" extrusionOk="0">
                  <a:moveTo>
                    <a:pt x="777" y="0"/>
                  </a:moveTo>
                  <a:cubicBezTo>
                    <a:pt x="344" y="0"/>
                    <a:pt x="0" y="345"/>
                    <a:pt x="0" y="777"/>
                  </a:cubicBezTo>
                  <a:lnTo>
                    <a:pt x="0" y="8930"/>
                  </a:lnTo>
                  <a:cubicBezTo>
                    <a:pt x="0" y="9363"/>
                    <a:pt x="344" y="9707"/>
                    <a:pt x="777" y="9707"/>
                  </a:cubicBezTo>
                  <a:lnTo>
                    <a:pt x="1456" y="970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1"/>
            <p:cNvSpPr/>
            <p:nvPr/>
          </p:nvSpPr>
          <p:spPr>
            <a:xfrm>
              <a:off x="1483774" y="1876996"/>
              <a:ext cx="714650" cy="175586"/>
            </a:xfrm>
            <a:custGeom>
              <a:avLst/>
              <a:gdLst/>
              <a:ahLst/>
              <a:cxnLst/>
              <a:rect l="l" t="t" r="r" b="b"/>
              <a:pathLst>
                <a:path w="12894" h="3168" extrusionOk="0">
                  <a:moveTo>
                    <a:pt x="1427" y="1"/>
                  </a:moveTo>
                  <a:lnTo>
                    <a:pt x="1" y="138"/>
                  </a:lnTo>
                  <a:lnTo>
                    <a:pt x="11025" y="3167"/>
                  </a:lnTo>
                  <a:lnTo>
                    <a:pt x="12894" y="295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1"/>
            <p:cNvSpPr/>
            <p:nvPr/>
          </p:nvSpPr>
          <p:spPr>
            <a:xfrm>
              <a:off x="1618956" y="2356700"/>
              <a:ext cx="1726378" cy="1725768"/>
            </a:xfrm>
            <a:custGeom>
              <a:avLst/>
              <a:gdLst/>
              <a:ahLst/>
              <a:cxnLst/>
              <a:rect l="l" t="t" r="r" b="b"/>
              <a:pathLst>
                <a:path w="31148" h="31137" extrusionOk="0">
                  <a:moveTo>
                    <a:pt x="29210" y="3796"/>
                  </a:moveTo>
                  <a:lnTo>
                    <a:pt x="18913" y="20152"/>
                  </a:lnTo>
                  <a:lnTo>
                    <a:pt x="8055" y="4052"/>
                  </a:lnTo>
                  <a:lnTo>
                    <a:pt x="29210" y="3796"/>
                  </a:lnTo>
                  <a:close/>
                  <a:moveTo>
                    <a:pt x="1328" y="1711"/>
                  </a:moveTo>
                  <a:lnTo>
                    <a:pt x="6934" y="4052"/>
                  </a:lnTo>
                  <a:lnTo>
                    <a:pt x="7436" y="4052"/>
                  </a:lnTo>
                  <a:lnTo>
                    <a:pt x="18608" y="20643"/>
                  </a:lnTo>
                  <a:lnTo>
                    <a:pt x="16415" y="24105"/>
                  </a:lnTo>
                  <a:lnTo>
                    <a:pt x="1328" y="1711"/>
                  </a:lnTo>
                  <a:close/>
                  <a:moveTo>
                    <a:pt x="1" y="0"/>
                  </a:moveTo>
                  <a:lnTo>
                    <a:pt x="1" y="1161"/>
                  </a:lnTo>
                  <a:lnTo>
                    <a:pt x="443" y="1348"/>
                  </a:lnTo>
                  <a:lnTo>
                    <a:pt x="16110" y="24587"/>
                  </a:lnTo>
                  <a:lnTo>
                    <a:pt x="12156" y="30862"/>
                  </a:lnTo>
                  <a:lnTo>
                    <a:pt x="12599" y="31137"/>
                  </a:lnTo>
                  <a:lnTo>
                    <a:pt x="16435" y="25059"/>
                  </a:lnTo>
                  <a:lnTo>
                    <a:pt x="18618" y="28295"/>
                  </a:lnTo>
                  <a:lnTo>
                    <a:pt x="19051" y="28009"/>
                  </a:lnTo>
                  <a:lnTo>
                    <a:pt x="16739" y="24577"/>
                  </a:lnTo>
                  <a:lnTo>
                    <a:pt x="18923" y="21105"/>
                  </a:lnTo>
                  <a:lnTo>
                    <a:pt x="25394" y="30704"/>
                  </a:lnTo>
                  <a:lnTo>
                    <a:pt x="25827" y="30419"/>
                  </a:lnTo>
                  <a:lnTo>
                    <a:pt x="19228" y="20624"/>
                  </a:lnTo>
                  <a:lnTo>
                    <a:pt x="29830" y="3787"/>
                  </a:lnTo>
                  <a:lnTo>
                    <a:pt x="31147" y="3767"/>
                  </a:lnTo>
                  <a:lnTo>
                    <a:pt x="31059" y="26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1"/>
            <p:cNvSpPr/>
            <p:nvPr/>
          </p:nvSpPr>
          <p:spPr>
            <a:xfrm>
              <a:off x="1618956" y="2346890"/>
              <a:ext cx="1721445" cy="161952"/>
            </a:xfrm>
            <a:custGeom>
              <a:avLst/>
              <a:gdLst/>
              <a:ahLst/>
              <a:cxnLst/>
              <a:rect l="l" t="t" r="r" b="b"/>
              <a:pathLst>
                <a:path w="31059" h="2922" extrusionOk="0">
                  <a:moveTo>
                    <a:pt x="20988" y="0"/>
                  </a:moveTo>
                  <a:lnTo>
                    <a:pt x="1" y="177"/>
                  </a:lnTo>
                  <a:lnTo>
                    <a:pt x="6924" y="2921"/>
                  </a:lnTo>
                  <a:lnTo>
                    <a:pt x="31059" y="2833"/>
                  </a:lnTo>
                  <a:lnTo>
                    <a:pt x="20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1"/>
            <p:cNvSpPr/>
            <p:nvPr/>
          </p:nvSpPr>
          <p:spPr>
            <a:xfrm>
              <a:off x="2600151" y="1892237"/>
              <a:ext cx="820955" cy="188112"/>
            </a:xfrm>
            <a:custGeom>
              <a:avLst/>
              <a:gdLst/>
              <a:ahLst/>
              <a:cxnLst/>
              <a:rect l="l" t="t" r="r" b="b"/>
              <a:pathLst>
                <a:path w="14812" h="3394" extrusionOk="0">
                  <a:moveTo>
                    <a:pt x="1633" y="1"/>
                  </a:moveTo>
                  <a:lnTo>
                    <a:pt x="0" y="158"/>
                  </a:lnTo>
                  <a:lnTo>
                    <a:pt x="12717" y="3374"/>
                  </a:lnTo>
                  <a:lnTo>
                    <a:pt x="14811" y="3394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1"/>
            <p:cNvSpPr/>
            <p:nvPr/>
          </p:nvSpPr>
          <p:spPr>
            <a:xfrm>
              <a:off x="1568242" y="1257786"/>
              <a:ext cx="1289795" cy="538066"/>
            </a:xfrm>
            <a:custGeom>
              <a:avLst/>
              <a:gdLst/>
              <a:ahLst/>
              <a:cxnLst/>
              <a:rect l="l" t="t" r="r" b="b"/>
              <a:pathLst>
                <a:path w="23271" h="9708" extrusionOk="0">
                  <a:moveTo>
                    <a:pt x="1073" y="0"/>
                  </a:moveTo>
                  <a:cubicBezTo>
                    <a:pt x="965" y="0"/>
                    <a:pt x="866" y="30"/>
                    <a:pt x="778" y="79"/>
                  </a:cubicBezTo>
                  <a:cubicBezTo>
                    <a:pt x="296" y="354"/>
                    <a:pt x="1" y="876"/>
                    <a:pt x="1" y="1426"/>
                  </a:cubicBezTo>
                  <a:lnTo>
                    <a:pt x="30" y="8684"/>
                  </a:lnTo>
                  <a:cubicBezTo>
                    <a:pt x="30" y="8852"/>
                    <a:pt x="99" y="9009"/>
                    <a:pt x="227" y="9117"/>
                  </a:cubicBezTo>
                  <a:lnTo>
                    <a:pt x="719" y="9560"/>
                  </a:lnTo>
                  <a:cubicBezTo>
                    <a:pt x="827" y="9658"/>
                    <a:pt x="965" y="9707"/>
                    <a:pt x="1112" y="9707"/>
                  </a:cubicBezTo>
                  <a:lnTo>
                    <a:pt x="22680" y="9707"/>
                  </a:lnTo>
                  <a:cubicBezTo>
                    <a:pt x="23014" y="9707"/>
                    <a:pt x="23270" y="9442"/>
                    <a:pt x="23270" y="9117"/>
                  </a:cubicBezTo>
                  <a:lnTo>
                    <a:pt x="23270" y="590"/>
                  </a:lnTo>
                  <a:cubicBezTo>
                    <a:pt x="23270" y="266"/>
                    <a:pt x="23005" y="0"/>
                    <a:pt x="22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1"/>
            <p:cNvSpPr/>
            <p:nvPr/>
          </p:nvSpPr>
          <p:spPr>
            <a:xfrm>
              <a:off x="3040007" y="2722451"/>
              <a:ext cx="575699" cy="1311078"/>
            </a:xfrm>
            <a:custGeom>
              <a:avLst/>
              <a:gdLst/>
              <a:ahLst/>
              <a:cxnLst/>
              <a:rect l="l" t="t" r="r" b="b"/>
              <a:pathLst>
                <a:path w="10387" h="23655" extrusionOk="0">
                  <a:moveTo>
                    <a:pt x="4171" y="0"/>
                  </a:moveTo>
                  <a:lnTo>
                    <a:pt x="1" y="22010"/>
                  </a:lnTo>
                  <a:cubicBezTo>
                    <a:pt x="1978" y="23220"/>
                    <a:pt x="3856" y="23623"/>
                    <a:pt x="5479" y="23653"/>
                  </a:cubicBezTo>
                  <a:cubicBezTo>
                    <a:pt x="5550" y="23654"/>
                    <a:pt x="5621" y="23655"/>
                    <a:pt x="5691" y="23655"/>
                  </a:cubicBezTo>
                  <a:cubicBezTo>
                    <a:pt x="8468" y="23655"/>
                    <a:pt x="10386" y="22541"/>
                    <a:pt x="10386" y="22541"/>
                  </a:cubicBezTo>
                  <a:lnTo>
                    <a:pt x="64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1"/>
            <p:cNvSpPr/>
            <p:nvPr/>
          </p:nvSpPr>
          <p:spPr>
            <a:xfrm>
              <a:off x="3040007" y="2722451"/>
              <a:ext cx="303674" cy="1310968"/>
            </a:xfrm>
            <a:custGeom>
              <a:avLst/>
              <a:gdLst/>
              <a:ahLst/>
              <a:cxnLst/>
              <a:rect l="l" t="t" r="r" b="b"/>
              <a:pathLst>
                <a:path w="5479" h="23653" extrusionOk="0">
                  <a:moveTo>
                    <a:pt x="4171" y="0"/>
                  </a:moveTo>
                  <a:lnTo>
                    <a:pt x="1" y="22010"/>
                  </a:lnTo>
                  <a:cubicBezTo>
                    <a:pt x="1978" y="23210"/>
                    <a:pt x="3856" y="23623"/>
                    <a:pt x="5479" y="23653"/>
                  </a:cubicBezTo>
                  <a:lnTo>
                    <a:pt x="4967" y="69"/>
                  </a:lnTo>
                  <a:lnTo>
                    <a:pt x="4967" y="0"/>
                  </a:ln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1"/>
            <p:cNvSpPr/>
            <p:nvPr/>
          </p:nvSpPr>
          <p:spPr>
            <a:xfrm>
              <a:off x="3036238" y="3180318"/>
              <a:ext cx="181018" cy="351616"/>
            </a:xfrm>
            <a:custGeom>
              <a:avLst/>
              <a:gdLst/>
              <a:ahLst/>
              <a:cxnLst/>
              <a:rect l="l" t="t" r="r" b="b"/>
              <a:pathLst>
                <a:path w="3266" h="6344" fill="none" extrusionOk="0">
                  <a:moveTo>
                    <a:pt x="3265" y="0"/>
                  </a:moveTo>
                  <a:lnTo>
                    <a:pt x="2370" y="10"/>
                  </a:lnTo>
                  <a:cubicBezTo>
                    <a:pt x="1308" y="30"/>
                    <a:pt x="433" y="836"/>
                    <a:pt x="325" y="1889"/>
                  </a:cubicBezTo>
                  <a:lnTo>
                    <a:pt x="108" y="3993"/>
                  </a:lnTo>
                  <a:cubicBezTo>
                    <a:pt x="0" y="5154"/>
                    <a:pt x="856" y="6186"/>
                    <a:pt x="2026" y="6285"/>
                  </a:cubicBezTo>
                  <a:lnTo>
                    <a:pt x="2734" y="6344"/>
                  </a:ln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1"/>
            <p:cNvSpPr/>
            <p:nvPr/>
          </p:nvSpPr>
          <p:spPr>
            <a:xfrm>
              <a:off x="3047655" y="3895469"/>
              <a:ext cx="555525" cy="84024"/>
            </a:xfrm>
            <a:custGeom>
              <a:avLst/>
              <a:gdLst/>
              <a:ahLst/>
              <a:cxnLst/>
              <a:rect l="l" t="t" r="r" b="b"/>
              <a:pathLst>
                <a:path w="10023" h="1516" fill="none" extrusionOk="0">
                  <a:moveTo>
                    <a:pt x="1" y="1"/>
                  </a:moveTo>
                  <a:cubicBezTo>
                    <a:pt x="1" y="1"/>
                    <a:pt x="2440" y="1515"/>
                    <a:pt x="5282" y="1515"/>
                  </a:cubicBezTo>
                  <a:cubicBezTo>
                    <a:pt x="8075" y="1515"/>
                    <a:pt x="10022" y="443"/>
                    <a:pt x="10022" y="443"/>
                  </a:cubicBez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1"/>
            <p:cNvSpPr/>
            <p:nvPr/>
          </p:nvSpPr>
          <p:spPr>
            <a:xfrm>
              <a:off x="3432030" y="3475180"/>
              <a:ext cx="95386" cy="226855"/>
            </a:xfrm>
            <a:custGeom>
              <a:avLst/>
              <a:gdLst/>
              <a:ahLst/>
              <a:cxnLst/>
              <a:rect l="l" t="t" r="r" b="b"/>
              <a:pathLst>
                <a:path w="1721" h="4093" extrusionOk="0">
                  <a:moveTo>
                    <a:pt x="694" y="0"/>
                  </a:moveTo>
                  <a:cubicBezTo>
                    <a:pt x="306" y="0"/>
                    <a:pt x="0" y="337"/>
                    <a:pt x="38" y="729"/>
                  </a:cubicBezTo>
                  <a:lnTo>
                    <a:pt x="304" y="3492"/>
                  </a:lnTo>
                  <a:cubicBezTo>
                    <a:pt x="334" y="3827"/>
                    <a:pt x="619" y="4092"/>
                    <a:pt x="963" y="4092"/>
                  </a:cubicBezTo>
                  <a:lnTo>
                    <a:pt x="1012" y="4092"/>
                  </a:lnTo>
                  <a:cubicBezTo>
                    <a:pt x="1406" y="4092"/>
                    <a:pt x="1720" y="3748"/>
                    <a:pt x="1671" y="3355"/>
                  </a:cubicBezTo>
                  <a:lnTo>
                    <a:pt x="1356" y="591"/>
                  </a:lnTo>
                  <a:cubicBezTo>
                    <a:pt x="1317" y="267"/>
                    <a:pt x="1051" y="21"/>
                    <a:pt x="727" y="1"/>
                  </a:cubicBezTo>
                  <a:cubicBezTo>
                    <a:pt x="716" y="0"/>
                    <a:pt x="705" y="0"/>
                    <a:pt x="694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1"/>
            <p:cNvSpPr/>
            <p:nvPr/>
          </p:nvSpPr>
          <p:spPr>
            <a:xfrm>
              <a:off x="3421056" y="3305413"/>
              <a:ext cx="72995" cy="125759"/>
            </a:xfrm>
            <a:custGeom>
              <a:avLst/>
              <a:gdLst/>
              <a:ahLst/>
              <a:cxnLst/>
              <a:rect l="l" t="t" r="r" b="b"/>
              <a:pathLst>
                <a:path w="1317" h="2269" extrusionOk="0">
                  <a:moveTo>
                    <a:pt x="574" y="1"/>
                  </a:moveTo>
                  <a:cubicBezTo>
                    <a:pt x="550" y="1"/>
                    <a:pt x="526" y="2"/>
                    <a:pt x="502" y="5"/>
                  </a:cubicBezTo>
                  <a:cubicBezTo>
                    <a:pt x="207" y="45"/>
                    <a:pt x="0" y="291"/>
                    <a:pt x="10" y="576"/>
                  </a:cubicBezTo>
                  <a:lnTo>
                    <a:pt x="20" y="1707"/>
                  </a:lnTo>
                  <a:cubicBezTo>
                    <a:pt x="30" y="2002"/>
                    <a:pt x="266" y="2248"/>
                    <a:pt x="561" y="2258"/>
                  </a:cubicBezTo>
                  <a:lnTo>
                    <a:pt x="679" y="2267"/>
                  </a:lnTo>
                  <a:cubicBezTo>
                    <a:pt x="690" y="2268"/>
                    <a:pt x="701" y="2268"/>
                    <a:pt x="711" y="2268"/>
                  </a:cubicBezTo>
                  <a:cubicBezTo>
                    <a:pt x="1050" y="2268"/>
                    <a:pt x="1317" y="1971"/>
                    <a:pt x="1269" y="1628"/>
                  </a:cubicBezTo>
                  <a:lnTo>
                    <a:pt x="1131" y="497"/>
                  </a:lnTo>
                  <a:cubicBezTo>
                    <a:pt x="1095" y="207"/>
                    <a:pt x="850" y="1"/>
                    <a:pt x="574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1"/>
            <p:cNvSpPr/>
            <p:nvPr/>
          </p:nvSpPr>
          <p:spPr>
            <a:xfrm>
              <a:off x="1542081" y="3202100"/>
              <a:ext cx="1055902" cy="902208"/>
            </a:xfrm>
            <a:custGeom>
              <a:avLst/>
              <a:gdLst/>
              <a:ahLst/>
              <a:cxnLst/>
              <a:rect l="l" t="t" r="r" b="b"/>
              <a:pathLst>
                <a:path w="19051" h="16278" extrusionOk="0">
                  <a:moveTo>
                    <a:pt x="1" y="1"/>
                  </a:moveTo>
                  <a:lnTo>
                    <a:pt x="1368" y="15195"/>
                  </a:lnTo>
                  <a:lnTo>
                    <a:pt x="5046" y="15835"/>
                  </a:lnTo>
                  <a:lnTo>
                    <a:pt x="18166" y="16277"/>
                  </a:lnTo>
                  <a:lnTo>
                    <a:pt x="19051" y="630"/>
                  </a:lnTo>
                  <a:lnTo>
                    <a:pt x="11763" y="2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1"/>
            <p:cNvSpPr/>
            <p:nvPr/>
          </p:nvSpPr>
          <p:spPr>
            <a:xfrm>
              <a:off x="1460329" y="2821108"/>
              <a:ext cx="1027025" cy="375061"/>
            </a:xfrm>
            <a:custGeom>
              <a:avLst/>
              <a:gdLst/>
              <a:ahLst/>
              <a:cxnLst/>
              <a:rect l="l" t="t" r="r" b="b"/>
              <a:pathLst>
                <a:path w="18530" h="6767" extrusionOk="0">
                  <a:moveTo>
                    <a:pt x="18156" y="0"/>
                  </a:moveTo>
                  <a:lnTo>
                    <a:pt x="1643" y="4446"/>
                  </a:lnTo>
                  <a:lnTo>
                    <a:pt x="1" y="5183"/>
                  </a:lnTo>
                  <a:lnTo>
                    <a:pt x="355" y="6767"/>
                  </a:lnTo>
                  <a:lnTo>
                    <a:pt x="18529" y="1702"/>
                  </a:lnTo>
                  <a:lnTo>
                    <a:pt x="18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1"/>
            <p:cNvSpPr/>
            <p:nvPr/>
          </p:nvSpPr>
          <p:spPr>
            <a:xfrm>
              <a:off x="1393043" y="2849468"/>
              <a:ext cx="1057010" cy="357048"/>
            </a:xfrm>
            <a:custGeom>
              <a:avLst/>
              <a:gdLst/>
              <a:ahLst/>
              <a:cxnLst/>
              <a:rect l="l" t="t" r="r" b="b"/>
              <a:pathLst>
                <a:path w="19071" h="6442" extrusionOk="0">
                  <a:moveTo>
                    <a:pt x="17162" y="0"/>
                  </a:moveTo>
                  <a:lnTo>
                    <a:pt x="15363" y="472"/>
                  </a:lnTo>
                  <a:lnTo>
                    <a:pt x="14133" y="1151"/>
                  </a:lnTo>
                  <a:lnTo>
                    <a:pt x="13278" y="1033"/>
                  </a:lnTo>
                  <a:lnTo>
                    <a:pt x="11399" y="1525"/>
                  </a:lnTo>
                  <a:lnTo>
                    <a:pt x="10091" y="2262"/>
                  </a:lnTo>
                  <a:lnTo>
                    <a:pt x="9304" y="2075"/>
                  </a:lnTo>
                  <a:lnTo>
                    <a:pt x="7613" y="2518"/>
                  </a:lnTo>
                  <a:lnTo>
                    <a:pt x="6216" y="3256"/>
                  </a:lnTo>
                  <a:lnTo>
                    <a:pt x="5518" y="3069"/>
                  </a:lnTo>
                  <a:lnTo>
                    <a:pt x="89" y="4505"/>
                  </a:lnTo>
                  <a:lnTo>
                    <a:pt x="1" y="6147"/>
                  </a:lnTo>
                  <a:lnTo>
                    <a:pt x="905" y="6442"/>
                  </a:lnTo>
                  <a:lnTo>
                    <a:pt x="4171" y="5518"/>
                  </a:lnTo>
                  <a:lnTo>
                    <a:pt x="5626" y="4839"/>
                  </a:lnTo>
                  <a:lnTo>
                    <a:pt x="6305" y="4918"/>
                  </a:lnTo>
                  <a:lnTo>
                    <a:pt x="7996" y="4446"/>
                  </a:lnTo>
                  <a:lnTo>
                    <a:pt x="9472" y="3816"/>
                  </a:lnTo>
                  <a:lnTo>
                    <a:pt x="10131" y="3846"/>
                  </a:lnTo>
                  <a:lnTo>
                    <a:pt x="12009" y="3315"/>
                  </a:lnTo>
                  <a:lnTo>
                    <a:pt x="13710" y="2272"/>
                  </a:lnTo>
                  <a:lnTo>
                    <a:pt x="14143" y="2715"/>
                  </a:lnTo>
                  <a:lnTo>
                    <a:pt x="15943" y="2213"/>
                  </a:lnTo>
                  <a:lnTo>
                    <a:pt x="17231" y="1426"/>
                  </a:lnTo>
                  <a:lnTo>
                    <a:pt x="18077" y="1603"/>
                  </a:lnTo>
                  <a:lnTo>
                    <a:pt x="19070" y="1328"/>
                  </a:lnTo>
                  <a:lnTo>
                    <a:pt x="18815" y="256"/>
                  </a:lnTo>
                  <a:lnTo>
                    <a:pt x="17792" y="590"/>
                  </a:lnTo>
                  <a:lnTo>
                    <a:pt x="171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1"/>
            <p:cNvSpPr/>
            <p:nvPr/>
          </p:nvSpPr>
          <p:spPr>
            <a:xfrm>
              <a:off x="1336343" y="3181963"/>
              <a:ext cx="1197623" cy="922327"/>
            </a:xfrm>
            <a:custGeom>
              <a:avLst/>
              <a:gdLst/>
              <a:ahLst/>
              <a:cxnLst/>
              <a:rect l="l" t="t" r="r" b="b"/>
              <a:pathLst>
                <a:path w="21608" h="16641" extrusionOk="0">
                  <a:moveTo>
                    <a:pt x="1034" y="0"/>
                  </a:moveTo>
                  <a:lnTo>
                    <a:pt x="1" y="15815"/>
                  </a:lnTo>
                  <a:lnTo>
                    <a:pt x="20841" y="16641"/>
                  </a:lnTo>
                  <a:lnTo>
                    <a:pt x="21460" y="5036"/>
                  </a:lnTo>
                  <a:lnTo>
                    <a:pt x="21510" y="4013"/>
                  </a:lnTo>
                  <a:lnTo>
                    <a:pt x="21608" y="2312"/>
                  </a:lnTo>
                  <a:lnTo>
                    <a:pt x="21401" y="1299"/>
                  </a:lnTo>
                  <a:lnTo>
                    <a:pt x="20251" y="817"/>
                  </a:lnTo>
                  <a:lnTo>
                    <a:pt x="18559" y="748"/>
                  </a:lnTo>
                  <a:lnTo>
                    <a:pt x="18195" y="1466"/>
                  </a:lnTo>
                  <a:lnTo>
                    <a:pt x="16533" y="659"/>
                  </a:lnTo>
                  <a:lnTo>
                    <a:pt x="14851" y="591"/>
                  </a:lnTo>
                  <a:lnTo>
                    <a:pt x="14517" y="1240"/>
                  </a:lnTo>
                  <a:lnTo>
                    <a:pt x="12835" y="502"/>
                  </a:lnTo>
                  <a:lnTo>
                    <a:pt x="10888" y="414"/>
                  </a:lnTo>
                  <a:lnTo>
                    <a:pt x="10711" y="1348"/>
                  </a:lnTo>
                  <a:lnTo>
                    <a:pt x="8872" y="335"/>
                  </a:lnTo>
                  <a:lnTo>
                    <a:pt x="7023" y="256"/>
                  </a:lnTo>
                  <a:lnTo>
                    <a:pt x="6393" y="777"/>
                  </a:lnTo>
                  <a:lnTo>
                    <a:pt x="4997" y="168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1"/>
            <p:cNvSpPr/>
            <p:nvPr/>
          </p:nvSpPr>
          <p:spPr>
            <a:xfrm>
              <a:off x="1587996" y="3693236"/>
              <a:ext cx="60469" cy="61189"/>
            </a:xfrm>
            <a:custGeom>
              <a:avLst/>
              <a:gdLst/>
              <a:ahLst/>
              <a:cxnLst/>
              <a:rect l="l" t="t" r="r" b="b"/>
              <a:pathLst>
                <a:path w="1091" h="1104" extrusionOk="0">
                  <a:moveTo>
                    <a:pt x="158" y="109"/>
                  </a:moveTo>
                  <a:lnTo>
                    <a:pt x="483" y="119"/>
                  </a:lnTo>
                  <a:cubicBezTo>
                    <a:pt x="489" y="118"/>
                    <a:pt x="495" y="118"/>
                    <a:pt x="501" y="118"/>
                  </a:cubicBezTo>
                  <a:cubicBezTo>
                    <a:pt x="1090" y="118"/>
                    <a:pt x="1069" y="1007"/>
                    <a:pt x="506" y="1007"/>
                  </a:cubicBezTo>
                  <a:cubicBezTo>
                    <a:pt x="486" y="1007"/>
                    <a:pt x="465" y="1006"/>
                    <a:pt x="443" y="1004"/>
                  </a:cubicBezTo>
                  <a:lnTo>
                    <a:pt x="119" y="994"/>
                  </a:lnTo>
                  <a:lnTo>
                    <a:pt x="158" y="109"/>
                  </a:lnTo>
                  <a:close/>
                  <a:moveTo>
                    <a:pt x="50" y="1"/>
                  </a:moveTo>
                  <a:lnTo>
                    <a:pt x="1" y="1082"/>
                  </a:lnTo>
                  <a:lnTo>
                    <a:pt x="443" y="1102"/>
                  </a:lnTo>
                  <a:cubicBezTo>
                    <a:pt x="458" y="1103"/>
                    <a:pt x="473" y="1103"/>
                    <a:pt x="487" y="1103"/>
                  </a:cubicBezTo>
                  <a:cubicBezTo>
                    <a:pt x="817" y="1103"/>
                    <a:pt x="1034" y="892"/>
                    <a:pt x="1053" y="591"/>
                  </a:cubicBezTo>
                  <a:cubicBezTo>
                    <a:pt x="1063" y="266"/>
                    <a:pt x="837" y="30"/>
                    <a:pt x="492" y="20"/>
                  </a:cubicBezTo>
                  <a:lnTo>
                    <a:pt x="5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1"/>
            <p:cNvSpPr/>
            <p:nvPr/>
          </p:nvSpPr>
          <p:spPr>
            <a:xfrm>
              <a:off x="1665425" y="3696506"/>
              <a:ext cx="9311" cy="60025"/>
            </a:xfrm>
            <a:custGeom>
              <a:avLst/>
              <a:gdLst/>
              <a:ahLst/>
              <a:cxnLst/>
              <a:rect l="l" t="t" r="r" b="b"/>
              <a:pathLst>
                <a:path w="168" h="1083" extrusionOk="0">
                  <a:moveTo>
                    <a:pt x="49" y="1"/>
                  </a:moveTo>
                  <a:lnTo>
                    <a:pt x="0" y="1082"/>
                  </a:lnTo>
                  <a:lnTo>
                    <a:pt x="118" y="108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1"/>
            <p:cNvSpPr/>
            <p:nvPr/>
          </p:nvSpPr>
          <p:spPr>
            <a:xfrm>
              <a:off x="1698126" y="3698169"/>
              <a:ext cx="49661" cy="62187"/>
            </a:xfrm>
            <a:custGeom>
              <a:avLst/>
              <a:gdLst/>
              <a:ahLst/>
              <a:cxnLst/>
              <a:rect l="l" t="t" r="r" b="b"/>
              <a:pathLst>
                <a:path w="896" h="1122" extrusionOk="0">
                  <a:moveTo>
                    <a:pt x="158" y="98"/>
                  </a:moveTo>
                  <a:lnTo>
                    <a:pt x="443" y="108"/>
                  </a:lnTo>
                  <a:cubicBezTo>
                    <a:pt x="659" y="118"/>
                    <a:pt x="777" y="226"/>
                    <a:pt x="767" y="393"/>
                  </a:cubicBezTo>
                  <a:cubicBezTo>
                    <a:pt x="758" y="556"/>
                    <a:pt x="659" y="652"/>
                    <a:pt x="476" y="652"/>
                  </a:cubicBezTo>
                  <a:cubicBezTo>
                    <a:pt x="459" y="652"/>
                    <a:pt x="442" y="651"/>
                    <a:pt x="423" y="649"/>
                  </a:cubicBezTo>
                  <a:lnTo>
                    <a:pt x="138" y="639"/>
                  </a:lnTo>
                  <a:lnTo>
                    <a:pt x="158" y="98"/>
                  </a:lnTo>
                  <a:close/>
                  <a:moveTo>
                    <a:pt x="49" y="0"/>
                  </a:moveTo>
                  <a:lnTo>
                    <a:pt x="0" y="1082"/>
                  </a:lnTo>
                  <a:lnTo>
                    <a:pt x="118" y="1082"/>
                  </a:lnTo>
                  <a:lnTo>
                    <a:pt x="128" y="738"/>
                  </a:lnTo>
                  <a:lnTo>
                    <a:pt x="423" y="747"/>
                  </a:lnTo>
                  <a:lnTo>
                    <a:pt x="512" y="747"/>
                  </a:lnTo>
                  <a:lnTo>
                    <a:pt x="748" y="1111"/>
                  </a:lnTo>
                  <a:lnTo>
                    <a:pt x="866" y="1121"/>
                  </a:lnTo>
                  <a:lnTo>
                    <a:pt x="620" y="738"/>
                  </a:lnTo>
                  <a:cubicBezTo>
                    <a:pt x="777" y="698"/>
                    <a:pt x="885" y="561"/>
                    <a:pt x="885" y="403"/>
                  </a:cubicBezTo>
                  <a:cubicBezTo>
                    <a:pt x="895" y="167"/>
                    <a:pt x="728" y="30"/>
                    <a:pt x="453" y="10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1"/>
            <p:cNvSpPr/>
            <p:nvPr/>
          </p:nvSpPr>
          <p:spPr>
            <a:xfrm>
              <a:off x="1766798" y="3700330"/>
              <a:ext cx="43675" cy="62187"/>
            </a:xfrm>
            <a:custGeom>
              <a:avLst/>
              <a:gdLst/>
              <a:ahLst/>
              <a:cxnLst/>
              <a:rect l="l" t="t" r="r" b="b"/>
              <a:pathLst>
                <a:path w="788" h="1122" extrusionOk="0">
                  <a:moveTo>
                    <a:pt x="50" y="0"/>
                  </a:moveTo>
                  <a:lnTo>
                    <a:pt x="1" y="1092"/>
                  </a:lnTo>
                  <a:lnTo>
                    <a:pt x="768" y="1122"/>
                  </a:lnTo>
                  <a:lnTo>
                    <a:pt x="768" y="1023"/>
                  </a:lnTo>
                  <a:lnTo>
                    <a:pt x="119" y="994"/>
                  </a:lnTo>
                  <a:lnTo>
                    <a:pt x="138" y="590"/>
                  </a:lnTo>
                  <a:lnTo>
                    <a:pt x="699" y="610"/>
                  </a:lnTo>
                  <a:lnTo>
                    <a:pt x="699" y="522"/>
                  </a:lnTo>
                  <a:lnTo>
                    <a:pt x="138" y="492"/>
                  </a:lnTo>
                  <a:lnTo>
                    <a:pt x="158" y="109"/>
                  </a:lnTo>
                  <a:lnTo>
                    <a:pt x="787" y="138"/>
                  </a:lnTo>
                  <a:lnTo>
                    <a:pt x="787" y="4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1"/>
            <p:cNvSpPr/>
            <p:nvPr/>
          </p:nvSpPr>
          <p:spPr>
            <a:xfrm>
              <a:off x="1823997" y="3703545"/>
              <a:ext cx="56755" cy="61245"/>
            </a:xfrm>
            <a:custGeom>
              <a:avLst/>
              <a:gdLst/>
              <a:ahLst/>
              <a:cxnLst/>
              <a:rect l="l" t="t" r="r" b="b"/>
              <a:pathLst>
                <a:path w="1024" h="1105" extrusionOk="0">
                  <a:moveTo>
                    <a:pt x="594" y="0"/>
                  </a:moveTo>
                  <a:cubicBezTo>
                    <a:pt x="296" y="0"/>
                    <a:pt x="50" y="230"/>
                    <a:pt x="41" y="532"/>
                  </a:cubicBezTo>
                  <a:cubicBezTo>
                    <a:pt x="21" y="847"/>
                    <a:pt x="277" y="1103"/>
                    <a:pt x="581" y="1103"/>
                  </a:cubicBezTo>
                  <a:cubicBezTo>
                    <a:pt x="595" y="1104"/>
                    <a:pt x="608" y="1104"/>
                    <a:pt x="620" y="1104"/>
                  </a:cubicBezTo>
                  <a:cubicBezTo>
                    <a:pt x="762" y="1104"/>
                    <a:pt x="885" y="1055"/>
                    <a:pt x="985" y="955"/>
                  </a:cubicBezTo>
                  <a:lnTo>
                    <a:pt x="916" y="887"/>
                  </a:lnTo>
                  <a:cubicBezTo>
                    <a:pt x="844" y="959"/>
                    <a:pt x="739" y="1006"/>
                    <a:pt x="624" y="1006"/>
                  </a:cubicBezTo>
                  <a:cubicBezTo>
                    <a:pt x="613" y="1006"/>
                    <a:pt x="602" y="1005"/>
                    <a:pt x="591" y="1005"/>
                  </a:cubicBezTo>
                  <a:cubicBezTo>
                    <a:pt x="1" y="985"/>
                    <a:pt x="30" y="109"/>
                    <a:pt x="602" y="109"/>
                  </a:cubicBezTo>
                  <a:cubicBezTo>
                    <a:pt x="611" y="109"/>
                    <a:pt x="621" y="109"/>
                    <a:pt x="631" y="110"/>
                  </a:cubicBezTo>
                  <a:cubicBezTo>
                    <a:pt x="749" y="110"/>
                    <a:pt x="867" y="159"/>
                    <a:pt x="945" y="247"/>
                  </a:cubicBezTo>
                  <a:lnTo>
                    <a:pt x="1024" y="178"/>
                  </a:lnTo>
                  <a:cubicBezTo>
                    <a:pt x="926" y="70"/>
                    <a:pt x="778" y="1"/>
                    <a:pt x="631" y="1"/>
                  </a:cubicBezTo>
                  <a:cubicBezTo>
                    <a:pt x="618" y="1"/>
                    <a:pt x="606" y="0"/>
                    <a:pt x="59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1"/>
            <p:cNvSpPr/>
            <p:nvPr/>
          </p:nvSpPr>
          <p:spPr>
            <a:xfrm>
              <a:off x="1890563" y="3705762"/>
              <a:ext cx="48552" cy="61134"/>
            </a:xfrm>
            <a:custGeom>
              <a:avLst/>
              <a:gdLst/>
              <a:ahLst/>
              <a:cxnLst/>
              <a:rect l="l" t="t" r="r" b="b"/>
              <a:pathLst>
                <a:path w="876" h="1103" extrusionOk="0">
                  <a:moveTo>
                    <a:pt x="0" y="1"/>
                  </a:moveTo>
                  <a:lnTo>
                    <a:pt x="0" y="99"/>
                  </a:lnTo>
                  <a:lnTo>
                    <a:pt x="384" y="109"/>
                  </a:lnTo>
                  <a:lnTo>
                    <a:pt x="344" y="1102"/>
                  </a:lnTo>
                  <a:lnTo>
                    <a:pt x="452" y="1102"/>
                  </a:lnTo>
                  <a:lnTo>
                    <a:pt x="492" y="119"/>
                  </a:lnTo>
                  <a:lnTo>
                    <a:pt x="875" y="129"/>
                  </a:lnTo>
                  <a:lnTo>
                    <a:pt x="875" y="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1"/>
            <p:cNvSpPr/>
            <p:nvPr/>
          </p:nvSpPr>
          <p:spPr>
            <a:xfrm>
              <a:off x="1946654" y="3706704"/>
              <a:ext cx="75544" cy="63462"/>
            </a:xfrm>
            <a:custGeom>
              <a:avLst/>
              <a:gdLst/>
              <a:ahLst/>
              <a:cxnLst/>
              <a:rect l="l" t="t" r="r" b="b"/>
              <a:pathLst>
                <a:path w="1363" h="1145" extrusionOk="0">
                  <a:moveTo>
                    <a:pt x="605" y="128"/>
                  </a:moveTo>
                  <a:cubicBezTo>
                    <a:pt x="848" y="128"/>
                    <a:pt x="1077" y="323"/>
                    <a:pt x="1063" y="603"/>
                  </a:cubicBezTo>
                  <a:cubicBezTo>
                    <a:pt x="1054" y="847"/>
                    <a:pt x="857" y="1037"/>
                    <a:pt x="625" y="1037"/>
                  </a:cubicBezTo>
                  <a:cubicBezTo>
                    <a:pt x="614" y="1037"/>
                    <a:pt x="602" y="1037"/>
                    <a:pt x="591" y="1036"/>
                  </a:cubicBezTo>
                  <a:cubicBezTo>
                    <a:pt x="178" y="1026"/>
                    <a:pt x="1" y="525"/>
                    <a:pt x="296" y="249"/>
                  </a:cubicBezTo>
                  <a:cubicBezTo>
                    <a:pt x="389" y="165"/>
                    <a:pt x="498" y="128"/>
                    <a:pt x="605" y="128"/>
                  </a:cubicBezTo>
                  <a:close/>
                  <a:moveTo>
                    <a:pt x="611" y="0"/>
                  </a:moveTo>
                  <a:cubicBezTo>
                    <a:pt x="320" y="0"/>
                    <a:pt x="40" y="223"/>
                    <a:pt x="40" y="564"/>
                  </a:cubicBezTo>
                  <a:cubicBezTo>
                    <a:pt x="21" y="879"/>
                    <a:pt x="267" y="1144"/>
                    <a:pt x="581" y="1144"/>
                  </a:cubicBezTo>
                  <a:cubicBezTo>
                    <a:pt x="589" y="1145"/>
                    <a:pt x="597" y="1145"/>
                    <a:pt x="605" y="1145"/>
                  </a:cubicBezTo>
                  <a:cubicBezTo>
                    <a:pt x="1101" y="1145"/>
                    <a:pt x="1363" y="539"/>
                    <a:pt x="1024" y="180"/>
                  </a:cubicBezTo>
                  <a:cubicBezTo>
                    <a:pt x="906" y="56"/>
                    <a:pt x="757" y="0"/>
                    <a:pt x="611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1"/>
            <p:cNvSpPr/>
            <p:nvPr/>
          </p:nvSpPr>
          <p:spPr>
            <a:xfrm>
              <a:off x="2031177" y="3711748"/>
              <a:ext cx="49661" cy="62242"/>
            </a:xfrm>
            <a:custGeom>
              <a:avLst/>
              <a:gdLst/>
              <a:ahLst/>
              <a:cxnLst/>
              <a:rect l="l" t="t" r="r" b="b"/>
              <a:pathLst>
                <a:path w="896" h="1123" extrusionOk="0">
                  <a:moveTo>
                    <a:pt x="158" y="99"/>
                  </a:moveTo>
                  <a:lnTo>
                    <a:pt x="443" y="109"/>
                  </a:lnTo>
                  <a:cubicBezTo>
                    <a:pt x="659" y="119"/>
                    <a:pt x="767" y="227"/>
                    <a:pt x="767" y="394"/>
                  </a:cubicBezTo>
                  <a:cubicBezTo>
                    <a:pt x="758" y="556"/>
                    <a:pt x="659" y="652"/>
                    <a:pt x="476" y="652"/>
                  </a:cubicBezTo>
                  <a:cubicBezTo>
                    <a:pt x="459" y="652"/>
                    <a:pt x="442" y="652"/>
                    <a:pt x="423" y="650"/>
                  </a:cubicBezTo>
                  <a:lnTo>
                    <a:pt x="138" y="640"/>
                  </a:lnTo>
                  <a:lnTo>
                    <a:pt x="158" y="99"/>
                  </a:lnTo>
                  <a:close/>
                  <a:moveTo>
                    <a:pt x="50" y="1"/>
                  </a:moveTo>
                  <a:lnTo>
                    <a:pt x="0" y="1083"/>
                  </a:lnTo>
                  <a:lnTo>
                    <a:pt x="118" y="1083"/>
                  </a:lnTo>
                  <a:lnTo>
                    <a:pt x="138" y="739"/>
                  </a:lnTo>
                  <a:lnTo>
                    <a:pt x="423" y="748"/>
                  </a:lnTo>
                  <a:lnTo>
                    <a:pt x="512" y="748"/>
                  </a:lnTo>
                  <a:lnTo>
                    <a:pt x="748" y="1112"/>
                  </a:lnTo>
                  <a:lnTo>
                    <a:pt x="866" y="1122"/>
                  </a:lnTo>
                  <a:lnTo>
                    <a:pt x="866" y="1122"/>
                  </a:lnTo>
                  <a:lnTo>
                    <a:pt x="620" y="739"/>
                  </a:lnTo>
                  <a:cubicBezTo>
                    <a:pt x="777" y="699"/>
                    <a:pt x="886" y="562"/>
                    <a:pt x="886" y="404"/>
                  </a:cubicBezTo>
                  <a:cubicBezTo>
                    <a:pt x="895" y="168"/>
                    <a:pt x="728" y="30"/>
                    <a:pt x="453" y="11"/>
                  </a:cubicBezTo>
                  <a:lnTo>
                    <a:pt x="5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1"/>
            <p:cNvSpPr/>
            <p:nvPr/>
          </p:nvSpPr>
          <p:spPr>
            <a:xfrm>
              <a:off x="1477788" y="3435939"/>
              <a:ext cx="933800" cy="32756"/>
            </a:xfrm>
            <a:custGeom>
              <a:avLst/>
              <a:gdLst/>
              <a:ahLst/>
              <a:cxnLst/>
              <a:rect l="l" t="t" r="r" b="b"/>
              <a:pathLst>
                <a:path w="16848" h="591" fill="none" extrusionOk="0">
                  <a:moveTo>
                    <a:pt x="0" y="1"/>
                  </a:moveTo>
                  <a:lnTo>
                    <a:pt x="16847" y="591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1"/>
            <p:cNvSpPr/>
            <p:nvPr/>
          </p:nvSpPr>
          <p:spPr>
            <a:xfrm>
              <a:off x="1475072" y="3614187"/>
              <a:ext cx="957245" cy="34973"/>
            </a:xfrm>
            <a:custGeom>
              <a:avLst/>
              <a:gdLst/>
              <a:ahLst/>
              <a:cxnLst/>
              <a:rect l="l" t="t" r="r" b="b"/>
              <a:pathLst>
                <a:path w="17271" h="631" fill="none" extrusionOk="0">
                  <a:moveTo>
                    <a:pt x="0" y="1"/>
                  </a:moveTo>
                  <a:lnTo>
                    <a:pt x="17270" y="630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1"/>
            <p:cNvSpPr/>
            <p:nvPr/>
          </p:nvSpPr>
          <p:spPr>
            <a:xfrm>
              <a:off x="1803744" y="3449574"/>
              <a:ext cx="9866" cy="178302"/>
            </a:xfrm>
            <a:custGeom>
              <a:avLst/>
              <a:gdLst/>
              <a:ahLst/>
              <a:cxnLst/>
              <a:rect l="l" t="t" r="r" b="b"/>
              <a:pathLst>
                <a:path w="178" h="3217" fill="none" extrusionOk="0">
                  <a:moveTo>
                    <a:pt x="178" y="1"/>
                  </a:moveTo>
                  <a:lnTo>
                    <a:pt x="1" y="3217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1"/>
            <p:cNvSpPr/>
            <p:nvPr/>
          </p:nvSpPr>
          <p:spPr>
            <a:xfrm>
              <a:off x="2174429" y="3463208"/>
              <a:ext cx="8757" cy="177194"/>
            </a:xfrm>
            <a:custGeom>
              <a:avLst/>
              <a:gdLst/>
              <a:ahLst/>
              <a:cxnLst/>
              <a:rect l="l" t="t" r="r" b="b"/>
              <a:pathLst>
                <a:path w="158" h="3197" fill="none" extrusionOk="0">
                  <a:moveTo>
                    <a:pt x="158" y="1"/>
                  </a:moveTo>
                  <a:lnTo>
                    <a:pt x="0" y="3197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1"/>
            <p:cNvSpPr/>
            <p:nvPr/>
          </p:nvSpPr>
          <p:spPr>
            <a:xfrm>
              <a:off x="1461992" y="3816433"/>
              <a:ext cx="949042" cy="35472"/>
            </a:xfrm>
            <a:custGeom>
              <a:avLst/>
              <a:gdLst/>
              <a:ahLst/>
              <a:cxnLst/>
              <a:rect l="l" t="t" r="r" b="b"/>
              <a:pathLst>
                <a:path w="17123" h="640" fill="none" extrusionOk="0">
                  <a:moveTo>
                    <a:pt x="0" y="1"/>
                  </a:moveTo>
                  <a:lnTo>
                    <a:pt x="17123" y="640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1"/>
            <p:cNvSpPr/>
            <p:nvPr/>
          </p:nvSpPr>
          <p:spPr>
            <a:xfrm>
              <a:off x="1471802" y="3328581"/>
              <a:ext cx="1061333" cy="42566"/>
            </a:xfrm>
            <a:custGeom>
              <a:avLst/>
              <a:gdLst/>
              <a:ahLst/>
              <a:cxnLst/>
              <a:rect l="l" t="t" r="r" b="b"/>
              <a:pathLst>
                <a:path w="19149" h="768" fill="none" extrusionOk="0">
                  <a:moveTo>
                    <a:pt x="0" y="0"/>
                  </a:moveTo>
                  <a:lnTo>
                    <a:pt x="5036" y="197"/>
                  </a:lnTo>
                  <a:lnTo>
                    <a:pt x="7052" y="276"/>
                  </a:lnTo>
                  <a:lnTo>
                    <a:pt x="8901" y="355"/>
                  </a:lnTo>
                  <a:lnTo>
                    <a:pt x="10907" y="433"/>
                  </a:lnTo>
                  <a:lnTo>
                    <a:pt x="10907" y="433"/>
                  </a:lnTo>
                  <a:lnTo>
                    <a:pt x="12854" y="512"/>
                  </a:lnTo>
                  <a:lnTo>
                    <a:pt x="14861" y="591"/>
                  </a:lnTo>
                  <a:lnTo>
                    <a:pt x="16542" y="659"/>
                  </a:lnTo>
                  <a:lnTo>
                    <a:pt x="18558" y="738"/>
                  </a:lnTo>
                  <a:lnTo>
                    <a:pt x="19149" y="768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1"/>
            <p:cNvSpPr/>
            <p:nvPr/>
          </p:nvSpPr>
          <p:spPr>
            <a:xfrm>
              <a:off x="1617848" y="3192844"/>
              <a:ext cx="244812" cy="151033"/>
            </a:xfrm>
            <a:custGeom>
              <a:avLst/>
              <a:gdLst/>
              <a:ahLst/>
              <a:cxnLst/>
              <a:rect l="l" t="t" r="r" b="b"/>
              <a:pathLst>
                <a:path w="4417" h="2725" extrusionOk="0">
                  <a:moveTo>
                    <a:pt x="1" y="1"/>
                  </a:moveTo>
                  <a:lnTo>
                    <a:pt x="2401" y="2646"/>
                  </a:lnTo>
                  <a:lnTo>
                    <a:pt x="4417" y="2725"/>
                  </a:lnTo>
                  <a:lnTo>
                    <a:pt x="2027" y="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1832621" y="3202100"/>
              <a:ext cx="243704" cy="150534"/>
            </a:xfrm>
            <a:custGeom>
              <a:avLst/>
              <a:gdLst/>
              <a:ahLst/>
              <a:cxnLst/>
              <a:rect l="l" t="t" r="r" b="b"/>
              <a:pathLst>
                <a:path w="4397" h="2716" extrusionOk="0">
                  <a:moveTo>
                    <a:pt x="1" y="1"/>
                  </a:moveTo>
                  <a:lnTo>
                    <a:pt x="2391" y="2637"/>
                  </a:lnTo>
                  <a:lnTo>
                    <a:pt x="4397" y="2715"/>
                  </a:lnTo>
                  <a:lnTo>
                    <a:pt x="4397" y="2715"/>
                  </a:lnTo>
                  <a:lnTo>
                    <a:pt x="2017" y="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2052327" y="3211412"/>
              <a:ext cx="243149" cy="149925"/>
            </a:xfrm>
            <a:custGeom>
              <a:avLst/>
              <a:gdLst/>
              <a:ahLst/>
              <a:cxnLst/>
              <a:rect l="l" t="t" r="r" b="b"/>
              <a:pathLst>
                <a:path w="4387" h="2705" extrusionOk="0">
                  <a:moveTo>
                    <a:pt x="0" y="0"/>
                  </a:moveTo>
                  <a:lnTo>
                    <a:pt x="2380" y="2626"/>
                  </a:lnTo>
                  <a:lnTo>
                    <a:pt x="4387" y="2705"/>
                  </a:lnTo>
                  <a:lnTo>
                    <a:pt x="2016" y="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2257290" y="3220114"/>
              <a:ext cx="243149" cy="149426"/>
            </a:xfrm>
            <a:custGeom>
              <a:avLst/>
              <a:gdLst/>
              <a:ahLst/>
              <a:cxnLst/>
              <a:rect l="l" t="t" r="r" b="b"/>
              <a:pathLst>
                <a:path w="4387" h="2696" extrusionOk="0">
                  <a:moveTo>
                    <a:pt x="0" y="0"/>
                  </a:moveTo>
                  <a:lnTo>
                    <a:pt x="2370" y="2616"/>
                  </a:lnTo>
                  <a:lnTo>
                    <a:pt x="4386" y="2695"/>
                  </a:lnTo>
                  <a:lnTo>
                    <a:pt x="4386" y="2695"/>
                  </a:lnTo>
                  <a:lnTo>
                    <a:pt x="2026" y="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2463306" y="3228815"/>
              <a:ext cx="79091" cy="82916"/>
            </a:xfrm>
            <a:custGeom>
              <a:avLst/>
              <a:gdLst/>
              <a:ahLst/>
              <a:cxnLst/>
              <a:rect l="l" t="t" r="r" b="b"/>
              <a:pathLst>
                <a:path w="1427" h="1496" extrusionOk="0">
                  <a:moveTo>
                    <a:pt x="1" y="1"/>
                  </a:moveTo>
                  <a:lnTo>
                    <a:pt x="1358" y="1496"/>
                  </a:lnTo>
                  <a:lnTo>
                    <a:pt x="1427" y="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1628767" y="2990598"/>
              <a:ext cx="190828" cy="166330"/>
            </a:xfrm>
            <a:custGeom>
              <a:avLst/>
              <a:gdLst/>
              <a:ahLst/>
              <a:cxnLst/>
              <a:rect l="l" t="t" r="r" b="b"/>
              <a:pathLst>
                <a:path w="3443" h="3001" extrusionOk="0">
                  <a:moveTo>
                    <a:pt x="3443" y="1"/>
                  </a:moveTo>
                  <a:lnTo>
                    <a:pt x="1348" y="552"/>
                  </a:lnTo>
                  <a:lnTo>
                    <a:pt x="1" y="3001"/>
                  </a:lnTo>
                  <a:lnTo>
                    <a:pt x="2135" y="2401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1840824" y="2935561"/>
              <a:ext cx="188667" cy="161952"/>
            </a:xfrm>
            <a:custGeom>
              <a:avLst/>
              <a:gdLst/>
              <a:ahLst/>
              <a:cxnLst/>
              <a:rect l="l" t="t" r="r" b="b"/>
              <a:pathLst>
                <a:path w="3404" h="2922" extrusionOk="0">
                  <a:moveTo>
                    <a:pt x="3403" y="1"/>
                  </a:moveTo>
                  <a:lnTo>
                    <a:pt x="1308" y="551"/>
                  </a:lnTo>
                  <a:lnTo>
                    <a:pt x="0" y="2922"/>
                  </a:lnTo>
                  <a:lnTo>
                    <a:pt x="0" y="2922"/>
                  </a:lnTo>
                  <a:lnTo>
                    <a:pt x="2135" y="232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2063191" y="2877254"/>
              <a:ext cx="185951" cy="157573"/>
            </a:xfrm>
            <a:custGeom>
              <a:avLst/>
              <a:gdLst/>
              <a:ahLst/>
              <a:cxnLst/>
              <a:rect l="l" t="t" r="r" b="b"/>
              <a:pathLst>
                <a:path w="3355" h="2843" extrusionOk="0">
                  <a:moveTo>
                    <a:pt x="3355" y="0"/>
                  </a:moveTo>
                  <a:lnTo>
                    <a:pt x="1270" y="561"/>
                  </a:lnTo>
                  <a:lnTo>
                    <a:pt x="1" y="2843"/>
                  </a:lnTo>
                  <a:lnTo>
                    <a:pt x="1" y="2843"/>
                  </a:lnTo>
                  <a:lnTo>
                    <a:pt x="2135" y="2243"/>
                  </a:lnTo>
                  <a:lnTo>
                    <a:pt x="33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2281234" y="2829255"/>
              <a:ext cx="159236" cy="144548"/>
            </a:xfrm>
            <a:custGeom>
              <a:avLst/>
              <a:gdLst/>
              <a:ahLst/>
              <a:cxnLst/>
              <a:rect l="l" t="t" r="r" b="b"/>
              <a:pathLst>
                <a:path w="2873" h="2608" extrusionOk="0">
                  <a:moveTo>
                    <a:pt x="2715" y="1"/>
                  </a:moveTo>
                  <a:lnTo>
                    <a:pt x="1220" y="394"/>
                  </a:lnTo>
                  <a:lnTo>
                    <a:pt x="1" y="2607"/>
                  </a:lnTo>
                  <a:lnTo>
                    <a:pt x="2135" y="1997"/>
                  </a:lnTo>
                  <a:lnTo>
                    <a:pt x="2873" y="650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1563498" y="3493206"/>
              <a:ext cx="40349" cy="51268"/>
            </a:xfrm>
            <a:custGeom>
              <a:avLst/>
              <a:gdLst/>
              <a:ahLst/>
              <a:cxnLst/>
              <a:rect l="l" t="t" r="r" b="b"/>
              <a:pathLst>
                <a:path w="728" h="925" extrusionOk="0">
                  <a:moveTo>
                    <a:pt x="128" y="89"/>
                  </a:moveTo>
                  <a:lnTo>
                    <a:pt x="364" y="99"/>
                  </a:lnTo>
                  <a:cubicBezTo>
                    <a:pt x="541" y="99"/>
                    <a:pt x="630" y="187"/>
                    <a:pt x="630" y="335"/>
                  </a:cubicBezTo>
                  <a:cubicBezTo>
                    <a:pt x="620" y="465"/>
                    <a:pt x="532" y="542"/>
                    <a:pt x="373" y="542"/>
                  </a:cubicBezTo>
                  <a:cubicBezTo>
                    <a:pt x="364" y="542"/>
                    <a:pt x="354" y="542"/>
                    <a:pt x="344" y="541"/>
                  </a:cubicBezTo>
                  <a:lnTo>
                    <a:pt x="108" y="531"/>
                  </a:lnTo>
                  <a:lnTo>
                    <a:pt x="128" y="89"/>
                  </a:lnTo>
                  <a:close/>
                  <a:moveTo>
                    <a:pt x="39" y="0"/>
                  </a:moveTo>
                  <a:lnTo>
                    <a:pt x="0" y="895"/>
                  </a:lnTo>
                  <a:lnTo>
                    <a:pt x="89" y="895"/>
                  </a:lnTo>
                  <a:lnTo>
                    <a:pt x="108" y="610"/>
                  </a:lnTo>
                  <a:lnTo>
                    <a:pt x="344" y="620"/>
                  </a:lnTo>
                  <a:lnTo>
                    <a:pt x="413" y="620"/>
                  </a:lnTo>
                  <a:lnTo>
                    <a:pt x="610" y="915"/>
                  </a:lnTo>
                  <a:lnTo>
                    <a:pt x="718" y="925"/>
                  </a:lnTo>
                  <a:lnTo>
                    <a:pt x="502" y="610"/>
                  </a:lnTo>
                  <a:cubicBezTo>
                    <a:pt x="630" y="580"/>
                    <a:pt x="718" y="462"/>
                    <a:pt x="718" y="335"/>
                  </a:cubicBezTo>
                  <a:cubicBezTo>
                    <a:pt x="728" y="138"/>
                    <a:pt x="590" y="30"/>
                    <a:pt x="364" y="20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1"/>
            <p:cNvSpPr/>
            <p:nvPr/>
          </p:nvSpPr>
          <p:spPr>
            <a:xfrm>
              <a:off x="1614711" y="3494259"/>
              <a:ext cx="61522" cy="51878"/>
            </a:xfrm>
            <a:custGeom>
              <a:avLst/>
              <a:gdLst/>
              <a:ahLst/>
              <a:cxnLst/>
              <a:rect l="l" t="t" r="r" b="b"/>
              <a:pathLst>
                <a:path w="1110" h="936" extrusionOk="0">
                  <a:moveTo>
                    <a:pt x="493" y="113"/>
                  </a:moveTo>
                  <a:cubicBezTo>
                    <a:pt x="688" y="113"/>
                    <a:pt x="873" y="269"/>
                    <a:pt x="866" y="502"/>
                  </a:cubicBezTo>
                  <a:cubicBezTo>
                    <a:pt x="857" y="697"/>
                    <a:pt x="699" y="848"/>
                    <a:pt x="516" y="848"/>
                  </a:cubicBezTo>
                  <a:cubicBezTo>
                    <a:pt x="505" y="848"/>
                    <a:pt x="494" y="848"/>
                    <a:pt x="483" y="847"/>
                  </a:cubicBezTo>
                  <a:cubicBezTo>
                    <a:pt x="148" y="837"/>
                    <a:pt x="1" y="434"/>
                    <a:pt x="246" y="207"/>
                  </a:cubicBezTo>
                  <a:cubicBezTo>
                    <a:pt x="321" y="142"/>
                    <a:pt x="408" y="113"/>
                    <a:pt x="493" y="113"/>
                  </a:cubicBezTo>
                  <a:close/>
                  <a:moveTo>
                    <a:pt x="492" y="0"/>
                  </a:moveTo>
                  <a:cubicBezTo>
                    <a:pt x="256" y="0"/>
                    <a:pt x="30" y="182"/>
                    <a:pt x="30" y="463"/>
                  </a:cubicBezTo>
                  <a:cubicBezTo>
                    <a:pt x="10" y="719"/>
                    <a:pt x="217" y="935"/>
                    <a:pt x="473" y="935"/>
                  </a:cubicBezTo>
                  <a:cubicBezTo>
                    <a:pt x="477" y="935"/>
                    <a:pt x="481" y="935"/>
                    <a:pt x="485" y="935"/>
                  </a:cubicBezTo>
                  <a:cubicBezTo>
                    <a:pt x="900" y="935"/>
                    <a:pt x="1109" y="450"/>
                    <a:pt x="827" y="148"/>
                  </a:cubicBezTo>
                  <a:cubicBezTo>
                    <a:pt x="731" y="46"/>
                    <a:pt x="610" y="0"/>
                    <a:pt x="492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1"/>
            <p:cNvSpPr/>
            <p:nvPr/>
          </p:nvSpPr>
          <p:spPr>
            <a:xfrm>
              <a:off x="1683383" y="3498084"/>
              <a:ext cx="32756" cy="50215"/>
            </a:xfrm>
            <a:custGeom>
              <a:avLst/>
              <a:gdLst/>
              <a:ahLst/>
              <a:cxnLst/>
              <a:rect l="l" t="t" r="r" b="b"/>
              <a:pathLst>
                <a:path w="591" h="906" extrusionOk="0">
                  <a:moveTo>
                    <a:pt x="40" y="1"/>
                  </a:moveTo>
                  <a:lnTo>
                    <a:pt x="1" y="886"/>
                  </a:lnTo>
                  <a:lnTo>
                    <a:pt x="591" y="906"/>
                  </a:lnTo>
                  <a:lnTo>
                    <a:pt x="591" y="827"/>
                  </a:lnTo>
                  <a:lnTo>
                    <a:pt x="99" y="807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1730273" y="3500301"/>
              <a:ext cx="32756" cy="50160"/>
            </a:xfrm>
            <a:custGeom>
              <a:avLst/>
              <a:gdLst/>
              <a:ahLst/>
              <a:cxnLst/>
              <a:rect l="l" t="t" r="r" b="b"/>
              <a:pathLst>
                <a:path w="591" h="905" extrusionOk="0">
                  <a:moveTo>
                    <a:pt x="40" y="0"/>
                  </a:moveTo>
                  <a:lnTo>
                    <a:pt x="1" y="875"/>
                  </a:lnTo>
                  <a:lnTo>
                    <a:pt x="591" y="905"/>
                  </a:lnTo>
                  <a:lnTo>
                    <a:pt x="591" y="826"/>
                  </a:lnTo>
                  <a:lnTo>
                    <a:pt x="99" y="806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1"/>
            <p:cNvSpPr/>
            <p:nvPr/>
          </p:nvSpPr>
          <p:spPr>
            <a:xfrm>
              <a:off x="1844228" y="3507229"/>
              <a:ext cx="37079" cy="49827"/>
            </a:xfrm>
            <a:custGeom>
              <a:avLst/>
              <a:gdLst/>
              <a:ahLst/>
              <a:cxnLst/>
              <a:rect l="l" t="t" r="r" b="b"/>
              <a:pathLst>
                <a:path w="669" h="899" extrusionOk="0">
                  <a:moveTo>
                    <a:pt x="335" y="1"/>
                  </a:moveTo>
                  <a:cubicBezTo>
                    <a:pt x="141" y="1"/>
                    <a:pt x="39" y="111"/>
                    <a:pt x="39" y="229"/>
                  </a:cubicBezTo>
                  <a:cubicBezTo>
                    <a:pt x="30" y="554"/>
                    <a:pt x="580" y="426"/>
                    <a:pt x="570" y="672"/>
                  </a:cubicBezTo>
                  <a:cubicBezTo>
                    <a:pt x="570" y="760"/>
                    <a:pt x="492" y="819"/>
                    <a:pt x="325" y="819"/>
                  </a:cubicBezTo>
                  <a:cubicBezTo>
                    <a:pt x="216" y="819"/>
                    <a:pt x="118" y="770"/>
                    <a:pt x="39" y="701"/>
                  </a:cubicBezTo>
                  <a:lnTo>
                    <a:pt x="0" y="770"/>
                  </a:lnTo>
                  <a:cubicBezTo>
                    <a:pt x="79" y="849"/>
                    <a:pt x="197" y="898"/>
                    <a:pt x="315" y="898"/>
                  </a:cubicBezTo>
                  <a:cubicBezTo>
                    <a:pt x="324" y="898"/>
                    <a:pt x="334" y="898"/>
                    <a:pt x="343" y="898"/>
                  </a:cubicBezTo>
                  <a:cubicBezTo>
                    <a:pt x="551" y="898"/>
                    <a:pt x="659" y="794"/>
                    <a:pt x="659" y="672"/>
                  </a:cubicBezTo>
                  <a:cubicBezTo>
                    <a:pt x="669" y="357"/>
                    <a:pt x="118" y="475"/>
                    <a:pt x="128" y="229"/>
                  </a:cubicBezTo>
                  <a:cubicBezTo>
                    <a:pt x="137" y="146"/>
                    <a:pt x="198" y="81"/>
                    <a:pt x="343" y="81"/>
                  </a:cubicBezTo>
                  <a:cubicBezTo>
                    <a:pt x="353" y="81"/>
                    <a:pt x="363" y="81"/>
                    <a:pt x="374" y="82"/>
                  </a:cubicBezTo>
                  <a:cubicBezTo>
                    <a:pt x="462" y="82"/>
                    <a:pt x="541" y="111"/>
                    <a:pt x="620" y="160"/>
                  </a:cubicBezTo>
                  <a:lnTo>
                    <a:pt x="649" y="91"/>
                  </a:lnTo>
                  <a:cubicBezTo>
                    <a:pt x="570" y="32"/>
                    <a:pt x="482" y="3"/>
                    <a:pt x="384" y="3"/>
                  </a:cubicBezTo>
                  <a:cubicBezTo>
                    <a:pt x="367" y="1"/>
                    <a:pt x="351" y="1"/>
                    <a:pt x="33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1"/>
            <p:cNvSpPr/>
            <p:nvPr/>
          </p:nvSpPr>
          <p:spPr>
            <a:xfrm>
              <a:off x="1892004" y="3508947"/>
              <a:ext cx="46003" cy="50326"/>
            </a:xfrm>
            <a:custGeom>
              <a:avLst/>
              <a:gdLst/>
              <a:ahLst/>
              <a:cxnLst/>
              <a:rect l="l" t="t" r="r" b="b"/>
              <a:pathLst>
                <a:path w="830" h="908" extrusionOk="0">
                  <a:moveTo>
                    <a:pt x="480" y="0"/>
                  </a:moveTo>
                  <a:cubicBezTo>
                    <a:pt x="239" y="0"/>
                    <a:pt x="33" y="190"/>
                    <a:pt x="33" y="434"/>
                  </a:cubicBezTo>
                  <a:cubicBezTo>
                    <a:pt x="13" y="690"/>
                    <a:pt x="220" y="906"/>
                    <a:pt x="476" y="906"/>
                  </a:cubicBezTo>
                  <a:cubicBezTo>
                    <a:pt x="487" y="907"/>
                    <a:pt x="499" y="908"/>
                    <a:pt x="511" y="908"/>
                  </a:cubicBezTo>
                  <a:cubicBezTo>
                    <a:pt x="619" y="908"/>
                    <a:pt x="730" y="868"/>
                    <a:pt x="810" y="788"/>
                  </a:cubicBezTo>
                  <a:lnTo>
                    <a:pt x="751" y="729"/>
                  </a:lnTo>
                  <a:cubicBezTo>
                    <a:pt x="689" y="782"/>
                    <a:pt x="604" y="819"/>
                    <a:pt x="516" y="819"/>
                  </a:cubicBezTo>
                  <a:cubicBezTo>
                    <a:pt x="506" y="819"/>
                    <a:pt x="496" y="819"/>
                    <a:pt x="485" y="818"/>
                  </a:cubicBezTo>
                  <a:cubicBezTo>
                    <a:pt x="0" y="798"/>
                    <a:pt x="22" y="80"/>
                    <a:pt x="496" y="80"/>
                  </a:cubicBezTo>
                  <a:cubicBezTo>
                    <a:pt x="502" y="80"/>
                    <a:pt x="508" y="80"/>
                    <a:pt x="515" y="80"/>
                  </a:cubicBezTo>
                  <a:cubicBezTo>
                    <a:pt x="613" y="80"/>
                    <a:pt x="702" y="129"/>
                    <a:pt x="771" y="208"/>
                  </a:cubicBezTo>
                  <a:lnTo>
                    <a:pt x="830" y="149"/>
                  </a:lnTo>
                  <a:cubicBezTo>
                    <a:pt x="751" y="60"/>
                    <a:pt x="633" y="1"/>
                    <a:pt x="515" y="1"/>
                  </a:cubicBezTo>
                  <a:cubicBezTo>
                    <a:pt x="503" y="0"/>
                    <a:pt x="491" y="0"/>
                    <a:pt x="48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1953249" y="3511164"/>
              <a:ext cx="36026" cy="50769"/>
            </a:xfrm>
            <a:custGeom>
              <a:avLst/>
              <a:gdLst/>
              <a:ahLst/>
              <a:cxnLst/>
              <a:rect l="l" t="t" r="r" b="b"/>
              <a:pathLst>
                <a:path w="650" h="916" extrusionOk="0">
                  <a:moveTo>
                    <a:pt x="30" y="1"/>
                  </a:moveTo>
                  <a:lnTo>
                    <a:pt x="0" y="886"/>
                  </a:lnTo>
                  <a:lnTo>
                    <a:pt x="620" y="915"/>
                  </a:lnTo>
                  <a:lnTo>
                    <a:pt x="620" y="827"/>
                  </a:lnTo>
                  <a:lnTo>
                    <a:pt x="108" y="807"/>
                  </a:lnTo>
                  <a:lnTo>
                    <a:pt x="118" y="483"/>
                  </a:lnTo>
                  <a:lnTo>
                    <a:pt x="580" y="502"/>
                  </a:lnTo>
                  <a:lnTo>
                    <a:pt x="580" y="414"/>
                  </a:lnTo>
                  <a:lnTo>
                    <a:pt x="118" y="404"/>
                  </a:lnTo>
                  <a:lnTo>
                    <a:pt x="128" y="79"/>
                  </a:lnTo>
                  <a:lnTo>
                    <a:pt x="649" y="99"/>
                  </a:lnTo>
                  <a:lnTo>
                    <a:pt x="649" y="20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1"/>
            <p:cNvSpPr/>
            <p:nvPr/>
          </p:nvSpPr>
          <p:spPr>
            <a:xfrm>
              <a:off x="2005017" y="3513880"/>
              <a:ext cx="43121" cy="50215"/>
            </a:xfrm>
            <a:custGeom>
              <a:avLst/>
              <a:gdLst/>
              <a:ahLst/>
              <a:cxnLst/>
              <a:rect l="l" t="t" r="r" b="b"/>
              <a:pathLst>
                <a:path w="778" h="906" extrusionOk="0">
                  <a:moveTo>
                    <a:pt x="40" y="1"/>
                  </a:moveTo>
                  <a:lnTo>
                    <a:pt x="0" y="886"/>
                  </a:lnTo>
                  <a:lnTo>
                    <a:pt x="99" y="886"/>
                  </a:lnTo>
                  <a:lnTo>
                    <a:pt x="128" y="168"/>
                  </a:lnTo>
                  <a:lnTo>
                    <a:pt x="669" y="906"/>
                  </a:lnTo>
                  <a:lnTo>
                    <a:pt x="738" y="906"/>
                  </a:lnTo>
                  <a:lnTo>
                    <a:pt x="777" y="21"/>
                  </a:lnTo>
                  <a:lnTo>
                    <a:pt x="689" y="21"/>
                  </a:lnTo>
                  <a:lnTo>
                    <a:pt x="659" y="73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1"/>
            <p:cNvSpPr/>
            <p:nvPr/>
          </p:nvSpPr>
          <p:spPr>
            <a:xfrm>
              <a:off x="2067703" y="3515543"/>
              <a:ext cx="35472" cy="50769"/>
            </a:xfrm>
            <a:custGeom>
              <a:avLst/>
              <a:gdLst/>
              <a:ahLst/>
              <a:cxnLst/>
              <a:rect l="l" t="t" r="r" b="b"/>
              <a:pathLst>
                <a:path w="640" h="916" extrusionOk="0">
                  <a:moveTo>
                    <a:pt x="30" y="0"/>
                  </a:moveTo>
                  <a:lnTo>
                    <a:pt x="0" y="895"/>
                  </a:lnTo>
                  <a:lnTo>
                    <a:pt x="630" y="915"/>
                  </a:lnTo>
                  <a:lnTo>
                    <a:pt x="630" y="836"/>
                  </a:lnTo>
                  <a:lnTo>
                    <a:pt x="99" y="817"/>
                  </a:lnTo>
                  <a:lnTo>
                    <a:pt x="118" y="482"/>
                  </a:lnTo>
                  <a:lnTo>
                    <a:pt x="571" y="502"/>
                  </a:lnTo>
                  <a:lnTo>
                    <a:pt x="571" y="423"/>
                  </a:lnTo>
                  <a:lnTo>
                    <a:pt x="118" y="404"/>
                  </a:lnTo>
                  <a:lnTo>
                    <a:pt x="128" y="89"/>
                  </a:lnTo>
                  <a:lnTo>
                    <a:pt x="640" y="109"/>
                  </a:lnTo>
                  <a:lnTo>
                    <a:pt x="640" y="3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2210478" y="3513270"/>
              <a:ext cx="46391" cy="50381"/>
            </a:xfrm>
            <a:custGeom>
              <a:avLst/>
              <a:gdLst/>
              <a:ahLst/>
              <a:cxnLst/>
              <a:rect l="l" t="t" r="r" b="b"/>
              <a:pathLst>
                <a:path w="837" h="909" extrusionOk="0">
                  <a:moveTo>
                    <a:pt x="478" y="1"/>
                  </a:moveTo>
                  <a:cubicBezTo>
                    <a:pt x="246" y="1"/>
                    <a:pt x="40" y="191"/>
                    <a:pt x="31" y="435"/>
                  </a:cubicBezTo>
                  <a:cubicBezTo>
                    <a:pt x="21" y="691"/>
                    <a:pt x="227" y="907"/>
                    <a:pt x="483" y="907"/>
                  </a:cubicBezTo>
                  <a:cubicBezTo>
                    <a:pt x="495" y="908"/>
                    <a:pt x="507" y="908"/>
                    <a:pt x="518" y="908"/>
                  </a:cubicBezTo>
                  <a:cubicBezTo>
                    <a:pt x="624" y="908"/>
                    <a:pt x="728" y="869"/>
                    <a:pt x="807" y="789"/>
                  </a:cubicBezTo>
                  <a:lnTo>
                    <a:pt x="748" y="730"/>
                  </a:lnTo>
                  <a:cubicBezTo>
                    <a:pt x="680" y="799"/>
                    <a:pt x="581" y="828"/>
                    <a:pt x="483" y="828"/>
                  </a:cubicBezTo>
                  <a:cubicBezTo>
                    <a:pt x="1" y="799"/>
                    <a:pt x="29" y="90"/>
                    <a:pt x="485" y="90"/>
                  </a:cubicBezTo>
                  <a:cubicBezTo>
                    <a:pt x="494" y="90"/>
                    <a:pt x="503" y="90"/>
                    <a:pt x="512" y="91"/>
                  </a:cubicBezTo>
                  <a:cubicBezTo>
                    <a:pt x="611" y="91"/>
                    <a:pt x="709" y="130"/>
                    <a:pt x="778" y="199"/>
                  </a:cubicBezTo>
                  <a:lnTo>
                    <a:pt x="837" y="150"/>
                  </a:lnTo>
                  <a:cubicBezTo>
                    <a:pt x="758" y="51"/>
                    <a:pt x="640" y="2"/>
                    <a:pt x="512" y="2"/>
                  </a:cubicBezTo>
                  <a:cubicBezTo>
                    <a:pt x="501" y="1"/>
                    <a:pt x="490" y="1"/>
                    <a:pt x="47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1"/>
            <p:cNvSpPr/>
            <p:nvPr/>
          </p:nvSpPr>
          <p:spPr>
            <a:xfrm>
              <a:off x="2271003" y="3514988"/>
              <a:ext cx="42566" cy="49716"/>
            </a:xfrm>
            <a:custGeom>
              <a:avLst/>
              <a:gdLst/>
              <a:ahLst/>
              <a:cxnLst/>
              <a:rect l="l" t="t" r="r" b="b"/>
              <a:pathLst>
                <a:path w="768" h="897" extrusionOk="0">
                  <a:moveTo>
                    <a:pt x="40" y="1"/>
                  </a:moveTo>
                  <a:lnTo>
                    <a:pt x="11" y="502"/>
                  </a:lnTo>
                  <a:cubicBezTo>
                    <a:pt x="1" y="758"/>
                    <a:pt x="138" y="886"/>
                    <a:pt x="365" y="896"/>
                  </a:cubicBezTo>
                  <a:cubicBezTo>
                    <a:pt x="373" y="896"/>
                    <a:pt x="382" y="896"/>
                    <a:pt x="390" y="896"/>
                  </a:cubicBezTo>
                  <a:cubicBezTo>
                    <a:pt x="601" y="896"/>
                    <a:pt x="729" y="778"/>
                    <a:pt x="748" y="532"/>
                  </a:cubicBezTo>
                  <a:lnTo>
                    <a:pt x="768" y="20"/>
                  </a:lnTo>
                  <a:lnTo>
                    <a:pt x="669" y="20"/>
                  </a:lnTo>
                  <a:lnTo>
                    <a:pt x="650" y="522"/>
                  </a:lnTo>
                  <a:cubicBezTo>
                    <a:pt x="640" y="727"/>
                    <a:pt x="551" y="818"/>
                    <a:pt x="390" y="818"/>
                  </a:cubicBezTo>
                  <a:cubicBezTo>
                    <a:pt x="382" y="818"/>
                    <a:pt x="373" y="817"/>
                    <a:pt x="365" y="817"/>
                  </a:cubicBezTo>
                  <a:cubicBezTo>
                    <a:pt x="197" y="817"/>
                    <a:pt x="99" y="709"/>
                    <a:pt x="109" y="502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1"/>
            <p:cNvSpPr/>
            <p:nvPr/>
          </p:nvSpPr>
          <p:spPr>
            <a:xfrm>
              <a:off x="2325541" y="3517150"/>
              <a:ext cx="39851" cy="50215"/>
            </a:xfrm>
            <a:custGeom>
              <a:avLst/>
              <a:gdLst/>
              <a:ahLst/>
              <a:cxnLst/>
              <a:rect l="l" t="t" r="r" b="b"/>
              <a:pathLst>
                <a:path w="719" h="906" extrusionOk="0">
                  <a:moveTo>
                    <a:pt x="0" y="1"/>
                  </a:moveTo>
                  <a:lnTo>
                    <a:pt x="0" y="80"/>
                  </a:lnTo>
                  <a:lnTo>
                    <a:pt x="305" y="89"/>
                  </a:lnTo>
                  <a:lnTo>
                    <a:pt x="276" y="906"/>
                  </a:lnTo>
                  <a:lnTo>
                    <a:pt x="374" y="906"/>
                  </a:lnTo>
                  <a:lnTo>
                    <a:pt x="403" y="99"/>
                  </a:lnTo>
                  <a:lnTo>
                    <a:pt x="718" y="109"/>
                  </a:lnTo>
                  <a:lnTo>
                    <a:pt x="718" y="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2748968" y="1467847"/>
              <a:ext cx="63240" cy="181406"/>
            </a:xfrm>
            <a:custGeom>
              <a:avLst/>
              <a:gdLst/>
              <a:ahLst/>
              <a:cxnLst/>
              <a:rect l="l" t="t" r="r" b="b"/>
              <a:pathLst>
                <a:path w="1141" h="3273" extrusionOk="0">
                  <a:moveTo>
                    <a:pt x="527" y="0"/>
                  </a:moveTo>
                  <a:cubicBezTo>
                    <a:pt x="238" y="0"/>
                    <a:pt x="0" y="232"/>
                    <a:pt x="0" y="538"/>
                  </a:cubicBezTo>
                  <a:lnTo>
                    <a:pt x="30" y="2750"/>
                  </a:lnTo>
                  <a:cubicBezTo>
                    <a:pt x="30" y="3026"/>
                    <a:pt x="246" y="3252"/>
                    <a:pt x="521" y="3272"/>
                  </a:cubicBezTo>
                  <a:lnTo>
                    <a:pt x="561" y="3272"/>
                  </a:lnTo>
                  <a:cubicBezTo>
                    <a:pt x="573" y="3272"/>
                    <a:pt x="584" y="3273"/>
                    <a:pt x="596" y="3273"/>
                  </a:cubicBezTo>
                  <a:cubicBezTo>
                    <a:pt x="895" y="3273"/>
                    <a:pt x="1141" y="3033"/>
                    <a:pt x="1131" y="2721"/>
                  </a:cubicBezTo>
                  <a:lnTo>
                    <a:pt x="1072" y="508"/>
                  </a:lnTo>
                  <a:cubicBezTo>
                    <a:pt x="1062" y="252"/>
                    <a:pt x="866" y="36"/>
                    <a:pt x="610" y="7"/>
                  </a:cubicBezTo>
                  <a:cubicBezTo>
                    <a:pt x="582" y="2"/>
                    <a:pt x="554" y="0"/>
                    <a:pt x="527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2752737" y="1343307"/>
              <a:ext cx="56755" cy="100541"/>
            </a:xfrm>
            <a:custGeom>
              <a:avLst/>
              <a:gdLst/>
              <a:ahLst/>
              <a:cxnLst/>
              <a:rect l="l" t="t" r="r" b="b"/>
              <a:pathLst>
                <a:path w="1024" h="1814" extrusionOk="0">
                  <a:moveTo>
                    <a:pt x="531" y="1"/>
                  </a:moveTo>
                  <a:cubicBezTo>
                    <a:pt x="525" y="1"/>
                    <a:pt x="519" y="1"/>
                    <a:pt x="512" y="1"/>
                  </a:cubicBezTo>
                  <a:cubicBezTo>
                    <a:pt x="276" y="11"/>
                    <a:pt x="89" y="188"/>
                    <a:pt x="80" y="414"/>
                  </a:cubicBezTo>
                  <a:lnTo>
                    <a:pt x="11" y="1319"/>
                  </a:lnTo>
                  <a:cubicBezTo>
                    <a:pt x="1" y="1555"/>
                    <a:pt x="168" y="1762"/>
                    <a:pt x="404" y="1791"/>
                  </a:cubicBezTo>
                  <a:lnTo>
                    <a:pt x="503" y="1811"/>
                  </a:lnTo>
                  <a:cubicBezTo>
                    <a:pt x="519" y="1813"/>
                    <a:pt x="536" y="1814"/>
                    <a:pt x="553" y="1814"/>
                  </a:cubicBezTo>
                  <a:cubicBezTo>
                    <a:pt x="807" y="1814"/>
                    <a:pt x="1023" y="1607"/>
                    <a:pt x="1014" y="1339"/>
                  </a:cubicBezTo>
                  <a:lnTo>
                    <a:pt x="984" y="434"/>
                  </a:lnTo>
                  <a:cubicBezTo>
                    <a:pt x="975" y="185"/>
                    <a:pt x="769" y="1"/>
                    <a:pt x="531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3238429" y="1509471"/>
              <a:ext cx="467233" cy="694642"/>
            </a:xfrm>
            <a:custGeom>
              <a:avLst/>
              <a:gdLst/>
              <a:ahLst/>
              <a:cxnLst/>
              <a:rect l="l" t="t" r="r" b="b"/>
              <a:pathLst>
                <a:path w="8430" h="12533" extrusionOk="0">
                  <a:moveTo>
                    <a:pt x="3035" y="3504"/>
                  </a:moveTo>
                  <a:cubicBezTo>
                    <a:pt x="3407" y="3505"/>
                    <a:pt x="3769" y="3593"/>
                    <a:pt x="4102" y="3750"/>
                  </a:cubicBezTo>
                  <a:cubicBezTo>
                    <a:pt x="4063" y="3907"/>
                    <a:pt x="4013" y="4055"/>
                    <a:pt x="3954" y="4202"/>
                  </a:cubicBezTo>
                  <a:cubicBezTo>
                    <a:pt x="3650" y="4901"/>
                    <a:pt x="2951" y="5392"/>
                    <a:pt x="2253" y="5392"/>
                  </a:cubicBezTo>
                  <a:lnTo>
                    <a:pt x="2243" y="5392"/>
                  </a:lnTo>
                  <a:cubicBezTo>
                    <a:pt x="2228" y="5393"/>
                    <a:pt x="2213" y="5394"/>
                    <a:pt x="2198" y="5394"/>
                  </a:cubicBezTo>
                  <a:cubicBezTo>
                    <a:pt x="2036" y="5394"/>
                    <a:pt x="1876" y="5346"/>
                    <a:pt x="1732" y="5265"/>
                  </a:cubicBezTo>
                  <a:cubicBezTo>
                    <a:pt x="1456" y="5078"/>
                    <a:pt x="1358" y="4635"/>
                    <a:pt x="1525" y="4291"/>
                  </a:cubicBezTo>
                  <a:cubicBezTo>
                    <a:pt x="1673" y="3966"/>
                    <a:pt x="2007" y="3711"/>
                    <a:pt x="2440" y="3593"/>
                  </a:cubicBezTo>
                  <a:cubicBezTo>
                    <a:pt x="2625" y="3534"/>
                    <a:pt x="2830" y="3505"/>
                    <a:pt x="3035" y="3504"/>
                  </a:cubicBezTo>
                  <a:close/>
                  <a:moveTo>
                    <a:pt x="4959" y="7260"/>
                  </a:moveTo>
                  <a:cubicBezTo>
                    <a:pt x="4981" y="7260"/>
                    <a:pt x="5004" y="7260"/>
                    <a:pt x="5026" y="7261"/>
                  </a:cubicBezTo>
                  <a:lnTo>
                    <a:pt x="5017" y="7261"/>
                  </a:lnTo>
                  <a:cubicBezTo>
                    <a:pt x="5312" y="7261"/>
                    <a:pt x="5607" y="7300"/>
                    <a:pt x="5882" y="7399"/>
                  </a:cubicBezTo>
                  <a:cubicBezTo>
                    <a:pt x="5872" y="7487"/>
                    <a:pt x="5862" y="7586"/>
                    <a:pt x="5843" y="7684"/>
                  </a:cubicBezTo>
                  <a:cubicBezTo>
                    <a:pt x="5764" y="8244"/>
                    <a:pt x="5538" y="9012"/>
                    <a:pt x="4948" y="9444"/>
                  </a:cubicBezTo>
                  <a:cubicBezTo>
                    <a:pt x="4711" y="9604"/>
                    <a:pt x="4428" y="9694"/>
                    <a:pt x="4143" y="9694"/>
                  </a:cubicBezTo>
                  <a:cubicBezTo>
                    <a:pt x="4060" y="9694"/>
                    <a:pt x="3977" y="9686"/>
                    <a:pt x="3895" y="9671"/>
                  </a:cubicBezTo>
                  <a:cubicBezTo>
                    <a:pt x="3640" y="9631"/>
                    <a:pt x="3404" y="9484"/>
                    <a:pt x="3256" y="9267"/>
                  </a:cubicBezTo>
                  <a:cubicBezTo>
                    <a:pt x="3109" y="9021"/>
                    <a:pt x="3079" y="8717"/>
                    <a:pt x="3187" y="8441"/>
                  </a:cubicBezTo>
                  <a:cubicBezTo>
                    <a:pt x="3364" y="7949"/>
                    <a:pt x="3748" y="7576"/>
                    <a:pt x="4240" y="7389"/>
                  </a:cubicBezTo>
                  <a:cubicBezTo>
                    <a:pt x="4465" y="7308"/>
                    <a:pt x="4714" y="7260"/>
                    <a:pt x="4959" y="7260"/>
                  </a:cubicBezTo>
                  <a:close/>
                  <a:moveTo>
                    <a:pt x="1551" y="1"/>
                  </a:moveTo>
                  <a:cubicBezTo>
                    <a:pt x="1043" y="1"/>
                    <a:pt x="548" y="152"/>
                    <a:pt x="158" y="446"/>
                  </a:cubicBezTo>
                  <a:cubicBezTo>
                    <a:pt x="0" y="548"/>
                    <a:pt x="109" y="752"/>
                    <a:pt x="249" y="752"/>
                  </a:cubicBezTo>
                  <a:cubicBezTo>
                    <a:pt x="284" y="752"/>
                    <a:pt x="320" y="740"/>
                    <a:pt x="355" y="711"/>
                  </a:cubicBezTo>
                  <a:cubicBezTo>
                    <a:pt x="690" y="460"/>
                    <a:pt x="1116" y="329"/>
                    <a:pt x="1553" y="329"/>
                  </a:cubicBezTo>
                  <a:cubicBezTo>
                    <a:pt x="1835" y="329"/>
                    <a:pt x="2121" y="383"/>
                    <a:pt x="2391" y="495"/>
                  </a:cubicBezTo>
                  <a:cubicBezTo>
                    <a:pt x="3059" y="790"/>
                    <a:pt x="3590" y="1340"/>
                    <a:pt x="3876" y="2019"/>
                  </a:cubicBezTo>
                  <a:cubicBezTo>
                    <a:pt x="4072" y="2452"/>
                    <a:pt x="4161" y="2934"/>
                    <a:pt x="4141" y="3416"/>
                  </a:cubicBezTo>
                  <a:cubicBezTo>
                    <a:pt x="3795" y="3260"/>
                    <a:pt x="3423" y="3185"/>
                    <a:pt x="3052" y="3185"/>
                  </a:cubicBezTo>
                  <a:cubicBezTo>
                    <a:pt x="2812" y="3185"/>
                    <a:pt x="2573" y="3216"/>
                    <a:pt x="2341" y="3278"/>
                  </a:cubicBezTo>
                  <a:cubicBezTo>
                    <a:pt x="1820" y="3425"/>
                    <a:pt x="1407" y="3750"/>
                    <a:pt x="1220" y="4153"/>
                  </a:cubicBezTo>
                  <a:cubicBezTo>
                    <a:pt x="984" y="4655"/>
                    <a:pt x="1132" y="5265"/>
                    <a:pt x="1545" y="5540"/>
                  </a:cubicBezTo>
                  <a:cubicBezTo>
                    <a:pt x="1738" y="5660"/>
                    <a:pt x="1966" y="5728"/>
                    <a:pt x="2189" y="5728"/>
                  </a:cubicBezTo>
                  <a:cubicBezTo>
                    <a:pt x="2204" y="5728"/>
                    <a:pt x="2218" y="5727"/>
                    <a:pt x="2233" y="5727"/>
                  </a:cubicBezTo>
                  <a:lnTo>
                    <a:pt x="2243" y="5727"/>
                  </a:lnTo>
                  <a:cubicBezTo>
                    <a:pt x="3069" y="5727"/>
                    <a:pt x="3895" y="5156"/>
                    <a:pt x="4249" y="4340"/>
                  </a:cubicBezTo>
                  <a:cubicBezTo>
                    <a:pt x="4308" y="4202"/>
                    <a:pt x="4358" y="4055"/>
                    <a:pt x="4397" y="3907"/>
                  </a:cubicBezTo>
                  <a:cubicBezTo>
                    <a:pt x="4702" y="4094"/>
                    <a:pt x="4967" y="4340"/>
                    <a:pt x="5184" y="4635"/>
                  </a:cubicBezTo>
                  <a:cubicBezTo>
                    <a:pt x="5675" y="5274"/>
                    <a:pt x="5921" y="6140"/>
                    <a:pt x="5892" y="7064"/>
                  </a:cubicBezTo>
                  <a:cubicBezTo>
                    <a:pt x="5609" y="6978"/>
                    <a:pt x="5318" y="6934"/>
                    <a:pt x="5027" y="6934"/>
                  </a:cubicBezTo>
                  <a:cubicBezTo>
                    <a:pt x="4720" y="6934"/>
                    <a:pt x="4414" y="6983"/>
                    <a:pt x="4122" y="7084"/>
                  </a:cubicBezTo>
                  <a:cubicBezTo>
                    <a:pt x="3541" y="7300"/>
                    <a:pt x="3079" y="7763"/>
                    <a:pt x="2863" y="8343"/>
                  </a:cubicBezTo>
                  <a:cubicBezTo>
                    <a:pt x="2725" y="8707"/>
                    <a:pt x="2774" y="9110"/>
                    <a:pt x="2971" y="9444"/>
                  </a:cubicBezTo>
                  <a:cubicBezTo>
                    <a:pt x="3177" y="9739"/>
                    <a:pt x="3482" y="9936"/>
                    <a:pt x="3836" y="9995"/>
                  </a:cubicBezTo>
                  <a:cubicBezTo>
                    <a:pt x="3938" y="10013"/>
                    <a:pt x="4040" y="10021"/>
                    <a:pt x="4141" y="10021"/>
                  </a:cubicBezTo>
                  <a:cubicBezTo>
                    <a:pt x="4495" y="10021"/>
                    <a:pt x="4844" y="9916"/>
                    <a:pt x="5135" y="9710"/>
                  </a:cubicBezTo>
                  <a:cubicBezTo>
                    <a:pt x="5823" y="9218"/>
                    <a:pt x="6079" y="8362"/>
                    <a:pt x="6167" y="7733"/>
                  </a:cubicBezTo>
                  <a:cubicBezTo>
                    <a:pt x="6177" y="7654"/>
                    <a:pt x="6187" y="7586"/>
                    <a:pt x="6197" y="7517"/>
                  </a:cubicBezTo>
                  <a:cubicBezTo>
                    <a:pt x="6738" y="7763"/>
                    <a:pt x="7180" y="8166"/>
                    <a:pt x="7475" y="8677"/>
                  </a:cubicBezTo>
                  <a:cubicBezTo>
                    <a:pt x="8085" y="9749"/>
                    <a:pt x="7947" y="11224"/>
                    <a:pt x="7141" y="12267"/>
                  </a:cubicBezTo>
                  <a:cubicBezTo>
                    <a:pt x="7082" y="12336"/>
                    <a:pt x="7092" y="12434"/>
                    <a:pt x="7170" y="12493"/>
                  </a:cubicBezTo>
                  <a:cubicBezTo>
                    <a:pt x="7200" y="12513"/>
                    <a:pt x="7229" y="12532"/>
                    <a:pt x="7269" y="12532"/>
                  </a:cubicBezTo>
                  <a:cubicBezTo>
                    <a:pt x="7318" y="12523"/>
                    <a:pt x="7357" y="12503"/>
                    <a:pt x="7387" y="12473"/>
                  </a:cubicBezTo>
                  <a:cubicBezTo>
                    <a:pt x="8282" y="11333"/>
                    <a:pt x="8429" y="9700"/>
                    <a:pt x="7751" y="8510"/>
                  </a:cubicBezTo>
                  <a:cubicBezTo>
                    <a:pt x="7406" y="7910"/>
                    <a:pt x="6865" y="7438"/>
                    <a:pt x="6216" y="7182"/>
                  </a:cubicBezTo>
                  <a:cubicBezTo>
                    <a:pt x="6266" y="6140"/>
                    <a:pt x="6000" y="5166"/>
                    <a:pt x="5449" y="4438"/>
                  </a:cubicBezTo>
                  <a:cubicBezTo>
                    <a:pt x="5184" y="4075"/>
                    <a:pt x="4840" y="3779"/>
                    <a:pt x="4456" y="3563"/>
                  </a:cubicBezTo>
                  <a:cubicBezTo>
                    <a:pt x="4515" y="2993"/>
                    <a:pt x="4417" y="2412"/>
                    <a:pt x="4181" y="1881"/>
                  </a:cubicBezTo>
                  <a:cubicBezTo>
                    <a:pt x="3856" y="1124"/>
                    <a:pt x="3266" y="524"/>
                    <a:pt x="2518" y="190"/>
                  </a:cubicBezTo>
                  <a:cubicBezTo>
                    <a:pt x="2207" y="63"/>
                    <a:pt x="1876" y="1"/>
                    <a:pt x="15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1309905" y="2164486"/>
              <a:ext cx="247528" cy="448998"/>
            </a:xfrm>
            <a:custGeom>
              <a:avLst/>
              <a:gdLst/>
              <a:ahLst/>
              <a:cxnLst/>
              <a:rect l="l" t="t" r="r" b="b"/>
              <a:pathLst>
                <a:path w="4466" h="8101" extrusionOk="0">
                  <a:moveTo>
                    <a:pt x="2502" y="3105"/>
                  </a:moveTo>
                  <a:cubicBezTo>
                    <a:pt x="2559" y="3105"/>
                    <a:pt x="2614" y="3117"/>
                    <a:pt x="2666" y="3144"/>
                  </a:cubicBezTo>
                  <a:cubicBezTo>
                    <a:pt x="2852" y="3252"/>
                    <a:pt x="2931" y="3478"/>
                    <a:pt x="2862" y="3685"/>
                  </a:cubicBezTo>
                  <a:cubicBezTo>
                    <a:pt x="2784" y="3911"/>
                    <a:pt x="2597" y="4088"/>
                    <a:pt x="2370" y="4166"/>
                  </a:cubicBezTo>
                  <a:cubicBezTo>
                    <a:pt x="2243" y="4216"/>
                    <a:pt x="2105" y="4240"/>
                    <a:pt x="1967" y="4240"/>
                  </a:cubicBezTo>
                  <a:cubicBezTo>
                    <a:pt x="1830" y="4240"/>
                    <a:pt x="1692" y="4216"/>
                    <a:pt x="1564" y="4166"/>
                  </a:cubicBezTo>
                  <a:cubicBezTo>
                    <a:pt x="1633" y="3921"/>
                    <a:pt x="1741" y="3694"/>
                    <a:pt x="1889" y="3498"/>
                  </a:cubicBezTo>
                  <a:cubicBezTo>
                    <a:pt x="2044" y="3280"/>
                    <a:pt x="2286" y="3105"/>
                    <a:pt x="2502" y="3105"/>
                  </a:cubicBezTo>
                  <a:close/>
                  <a:moveTo>
                    <a:pt x="2419" y="1"/>
                  </a:moveTo>
                  <a:cubicBezTo>
                    <a:pt x="1959" y="1"/>
                    <a:pt x="1464" y="234"/>
                    <a:pt x="1033" y="665"/>
                  </a:cubicBezTo>
                  <a:cubicBezTo>
                    <a:pt x="315" y="1373"/>
                    <a:pt x="0" y="2376"/>
                    <a:pt x="236" y="3212"/>
                  </a:cubicBezTo>
                  <a:cubicBezTo>
                    <a:pt x="384" y="3694"/>
                    <a:pt x="718" y="4107"/>
                    <a:pt x="1171" y="4343"/>
                  </a:cubicBezTo>
                  <a:cubicBezTo>
                    <a:pt x="1141" y="4511"/>
                    <a:pt x="1112" y="4668"/>
                    <a:pt x="1102" y="4835"/>
                  </a:cubicBezTo>
                  <a:cubicBezTo>
                    <a:pt x="1033" y="5789"/>
                    <a:pt x="1318" y="6684"/>
                    <a:pt x="1879" y="7294"/>
                  </a:cubicBezTo>
                  <a:cubicBezTo>
                    <a:pt x="2341" y="7795"/>
                    <a:pt x="2980" y="8090"/>
                    <a:pt x="3669" y="8100"/>
                  </a:cubicBezTo>
                  <a:cubicBezTo>
                    <a:pt x="3895" y="8100"/>
                    <a:pt x="4121" y="8061"/>
                    <a:pt x="4337" y="7982"/>
                  </a:cubicBezTo>
                  <a:cubicBezTo>
                    <a:pt x="4426" y="7953"/>
                    <a:pt x="4465" y="7854"/>
                    <a:pt x="4436" y="7776"/>
                  </a:cubicBezTo>
                  <a:cubicBezTo>
                    <a:pt x="4412" y="7705"/>
                    <a:pt x="4350" y="7659"/>
                    <a:pt x="4281" y="7659"/>
                  </a:cubicBezTo>
                  <a:cubicBezTo>
                    <a:pt x="4264" y="7659"/>
                    <a:pt x="4247" y="7662"/>
                    <a:pt x="4229" y="7668"/>
                  </a:cubicBezTo>
                  <a:cubicBezTo>
                    <a:pt x="4051" y="7731"/>
                    <a:pt x="3860" y="7762"/>
                    <a:pt x="3666" y="7762"/>
                  </a:cubicBezTo>
                  <a:cubicBezTo>
                    <a:pt x="3113" y="7762"/>
                    <a:pt x="2532" y="7512"/>
                    <a:pt x="2125" y="7068"/>
                  </a:cubicBezTo>
                  <a:cubicBezTo>
                    <a:pt x="1623" y="6517"/>
                    <a:pt x="1377" y="5720"/>
                    <a:pt x="1436" y="4855"/>
                  </a:cubicBezTo>
                  <a:cubicBezTo>
                    <a:pt x="1446" y="4727"/>
                    <a:pt x="1456" y="4599"/>
                    <a:pt x="1485" y="4481"/>
                  </a:cubicBezTo>
                  <a:cubicBezTo>
                    <a:pt x="1641" y="4533"/>
                    <a:pt x="1805" y="4560"/>
                    <a:pt x="1970" y="4560"/>
                  </a:cubicBezTo>
                  <a:cubicBezTo>
                    <a:pt x="2150" y="4560"/>
                    <a:pt x="2329" y="4528"/>
                    <a:pt x="2498" y="4461"/>
                  </a:cubicBezTo>
                  <a:cubicBezTo>
                    <a:pt x="2823" y="4343"/>
                    <a:pt x="3069" y="4098"/>
                    <a:pt x="3187" y="3773"/>
                  </a:cubicBezTo>
                  <a:cubicBezTo>
                    <a:pt x="3305" y="3409"/>
                    <a:pt x="3147" y="3016"/>
                    <a:pt x="2813" y="2839"/>
                  </a:cubicBezTo>
                  <a:cubicBezTo>
                    <a:pt x="2713" y="2789"/>
                    <a:pt x="2610" y="2767"/>
                    <a:pt x="2508" y="2767"/>
                  </a:cubicBezTo>
                  <a:cubicBezTo>
                    <a:pt x="2169" y="2767"/>
                    <a:pt x="1837" y="3011"/>
                    <a:pt x="1633" y="3291"/>
                  </a:cubicBezTo>
                  <a:cubicBezTo>
                    <a:pt x="1466" y="3507"/>
                    <a:pt x="1348" y="3753"/>
                    <a:pt x="1259" y="4019"/>
                  </a:cubicBezTo>
                  <a:cubicBezTo>
                    <a:pt x="925" y="3812"/>
                    <a:pt x="669" y="3498"/>
                    <a:pt x="561" y="3124"/>
                  </a:cubicBezTo>
                  <a:cubicBezTo>
                    <a:pt x="354" y="2406"/>
                    <a:pt x="630" y="1531"/>
                    <a:pt x="1269" y="891"/>
                  </a:cubicBezTo>
                  <a:cubicBezTo>
                    <a:pt x="1568" y="600"/>
                    <a:pt x="2007" y="329"/>
                    <a:pt x="2443" y="329"/>
                  </a:cubicBezTo>
                  <a:cubicBezTo>
                    <a:pt x="2537" y="329"/>
                    <a:pt x="2632" y="342"/>
                    <a:pt x="2725" y="370"/>
                  </a:cubicBezTo>
                  <a:cubicBezTo>
                    <a:pt x="2745" y="377"/>
                    <a:pt x="2764" y="380"/>
                    <a:pt x="2782" y="380"/>
                  </a:cubicBezTo>
                  <a:cubicBezTo>
                    <a:pt x="2947" y="380"/>
                    <a:pt x="3009" y="119"/>
                    <a:pt x="2823" y="65"/>
                  </a:cubicBezTo>
                  <a:cubicBezTo>
                    <a:pt x="2693" y="22"/>
                    <a:pt x="2558" y="1"/>
                    <a:pt x="24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2665609" y="2704549"/>
              <a:ext cx="318306" cy="302454"/>
            </a:xfrm>
            <a:custGeom>
              <a:avLst/>
              <a:gdLst/>
              <a:ahLst/>
              <a:cxnLst/>
              <a:rect l="l" t="t" r="r" b="b"/>
              <a:pathLst>
                <a:path w="5743" h="5457" extrusionOk="0">
                  <a:moveTo>
                    <a:pt x="2429" y="1612"/>
                  </a:moveTo>
                  <a:cubicBezTo>
                    <a:pt x="2743" y="1621"/>
                    <a:pt x="3038" y="1769"/>
                    <a:pt x="3225" y="2015"/>
                  </a:cubicBezTo>
                  <a:cubicBezTo>
                    <a:pt x="3451" y="2339"/>
                    <a:pt x="3540" y="2733"/>
                    <a:pt x="3471" y="3126"/>
                  </a:cubicBezTo>
                  <a:cubicBezTo>
                    <a:pt x="3309" y="3164"/>
                    <a:pt x="3142" y="3184"/>
                    <a:pt x="2975" y="3184"/>
                  </a:cubicBezTo>
                  <a:cubicBezTo>
                    <a:pt x="2798" y="3184"/>
                    <a:pt x="2620" y="3162"/>
                    <a:pt x="2448" y="3116"/>
                  </a:cubicBezTo>
                  <a:cubicBezTo>
                    <a:pt x="2134" y="3028"/>
                    <a:pt x="1770" y="2802"/>
                    <a:pt x="1681" y="2467"/>
                  </a:cubicBezTo>
                  <a:cubicBezTo>
                    <a:pt x="1602" y="2133"/>
                    <a:pt x="1858" y="1739"/>
                    <a:pt x="2212" y="1641"/>
                  </a:cubicBezTo>
                  <a:cubicBezTo>
                    <a:pt x="2281" y="1621"/>
                    <a:pt x="2360" y="1612"/>
                    <a:pt x="2429" y="1612"/>
                  </a:cubicBezTo>
                  <a:close/>
                  <a:moveTo>
                    <a:pt x="5417" y="1"/>
                  </a:moveTo>
                  <a:cubicBezTo>
                    <a:pt x="5324" y="1"/>
                    <a:pt x="5229" y="73"/>
                    <a:pt x="5251" y="195"/>
                  </a:cubicBezTo>
                  <a:cubicBezTo>
                    <a:pt x="5399" y="1002"/>
                    <a:pt x="5173" y="1838"/>
                    <a:pt x="4632" y="2448"/>
                  </a:cubicBezTo>
                  <a:cubicBezTo>
                    <a:pt x="4396" y="2693"/>
                    <a:pt x="4120" y="2890"/>
                    <a:pt x="3815" y="3008"/>
                  </a:cubicBezTo>
                  <a:cubicBezTo>
                    <a:pt x="3845" y="2585"/>
                    <a:pt x="3727" y="2162"/>
                    <a:pt x="3481" y="1818"/>
                  </a:cubicBezTo>
                  <a:cubicBezTo>
                    <a:pt x="3227" y="1485"/>
                    <a:pt x="2832" y="1293"/>
                    <a:pt x="2421" y="1293"/>
                  </a:cubicBezTo>
                  <a:cubicBezTo>
                    <a:pt x="2322" y="1293"/>
                    <a:pt x="2223" y="1304"/>
                    <a:pt x="2124" y="1326"/>
                  </a:cubicBezTo>
                  <a:cubicBezTo>
                    <a:pt x="1602" y="1474"/>
                    <a:pt x="1248" y="2044"/>
                    <a:pt x="1366" y="2546"/>
                  </a:cubicBezTo>
                  <a:cubicBezTo>
                    <a:pt x="1465" y="2959"/>
                    <a:pt x="1839" y="3284"/>
                    <a:pt x="2370" y="3431"/>
                  </a:cubicBezTo>
                  <a:cubicBezTo>
                    <a:pt x="2559" y="3483"/>
                    <a:pt x="2759" y="3508"/>
                    <a:pt x="2958" y="3508"/>
                  </a:cubicBezTo>
                  <a:cubicBezTo>
                    <a:pt x="3101" y="3508"/>
                    <a:pt x="3243" y="3495"/>
                    <a:pt x="3383" y="3470"/>
                  </a:cubicBezTo>
                  <a:lnTo>
                    <a:pt x="3383" y="3470"/>
                  </a:lnTo>
                  <a:cubicBezTo>
                    <a:pt x="3284" y="3765"/>
                    <a:pt x="3127" y="4041"/>
                    <a:pt x="2940" y="4296"/>
                  </a:cubicBezTo>
                  <a:cubicBezTo>
                    <a:pt x="2745" y="4547"/>
                    <a:pt x="2246" y="5120"/>
                    <a:pt x="1629" y="5120"/>
                  </a:cubicBezTo>
                  <a:cubicBezTo>
                    <a:pt x="1591" y="5120"/>
                    <a:pt x="1553" y="5117"/>
                    <a:pt x="1514" y="5113"/>
                  </a:cubicBezTo>
                  <a:cubicBezTo>
                    <a:pt x="944" y="5054"/>
                    <a:pt x="540" y="4493"/>
                    <a:pt x="353" y="4159"/>
                  </a:cubicBezTo>
                  <a:cubicBezTo>
                    <a:pt x="320" y="4104"/>
                    <a:pt x="271" y="4081"/>
                    <a:pt x="222" y="4081"/>
                  </a:cubicBezTo>
                  <a:cubicBezTo>
                    <a:pt x="111" y="4081"/>
                    <a:pt x="0" y="4197"/>
                    <a:pt x="68" y="4326"/>
                  </a:cubicBezTo>
                  <a:cubicBezTo>
                    <a:pt x="442" y="4985"/>
                    <a:pt x="944" y="5388"/>
                    <a:pt x="1475" y="5447"/>
                  </a:cubicBezTo>
                  <a:cubicBezTo>
                    <a:pt x="1524" y="5447"/>
                    <a:pt x="1573" y="5457"/>
                    <a:pt x="1622" y="5457"/>
                  </a:cubicBezTo>
                  <a:cubicBezTo>
                    <a:pt x="2173" y="5457"/>
                    <a:pt x="2733" y="5103"/>
                    <a:pt x="3196" y="4483"/>
                  </a:cubicBezTo>
                  <a:cubicBezTo>
                    <a:pt x="3451" y="4159"/>
                    <a:pt x="3638" y="3785"/>
                    <a:pt x="3756" y="3382"/>
                  </a:cubicBezTo>
                  <a:cubicBezTo>
                    <a:pt x="4179" y="3244"/>
                    <a:pt x="4563" y="2998"/>
                    <a:pt x="4868" y="2674"/>
                  </a:cubicBezTo>
                  <a:cubicBezTo>
                    <a:pt x="5477" y="1975"/>
                    <a:pt x="5743" y="1041"/>
                    <a:pt x="5576" y="136"/>
                  </a:cubicBezTo>
                  <a:cubicBezTo>
                    <a:pt x="5559" y="43"/>
                    <a:pt x="5488" y="1"/>
                    <a:pt x="5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5" name="Google Shape;1035;p31"/>
          <p:cNvGrpSpPr/>
          <p:nvPr/>
        </p:nvGrpSpPr>
        <p:grpSpPr>
          <a:xfrm rot="-2168336">
            <a:off x="340929" y="483154"/>
            <a:ext cx="825790" cy="701108"/>
            <a:chOff x="3502275" y="3218775"/>
            <a:chExt cx="1175775" cy="998250"/>
          </a:xfrm>
        </p:grpSpPr>
        <p:sp>
          <p:nvSpPr>
            <p:cNvPr id="1036" name="Google Shape;1036;p31"/>
            <p:cNvSpPr/>
            <p:nvPr/>
          </p:nvSpPr>
          <p:spPr>
            <a:xfrm>
              <a:off x="3503750" y="3218775"/>
              <a:ext cx="1174300" cy="997175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1"/>
            <p:cNvSpPr/>
            <p:nvPr/>
          </p:nvSpPr>
          <p:spPr>
            <a:xfrm>
              <a:off x="3502275" y="3292450"/>
              <a:ext cx="1155375" cy="92457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1"/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3937225" y="3272500"/>
              <a:ext cx="241475" cy="223800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3672925" y="3396275"/>
              <a:ext cx="267525" cy="219150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3693700" y="3683175"/>
              <a:ext cx="296650" cy="24367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4051550" y="3806075"/>
              <a:ext cx="278725" cy="279350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1"/>
            <p:cNvSpPr/>
            <p:nvPr/>
          </p:nvSpPr>
          <p:spPr>
            <a:xfrm>
              <a:off x="4311675" y="3673800"/>
              <a:ext cx="296825" cy="25870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4234725" y="3403275"/>
              <a:ext cx="267050" cy="221800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1"/>
            <p:cNvSpPr/>
            <p:nvPr/>
          </p:nvSpPr>
          <p:spPr>
            <a:xfrm>
              <a:off x="4027700" y="3566800"/>
              <a:ext cx="189350" cy="161850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1"/>
            <p:cNvSpPr/>
            <p:nvPr/>
          </p:nvSpPr>
          <p:spPr>
            <a:xfrm>
              <a:off x="3796600" y="3346750"/>
              <a:ext cx="638775" cy="639525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" name="Google Shape;1048;p31"/>
          <p:cNvSpPr/>
          <p:nvPr/>
        </p:nvSpPr>
        <p:spPr>
          <a:xfrm rot="3391622">
            <a:off x="8780552" y="4920052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9" name="Google Shape;1049;p31"/>
          <p:cNvGrpSpPr/>
          <p:nvPr/>
        </p:nvGrpSpPr>
        <p:grpSpPr>
          <a:xfrm>
            <a:off x="7339468" y="308176"/>
            <a:ext cx="1431589" cy="840949"/>
            <a:chOff x="3285175" y="1554625"/>
            <a:chExt cx="1458275" cy="856625"/>
          </a:xfrm>
        </p:grpSpPr>
        <p:sp>
          <p:nvSpPr>
            <p:cNvPr id="1050" name="Google Shape;1050;p31"/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>
          <a:extLst>
            <a:ext uri="{FF2B5EF4-FFF2-40B4-BE49-F238E27FC236}">
              <a16:creationId xmlns:a16="http://schemas.microsoft.com/office/drawing/2014/main" id="{233FECD0-C19E-F9BA-C71D-678DC9862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0" name="Google Shape;960;p31">
            <a:extLst>
              <a:ext uri="{FF2B5EF4-FFF2-40B4-BE49-F238E27FC236}">
                <a16:creationId xmlns:a16="http://schemas.microsoft.com/office/drawing/2014/main" id="{B2CD3F91-3680-C550-8138-6DFB2228176E}"/>
              </a:ext>
            </a:extLst>
          </p:cNvPr>
          <p:cNvGrpSpPr/>
          <p:nvPr/>
        </p:nvGrpSpPr>
        <p:grpSpPr>
          <a:xfrm flipH="1">
            <a:off x="5028775" y="3174275"/>
            <a:ext cx="3753450" cy="1969225"/>
            <a:chOff x="143902" y="3174400"/>
            <a:chExt cx="3753450" cy="1969225"/>
          </a:xfrm>
        </p:grpSpPr>
        <p:sp>
          <p:nvSpPr>
            <p:cNvPr id="961" name="Google Shape;961;p31">
              <a:extLst>
                <a:ext uri="{FF2B5EF4-FFF2-40B4-BE49-F238E27FC236}">
                  <a16:creationId xmlns:a16="http://schemas.microsoft.com/office/drawing/2014/main" id="{238CA5E2-3CCD-75F7-4D30-B575849CDF71}"/>
                </a:ext>
              </a:extLst>
            </p:cNvPr>
            <p:cNvSpPr/>
            <p:nvPr/>
          </p:nvSpPr>
          <p:spPr>
            <a:xfrm>
              <a:off x="416350" y="4817825"/>
              <a:ext cx="136200" cy="32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2" name="Google Shape;962;p31">
              <a:extLst>
                <a:ext uri="{FF2B5EF4-FFF2-40B4-BE49-F238E27FC236}">
                  <a16:creationId xmlns:a16="http://schemas.microsoft.com/office/drawing/2014/main" id="{6C2A4781-8A60-E1AD-72EA-0E04D3B6ECF5}"/>
                </a:ext>
              </a:extLst>
            </p:cNvPr>
            <p:cNvGrpSpPr/>
            <p:nvPr/>
          </p:nvGrpSpPr>
          <p:grpSpPr>
            <a:xfrm>
              <a:off x="143902" y="3174400"/>
              <a:ext cx="3753450" cy="1909665"/>
              <a:chOff x="143902" y="3174400"/>
              <a:chExt cx="3753450" cy="1909665"/>
            </a:xfrm>
          </p:grpSpPr>
          <p:sp>
            <p:nvSpPr>
              <p:cNvPr id="963" name="Google Shape;963;p31">
                <a:extLst>
                  <a:ext uri="{FF2B5EF4-FFF2-40B4-BE49-F238E27FC236}">
                    <a16:creationId xmlns:a16="http://schemas.microsoft.com/office/drawing/2014/main" id="{DF68764A-911C-34A0-D287-57507A340289}"/>
                  </a:ext>
                </a:extLst>
              </p:cNvPr>
              <p:cNvSpPr/>
              <p:nvPr/>
            </p:nvSpPr>
            <p:spPr>
              <a:xfrm>
                <a:off x="488377" y="3174400"/>
                <a:ext cx="3408975" cy="1596450"/>
              </a:xfrm>
              <a:custGeom>
                <a:avLst/>
                <a:gdLst/>
                <a:ahLst/>
                <a:cxnLst/>
                <a:rect l="l" t="t" r="r" b="b"/>
                <a:pathLst>
                  <a:path w="136359" h="63858" extrusionOk="0">
                    <a:moveTo>
                      <a:pt x="0" y="53244"/>
                    </a:moveTo>
                    <a:lnTo>
                      <a:pt x="35284" y="0"/>
                    </a:lnTo>
                    <a:lnTo>
                      <a:pt x="136359" y="234"/>
                    </a:lnTo>
                    <a:lnTo>
                      <a:pt x="3746" y="63858"/>
                    </a:lnTo>
                    <a:close/>
                  </a:path>
                </a:pathLst>
              </a:custGeom>
              <a:solidFill>
                <a:srgbClr val="9E855C">
                  <a:alpha val="14880"/>
                </a:srgbClr>
              </a:solidFill>
              <a:ln>
                <a:noFill/>
              </a:ln>
            </p:spPr>
          </p:sp>
          <p:grpSp>
            <p:nvGrpSpPr>
              <p:cNvPr id="964" name="Google Shape;964;p31">
                <a:extLst>
                  <a:ext uri="{FF2B5EF4-FFF2-40B4-BE49-F238E27FC236}">
                    <a16:creationId xmlns:a16="http://schemas.microsoft.com/office/drawing/2014/main" id="{D68ABF2A-300A-C12A-A7E2-789041246ABD}"/>
                  </a:ext>
                </a:extLst>
              </p:cNvPr>
              <p:cNvGrpSpPr/>
              <p:nvPr/>
            </p:nvGrpSpPr>
            <p:grpSpPr>
              <a:xfrm rot="-3088787">
                <a:off x="247795" y="4300754"/>
                <a:ext cx="725754" cy="615483"/>
                <a:chOff x="5417612" y="4008755"/>
                <a:chExt cx="725743" cy="615474"/>
              </a:xfrm>
            </p:grpSpPr>
            <p:sp>
              <p:nvSpPr>
                <p:cNvPr id="965" name="Google Shape;965;p31">
                  <a:extLst>
                    <a:ext uri="{FF2B5EF4-FFF2-40B4-BE49-F238E27FC236}">
                      <a16:creationId xmlns:a16="http://schemas.microsoft.com/office/drawing/2014/main" id="{BCDBEC45-6BCD-B385-F9AA-DDF729FDF00F}"/>
                    </a:ext>
                  </a:extLst>
                </p:cNvPr>
                <p:cNvSpPr/>
                <p:nvPr/>
              </p:nvSpPr>
              <p:spPr>
                <a:xfrm>
                  <a:off x="5417612" y="4008755"/>
                  <a:ext cx="725743" cy="615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9" h="16248" extrusionOk="0">
                      <a:moveTo>
                        <a:pt x="9796" y="1"/>
                      </a:moveTo>
                      <a:lnTo>
                        <a:pt x="8616" y="2155"/>
                      </a:lnTo>
                      <a:lnTo>
                        <a:pt x="5125" y="80"/>
                      </a:lnTo>
                      <a:cubicBezTo>
                        <a:pt x="5125" y="80"/>
                        <a:pt x="1358" y="778"/>
                        <a:pt x="1643" y="5184"/>
                      </a:cubicBezTo>
                      <a:lnTo>
                        <a:pt x="1" y="9452"/>
                      </a:lnTo>
                      <a:lnTo>
                        <a:pt x="3935" y="11281"/>
                      </a:lnTo>
                      <a:lnTo>
                        <a:pt x="2961" y="13130"/>
                      </a:lnTo>
                      <a:lnTo>
                        <a:pt x="5685" y="11901"/>
                      </a:lnTo>
                      <a:lnTo>
                        <a:pt x="5439" y="15540"/>
                      </a:lnTo>
                      <a:lnTo>
                        <a:pt x="10554" y="14920"/>
                      </a:lnTo>
                      <a:lnTo>
                        <a:pt x="9767" y="10711"/>
                      </a:lnTo>
                      <a:lnTo>
                        <a:pt x="13179" y="16248"/>
                      </a:lnTo>
                      <a:lnTo>
                        <a:pt x="19159" y="5459"/>
                      </a:lnTo>
                      <a:lnTo>
                        <a:pt x="11999" y="5705"/>
                      </a:lnTo>
                      <a:lnTo>
                        <a:pt x="16887" y="3059"/>
                      </a:lnTo>
                      <a:lnTo>
                        <a:pt x="13130" y="965"/>
                      </a:lnTo>
                      <a:lnTo>
                        <a:pt x="10347" y="3669"/>
                      </a:lnTo>
                      <a:lnTo>
                        <a:pt x="979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966;p31">
                  <a:extLst>
                    <a:ext uri="{FF2B5EF4-FFF2-40B4-BE49-F238E27FC236}">
                      <a16:creationId xmlns:a16="http://schemas.microsoft.com/office/drawing/2014/main" id="{47675148-6A08-A685-DC66-BACDA0D7B1E5}"/>
                    </a:ext>
                  </a:extLst>
                </p:cNvPr>
                <p:cNvSpPr/>
                <p:nvPr/>
              </p:nvSpPr>
              <p:spPr>
                <a:xfrm>
                  <a:off x="5673949" y="4155542"/>
                  <a:ext cx="193377" cy="232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5" h="6125" extrusionOk="0">
                      <a:moveTo>
                        <a:pt x="3442" y="1"/>
                      </a:moveTo>
                      <a:lnTo>
                        <a:pt x="0" y="6098"/>
                      </a:lnTo>
                      <a:cubicBezTo>
                        <a:pt x="0" y="6098"/>
                        <a:pt x="127" y="6125"/>
                        <a:pt x="342" y="6125"/>
                      </a:cubicBezTo>
                      <a:cubicBezTo>
                        <a:pt x="1038" y="6125"/>
                        <a:pt x="2655" y="5849"/>
                        <a:pt x="3865" y="3512"/>
                      </a:cubicBezTo>
                      <a:cubicBezTo>
                        <a:pt x="5104" y="1142"/>
                        <a:pt x="3442" y="1"/>
                        <a:pt x="344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967;p31">
                  <a:extLst>
                    <a:ext uri="{FF2B5EF4-FFF2-40B4-BE49-F238E27FC236}">
                      <a16:creationId xmlns:a16="http://schemas.microsoft.com/office/drawing/2014/main" id="{831DE132-56F6-759B-82A4-FFFACFE052D3}"/>
                    </a:ext>
                  </a:extLst>
                </p:cNvPr>
                <p:cNvSpPr/>
                <p:nvPr/>
              </p:nvSpPr>
              <p:spPr>
                <a:xfrm>
                  <a:off x="5529776" y="4008755"/>
                  <a:ext cx="258569" cy="497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6" h="13131" fill="none" extrusionOk="0">
                      <a:moveTo>
                        <a:pt x="6825" y="1"/>
                      </a:moveTo>
                      <a:lnTo>
                        <a:pt x="0" y="13130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968;p31">
                  <a:extLst>
                    <a:ext uri="{FF2B5EF4-FFF2-40B4-BE49-F238E27FC236}">
                      <a16:creationId xmlns:a16="http://schemas.microsoft.com/office/drawing/2014/main" id="{E5EDAE20-B259-B384-010D-A34AB30EE6FA}"/>
                    </a:ext>
                  </a:extLst>
                </p:cNvPr>
                <p:cNvSpPr/>
                <p:nvPr/>
              </p:nvSpPr>
              <p:spPr>
                <a:xfrm>
                  <a:off x="5632963" y="4147359"/>
                  <a:ext cx="176256" cy="31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3" h="8242" fill="none" extrusionOk="0">
                      <a:moveTo>
                        <a:pt x="4652" y="0"/>
                      </a:moveTo>
                      <a:lnTo>
                        <a:pt x="0" y="8242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969" name="Google Shape;969;p31">
            <a:extLst>
              <a:ext uri="{FF2B5EF4-FFF2-40B4-BE49-F238E27FC236}">
                <a16:creationId xmlns:a16="http://schemas.microsoft.com/office/drawing/2014/main" id="{E0FB7110-E87C-4C69-1B2A-2C3B1DBFA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21985" y="2678423"/>
            <a:ext cx="3086746" cy="9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dirty="0"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改进建议</a:t>
            </a:r>
            <a:endParaRPr sz="4800" dirty="0">
              <a:latin typeface="ID初心少女体简" panose="02010509060101010101" pitchFamily="49" charset="-122"/>
              <a:ea typeface="ID初心少女体简" panose="02010509060101010101" pitchFamily="49" charset="-122"/>
            </a:endParaRPr>
          </a:p>
        </p:txBody>
      </p:sp>
      <p:sp>
        <p:nvSpPr>
          <p:cNvPr id="970" name="Google Shape;970;p31">
            <a:extLst>
              <a:ext uri="{FF2B5EF4-FFF2-40B4-BE49-F238E27FC236}">
                <a16:creationId xmlns:a16="http://schemas.microsoft.com/office/drawing/2014/main" id="{3DB72963-EDC1-7A48-908F-64789A3C45D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91063" y="1333488"/>
            <a:ext cx="27969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971" name="Google Shape;971;p31">
            <a:extLst>
              <a:ext uri="{FF2B5EF4-FFF2-40B4-BE49-F238E27FC236}">
                <a16:creationId xmlns:a16="http://schemas.microsoft.com/office/drawing/2014/main" id="{2F61F0EA-5FB6-7EA3-4A27-3CA55435C91A}"/>
              </a:ext>
            </a:extLst>
          </p:cNvPr>
          <p:cNvGrpSpPr/>
          <p:nvPr/>
        </p:nvGrpSpPr>
        <p:grpSpPr>
          <a:xfrm>
            <a:off x="1153627" y="880589"/>
            <a:ext cx="2890816" cy="3382302"/>
            <a:chOff x="1216125" y="955275"/>
            <a:chExt cx="2763158" cy="3232940"/>
          </a:xfrm>
        </p:grpSpPr>
        <p:sp>
          <p:nvSpPr>
            <p:cNvPr id="972" name="Google Shape;972;p31">
              <a:extLst>
                <a:ext uri="{FF2B5EF4-FFF2-40B4-BE49-F238E27FC236}">
                  <a16:creationId xmlns:a16="http://schemas.microsoft.com/office/drawing/2014/main" id="{D0B6B6BD-B0A1-B53C-EFD4-0DE111C75065}"/>
                </a:ext>
              </a:extLst>
            </p:cNvPr>
            <p:cNvSpPr/>
            <p:nvPr/>
          </p:nvSpPr>
          <p:spPr>
            <a:xfrm>
              <a:off x="1216125" y="955275"/>
              <a:ext cx="2730457" cy="3232940"/>
            </a:xfrm>
            <a:custGeom>
              <a:avLst/>
              <a:gdLst/>
              <a:ahLst/>
              <a:cxnLst/>
              <a:rect l="l" t="t" r="r" b="b"/>
              <a:pathLst>
                <a:path w="49264" h="58330" extrusionOk="0">
                  <a:moveTo>
                    <a:pt x="28737" y="0"/>
                  </a:moveTo>
                  <a:cubicBezTo>
                    <a:pt x="26218" y="0"/>
                    <a:pt x="23877" y="1474"/>
                    <a:pt x="22827" y="3845"/>
                  </a:cubicBezTo>
                  <a:lnTo>
                    <a:pt x="10180" y="3845"/>
                  </a:lnTo>
                  <a:cubicBezTo>
                    <a:pt x="9926" y="2957"/>
                    <a:pt x="9120" y="2341"/>
                    <a:pt x="8195" y="2341"/>
                  </a:cubicBezTo>
                  <a:cubicBezTo>
                    <a:pt x="8188" y="2341"/>
                    <a:pt x="8181" y="2341"/>
                    <a:pt x="8173" y="2341"/>
                  </a:cubicBezTo>
                  <a:cubicBezTo>
                    <a:pt x="7239" y="2341"/>
                    <a:pt x="6423" y="2970"/>
                    <a:pt x="6177" y="3865"/>
                  </a:cubicBezTo>
                  <a:cubicBezTo>
                    <a:pt x="5016" y="4022"/>
                    <a:pt x="4161" y="5006"/>
                    <a:pt x="4151" y="6176"/>
                  </a:cubicBezTo>
                  <a:lnTo>
                    <a:pt x="4151" y="11831"/>
                  </a:lnTo>
                  <a:cubicBezTo>
                    <a:pt x="2046" y="14536"/>
                    <a:pt x="955" y="18116"/>
                    <a:pt x="1102" y="21823"/>
                  </a:cubicBezTo>
                  <a:cubicBezTo>
                    <a:pt x="296" y="22885"/>
                    <a:pt x="1" y="24233"/>
                    <a:pt x="335" y="25413"/>
                  </a:cubicBezTo>
                  <a:cubicBezTo>
                    <a:pt x="483" y="25924"/>
                    <a:pt x="758" y="26406"/>
                    <a:pt x="1132" y="26800"/>
                  </a:cubicBezTo>
                  <a:cubicBezTo>
                    <a:pt x="1112" y="28059"/>
                    <a:pt x="1535" y="29249"/>
                    <a:pt x="2322" y="30104"/>
                  </a:cubicBezTo>
                  <a:cubicBezTo>
                    <a:pt x="2961" y="30802"/>
                    <a:pt x="3836" y="31255"/>
                    <a:pt x="4780" y="31383"/>
                  </a:cubicBezTo>
                  <a:cubicBezTo>
                    <a:pt x="5961" y="32927"/>
                    <a:pt x="7318" y="34343"/>
                    <a:pt x="8813" y="35592"/>
                  </a:cubicBezTo>
                  <a:lnTo>
                    <a:pt x="2863" y="37156"/>
                  </a:lnTo>
                  <a:cubicBezTo>
                    <a:pt x="2223" y="37333"/>
                    <a:pt x="1761" y="37893"/>
                    <a:pt x="1722" y="38562"/>
                  </a:cubicBezTo>
                  <a:lnTo>
                    <a:pt x="1633" y="40214"/>
                  </a:lnTo>
                  <a:lnTo>
                    <a:pt x="1633" y="40303"/>
                  </a:lnTo>
                  <a:lnTo>
                    <a:pt x="610" y="55861"/>
                  </a:lnTo>
                  <a:cubicBezTo>
                    <a:pt x="551" y="56727"/>
                    <a:pt x="1220" y="57474"/>
                    <a:pt x="2086" y="57514"/>
                  </a:cubicBezTo>
                  <a:lnTo>
                    <a:pt x="10603" y="57848"/>
                  </a:lnTo>
                  <a:cubicBezTo>
                    <a:pt x="10652" y="57858"/>
                    <a:pt x="10711" y="57858"/>
                    <a:pt x="10770" y="57858"/>
                  </a:cubicBezTo>
                  <a:lnTo>
                    <a:pt x="12137" y="57907"/>
                  </a:lnTo>
                  <a:lnTo>
                    <a:pt x="22926" y="58330"/>
                  </a:lnTo>
                  <a:lnTo>
                    <a:pt x="22985" y="58330"/>
                  </a:lnTo>
                  <a:cubicBezTo>
                    <a:pt x="23122" y="58330"/>
                    <a:pt x="23250" y="58320"/>
                    <a:pt x="23378" y="58281"/>
                  </a:cubicBezTo>
                  <a:lnTo>
                    <a:pt x="23889" y="58300"/>
                  </a:lnTo>
                  <a:lnTo>
                    <a:pt x="23939" y="58300"/>
                  </a:lnTo>
                  <a:cubicBezTo>
                    <a:pt x="24755" y="58300"/>
                    <a:pt x="25433" y="57661"/>
                    <a:pt x="25483" y="56845"/>
                  </a:cubicBezTo>
                  <a:lnTo>
                    <a:pt x="25581" y="55065"/>
                  </a:lnTo>
                  <a:cubicBezTo>
                    <a:pt x="25649" y="55074"/>
                    <a:pt x="25716" y="55078"/>
                    <a:pt x="25783" y="55078"/>
                  </a:cubicBezTo>
                  <a:cubicBezTo>
                    <a:pt x="26088" y="55078"/>
                    <a:pt x="26385" y="54988"/>
                    <a:pt x="26643" y="54819"/>
                  </a:cubicBezTo>
                  <a:lnTo>
                    <a:pt x="27076" y="54524"/>
                  </a:lnTo>
                  <a:cubicBezTo>
                    <a:pt x="27784" y="54052"/>
                    <a:pt x="27971" y="53088"/>
                    <a:pt x="27499" y="52380"/>
                  </a:cubicBezTo>
                  <a:lnTo>
                    <a:pt x="25876" y="49970"/>
                  </a:lnTo>
                  <a:lnTo>
                    <a:pt x="25896" y="49538"/>
                  </a:lnTo>
                  <a:lnTo>
                    <a:pt x="26132" y="49164"/>
                  </a:lnTo>
                  <a:lnTo>
                    <a:pt x="31285" y="56796"/>
                  </a:lnTo>
                  <a:cubicBezTo>
                    <a:pt x="31511" y="57130"/>
                    <a:pt x="31865" y="57366"/>
                    <a:pt x="32269" y="57445"/>
                  </a:cubicBezTo>
                  <a:cubicBezTo>
                    <a:pt x="32367" y="57464"/>
                    <a:pt x="32465" y="57474"/>
                    <a:pt x="32564" y="57474"/>
                  </a:cubicBezTo>
                  <a:cubicBezTo>
                    <a:pt x="32869" y="57474"/>
                    <a:pt x="33173" y="57376"/>
                    <a:pt x="33419" y="57209"/>
                  </a:cubicBezTo>
                  <a:lnTo>
                    <a:pt x="33852" y="56914"/>
                  </a:lnTo>
                  <a:cubicBezTo>
                    <a:pt x="34088" y="56766"/>
                    <a:pt x="34265" y="56550"/>
                    <a:pt x="34393" y="56304"/>
                  </a:cubicBezTo>
                  <a:cubicBezTo>
                    <a:pt x="35622" y="56756"/>
                    <a:pt x="36930" y="56992"/>
                    <a:pt x="38248" y="57022"/>
                  </a:cubicBezTo>
                  <a:lnTo>
                    <a:pt x="38484" y="57022"/>
                  </a:lnTo>
                  <a:cubicBezTo>
                    <a:pt x="41651" y="57022"/>
                    <a:pt x="43874" y="55743"/>
                    <a:pt x="43962" y="55694"/>
                  </a:cubicBezTo>
                  <a:cubicBezTo>
                    <a:pt x="44523" y="55370"/>
                    <a:pt x="44818" y="54730"/>
                    <a:pt x="44710" y="54091"/>
                  </a:cubicBezTo>
                  <a:lnTo>
                    <a:pt x="44631" y="53629"/>
                  </a:lnTo>
                  <a:cubicBezTo>
                    <a:pt x="44670" y="53304"/>
                    <a:pt x="44611" y="52970"/>
                    <a:pt x="44464" y="52685"/>
                  </a:cubicBezTo>
                  <a:lnTo>
                    <a:pt x="42123" y="39162"/>
                  </a:lnTo>
                  <a:cubicBezTo>
                    <a:pt x="43539" y="37608"/>
                    <a:pt x="44110" y="35474"/>
                    <a:pt x="43667" y="33418"/>
                  </a:cubicBezTo>
                  <a:cubicBezTo>
                    <a:pt x="48113" y="27586"/>
                    <a:pt x="49263" y="20171"/>
                    <a:pt x="46627" y="13867"/>
                  </a:cubicBezTo>
                  <a:cubicBezTo>
                    <a:pt x="46608" y="13828"/>
                    <a:pt x="46598" y="13798"/>
                    <a:pt x="46578" y="13759"/>
                  </a:cubicBezTo>
                  <a:cubicBezTo>
                    <a:pt x="44434" y="9618"/>
                    <a:pt x="39871" y="6638"/>
                    <a:pt x="35199" y="6255"/>
                  </a:cubicBezTo>
                  <a:cubicBezTo>
                    <a:pt x="35101" y="3245"/>
                    <a:pt x="32928" y="698"/>
                    <a:pt x="29967" y="118"/>
                  </a:cubicBezTo>
                  <a:cubicBezTo>
                    <a:pt x="29556" y="39"/>
                    <a:pt x="29144" y="0"/>
                    <a:pt x="287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1">
              <a:extLst>
                <a:ext uri="{FF2B5EF4-FFF2-40B4-BE49-F238E27FC236}">
                  <a16:creationId xmlns:a16="http://schemas.microsoft.com/office/drawing/2014/main" id="{22AB6132-EBB9-1F80-940C-8E57C472BF0D}"/>
                </a:ext>
              </a:extLst>
            </p:cNvPr>
            <p:cNvSpPr/>
            <p:nvPr/>
          </p:nvSpPr>
          <p:spPr>
            <a:xfrm>
              <a:off x="1290838" y="1388755"/>
              <a:ext cx="2688445" cy="1812453"/>
            </a:xfrm>
            <a:custGeom>
              <a:avLst/>
              <a:gdLst/>
              <a:ahLst/>
              <a:cxnLst/>
              <a:rect l="l" t="t" r="r" b="b"/>
              <a:pathLst>
                <a:path w="48506" h="32701" extrusionOk="0">
                  <a:moveTo>
                    <a:pt x="32942" y="0"/>
                  </a:moveTo>
                  <a:cubicBezTo>
                    <a:pt x="32740" y="0"/>
                    <a:pt x="32538" y="6"/>
                    <a:pt x="32337" y="17"/>
                  </a:cubicBezTo>
                  <a:cubicBezTo>
                    <a:pt x="28093" y="383"/>
                    <a:pt x="24441" y="3877"/>
                    <a:pt x="20243" y="3877"/>
                  </a:cubicBezTo>
                  <a:cubicBezTo>
                    <a:pt x="20043" y="3877"/>
                    <a:pt x="19842" y="3869"/>
                    <a:pt x="19640" y="3853"/>
                  </a:cubicBezTo>
                  <a:cubicBezTo>
                    <a:pt x="16614" y="3314"/>
                    <a:pt x="13458" y="1573"/>
                    <a:pt x="10391" y="1573"/>
                  </a:cubicBezTo>
                  <a:cubicBezTo>
                    <a:pt x="8983" y="1573"/>
                    <a:pt x="7594" y="1940"/>
                    <a:pt x="6245" y="2958"/>
                  </a:cubicBezTo>
                  <a:cubicBezTo>
                    <a:pt x="984" y="6852"/>
                    <a:pt x="0" y="15202"/>
                    <a:pt x="3324" y="20552"/>
                  </a:cubicBezTo>
                  <a:cubicBezTo>
                    <a:pt x="7781" y="27983"/>
                    <a:pt x="16367" y="32700"/>
                    <a:pt x="24944" y="32700"/>
                  </a:cubicBezTo>
                  <a:cubicBezTo>
                    <a:pt x="26379" y="32700"/>
                    <a:pt x="27814" y="32568"/>
                    <a:pt x="29229" y="32295"/>
                  </a:cubicBezTo>
                  <a:cubicBezTo>
                    <a:pt x="40451" y="30161"/>
                    <a:pt x="48505" y="17592"/>
                    <a:pt x="43962" y="6705"/>
                  </a:cubicBezTo>
                  <a:cubicBezTo>
                    <a:pt x="41929" y="2772"/>
                    <a:pt x="37403" y="0"/>
                    <a:pt x="329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1">
              <a:extLst>
                <a:ext uri="{FF2B5EF4-FFF2-40B4-BE49-F238E27FC236}">
                  <a16:creationId xmlns:a16="http://schemas.microsoft.com/office/drawing/2014/main" id="{9A77CCDD-5988-BFBA-3729-7C759C93158A}"/>
                </a:ext>
              </a:extLst>
            </p:cNvPr>
            <p:cNvSpPr/>
            <p:nvPr/>
          </p:nvSpPr>
          <p:spPr>
            <a:xfrm>
              <a:off x="2541290" y="1044620"/>
              <a:ext cx="545659" cy="545715"/>
            </a:xfrm>
            <a:custGeom>
              <a:avLst/>
              <a:gdLst/>
              <a:ahLst/>
              <a:cxnLst/>
              <a:rect l="l" t="t" r="r" b="b"/>
              <a:pathLst>
                <a:path w="9845" h="9846" extrusionOk="0">
                  <a:moveTo>
                    <a:pt x="4927" y="1"/>
                  </a:moveTo>
                  <a:cubicBezTo>
                    <a:pt x="2203" y="1"/>
                    <a:pt x="0" y="2204"/>
                    <a:pt x="0" y="4918"/>
                  </a:cubicBezTo>
                  <a:cubicBezTo>
                    <a:pt x="0" y="7643"/>
                    <a:pt x="2203" y="9845"/>
                    <a:pt x="4927" y="9845"/>
                  </a:cubicBezTo>
                  <a:cubicBezTo>
                    <a:pt x="7642" y="9845"/>
                    <a:pt x="9845" y="7643"/>
                    <a:pt x="9845" y="4918"/>
                  </a:cubicBezTo>
                  <a:cubicBezTo>
                    <a:pt x="9845" y="2204"/>
                    <a:pt x="7642" y="1"/>
                    <a:pt x="49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1">
              <a:extLst>
                <a:ext uri="{FF2B5EF4-FFF2-40B4-BE49-F238E27FC236}">
                  <a16:creationId xmlns:a16="http://schemas.microsoft.com/office/drawing/2014/main" id="{2291EC45-1EBA-0B40-A083-632A6353DDFB}"/>
                </a:ext>
              </a:extLst>
            </p:cNvPr>
            <p:cNvSpPr/>
            <p:nvPr/>
          </p:nvSpPr>
          <p:spPr>
            <a:xfrm>
              <a:off x="3018779" y="2614483"/>
              <a:ext cx="545659" cy="545715"/>
            </a:xfrm>
            <a:custGeom>
              <a:avLst/>
              <a:gdLst/>
              <a:ahLst/>
              <a:cxnLst/>
              <a:rect l="l" t="t" r="r" b="b"/>
              <a:pathLst>
                <a:path w="9845" h="9846" extrusionOk="0">
                  <a:moveTo>
                    <a:pt x="4928" y="1"/>
                  </a:moveTo>
                  <a:cubicBezTo>
                    <a:pt x="2203" y="1"/>
                    <a:pt x="0" y="2204"/>
                    <a:pt x="0" y="4928"/>
                  </a:cubicBezTo>
                  <a:cubicBezTo>
                    <a:pt x="0" y="7643"/>
                    <a:pt x="2203" y="9846"/>
                    <a:pt x="4928" y="9846"/>
                  </a:cubicBezTo>
                  <a:cubicBezTo>
                    <a:pt x="7642" y="9846"/>
                    <a:pt x="9845" y="7643"/>
                    <a:pt x="9845" y="4928"/>
                  </a:cubicBezTo>
                  <a:cubicBezTo>
                    <a:pt x="9845" y="2204"/>
                    <a:pt x="7642" y="1"/>
                    <a:pt x="49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1">
              <a:extLst>
                <a:ext uri="{FF2B5EF4-FFF2-40B4-BE49-F238E27FC236}">
                  <a16:creationId xmlns:a16="http://schemas.microsoft.com/office/drawing/2014/main" id="{111624EC-1A20-A118-01AD-DB4D3882339A}"/>
                </a:ext>
              </a:extLst>
            </p:cNvPr>
            <p:cNvSpPr/>
            <p:nvPr/>
          </p:nvSpPr>
          <p:spPr>
            <a:xfrm>
              <a:off x="1785232" y="2424264"/>
              <a:ext cx="1100020" cy="1484891"/>
            </a:xfrm>
            <a:custGeom>
              <a:avLst/>
              <a:gdLst/>
              <a:ahLst/>
              <a:cxnLst/>
              <a:rect l="l" t="t" r="r" b="b"/>
              <a:pathLst>
                <a:path w="19847" h="26791" fill="none" extrusionOk="0">
                  <a:moveTo>
                    <a:pt x="19847" y="1"/>
                  </a:moveTo>
                  <a:lnTo>
                    <a:pt x="0" y="26790"/>
                  </a:lnTo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1">
              <a:extLst>
                <a:ext uri="{FF2B5EF4-FFF2-40B4-BE49-F238E27FC236}">
                  <a16:creationId xmlns:a16="http://schemas.microsoft.com/office/drawing/2014/main" id="{0729BFE7-837C-D503-46F2-C25B1A2AF574}"/>
                </a:ext>
              </a:extLst>
            </p:cNvPr>
            <p:cNvSpPr/>
            <p:nvPr/>
          </p:nvSpPr>
          <p:spPr>
            <a:xfrm>
              <a:off x="2599043" y="1173816"/>
              <a:ext cx="820955" cy="1185097"/>
            </a:xfrm>
            <a:custGeom>
              <a:avLst/>
              <a:gdLst/>
              <a:ahLst/>
              <a:cxnLst/>
              <a:rect l="l" t="t" r="r" b="b"/>
              <a:pathLst>
                <a:path w="14812" h="21382" extrusionOk="0">
                  <a:moveTo>
                    <a:pt x="2371" y="1"/>
                  </a:moveTo>
                  <a:cubicBezTo>
                    <a:pt x="2105" y="1"/>
                    <a:pt x="1840" y="178"/>
                    <a:pt x="1840" y="532"/>
                  </a:cubicBezTo>
                  <a:lnTo>
                    <a:pt x="1840" y="13248"/>
                  </a:lnTo>
                  <a:lnTo>
                    <a:pt x="20" y="13120"/>
                  </a:lnTo>
                  <a:lnTo>
                    <a:pt x="1" y="14418"/>
                  </a:lnTo>
                  <a:lnTo>
                    <a:pt x="1840" y="14891"/>
                  </a:lnTo>
                  <a:lnTo>
                    <a:pt x="1840" y="21381"/>
                  </a:lnTo>
                  <a:lnTo>
                    <a:pt x="2902" y="21381"/>
                  </a:lnTo>
                  <a:lnTo>
                    <a:pt x="2902" y="15156"/>
                  </a:lnTo>
                  <a:lnTo>
                    <a:pt x="12363" y="17556"/>
                  </a:lnTo>
                  <a:lnTo>
                    <a:pt x="14812" y="17556"/>
                  </a:lnTo>
                  <a:lnTo>
                    <a:pt x="14812" y="16326"/>
                  </a:lnTo>
                  <a:lnTo>
                    <a:pt x="2902" y="13494"/>
                  </a:lnTo>
                  <a:lnTo>
                    <a:pt x="2902" y="532"/>
                  </a:lnTo>
                  <a:cubicBezTo>
                    <a:pt x="2902" y="178"/>
                    <a:pt x="2636" y="1"/>
                    <a:pt x="2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1">
              <a:extLst>
                <a:ext uri="{FF2B5EF4-FFF2-40B4-BE49-F238E27FC236}">
                  <a16:creationId xmlns:a16="http://schemas.microsoft.com/office/drawing/2014/main" id="{80BF76B0-9E04-CD60-17D7-2D7E3E1286EC}"/>
                </a:ext>
              </a:extLst>
            </p:cNvPr>
            <p:cNvSpPr/>
            <p:nvPr/>
          </p:nvSpPr>
          <p:spPr>
            <a:xfrm>
              <a:off x="1483774" y="1173816"/>
              <a:ext cx="713043" cy="1185097"/>
            </a:xfrm>
            <a:custGeom>
              <a:avLst/>
              <a:gdLst/>
              <a:ahLst/>
              <a:cxnLst/>
              <a:rect l="l" t="t" r="r" b="b"/>
              <a:pathLst>
                <a:path w="12865" h="21382" extrusionOk="0">
                  <a:moveTo>
                    <a:pt x="3462" y="1"/>
                  </a:moveTo>
                  <a:cubicBezTo>
                    <a:pt x="3197" y="1"/>
                    <a:pt x="2931" y="178"/>
                    <a:pt x="2931" y="532"/>
                  </a:cubicBezTo>
                  <a:lnTo>
                    <a:pt x="2931" y="13248"/>
                  </a:lnTo>
                  <a:lnTo>
                    <a:pt x="1604" y="12933"/>
                  </a:lnTo>
                  <a:lnTo>
                    <a:pt x="1" y="12815"/>
                  </a:lnTo>
                  <a:lnTo>
                    <a:pt x="1" y="14064"/>
                  </a:lnTo>
                  <a:lnTo>
                    <a:pt x="2931" y="14851"/>
                  </a:lnTo>
                  <a:lnTo>
                    <a:pt x="2931" y="21381"/>
                  </a:lnTo>
                  <a:lnTo>
                    <a:pt x="3994" y="21381"/>
                  </a:lnTo>
                  <a:lnTo>
                    <a:pt x="3994" y="15146"/>
                  </a:lnTo>
                  <a:lnTo>
                    <a:pt x="10789" y="16985"/>
                  </a:lnTo>
                  <a:lnTo>
                    <a:pt x="12864" y="16680"/>
                  </a:lnTo>
                  <a:lnTo>
                    <a:pt x="12864" y="15618"/>
                  </a:lnTo>
                  <a:lnTo>
                    <a:pt x="3994" y="13504"/>
                  </a:lnTo>
                  <a:lnTo>
                    <a:pt x="3994" y="532"/>
                  </a:lnTo>
                  <a:cubicBezTo>
                    <a:pt x="3994" y="178"/>
                    <a:pt x="3728" y="1"/>
                    <a:pt x="3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1">
              <a:extLst>
                <a:ext uri="{FF2B5EF4-FFF2-40B4-BE49-F238E27FC236}">
                  <a16:creationId xmlns:a16="http://schemas.microsoft.com/office/drawing/2014/main" id="{5C16D00C-39F0-B16B-0A35-A482EAC43007}"/>
                </a:ext>
              </a:extLst>
            </p:cNvPr>
            <p:cNvSpPr/>
            <p:nvPr/>
          </p:nvSpPr>
          <p:spPr>
            <a:xfrm>
              <a:off x="1538313" y="1257786"/>
              <a:ext cx="80699" cy="538066"/>
            </a:xfrm>
            <a:custGeom>
              <a:avLst/>
              <a:gdLst/>
              <a:ahLst/>
              <a:cxnLst/>
              <a:rect l="l" t="t" r="r" b="b"/>
              <a:pathLst>
                <a:path w="1456" h="9708" extrusionOk="0">
                  <a:moveTo>
                    <a:pt x="777" y="0"/>
                  </a:moveTo>
                  <a:cubicBezTo>
                    <a:pt x="344" y="0"/>
                    <a:pt x="0" y="345"/>
                    <a:pt x="0" y="777"/>
                  </a:cubicBezTo>
                  <a:lnTo>
                    <a:pt x="0" y="8930"/>
                  </a:lnTo>
                  <a:cubicBezTo>
                    <a:pt x="0" y="9363"/>
                    <a:pt x="344" y="9707"/>
                    <a:pt x="777" y="9707"/>
                  </a:cubicBezTo>
                  <a:lnTo>
                    <a:pt x="1456" y="9707"/>
                  </a:lnTo>
                  <a:lnTo>
                    <a:pt x="14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1">
              <a:extLst>
                <a:ext uri="{FF2B5EF4-FFF2-40B4-BE49-F238E27FC236}">
                  <a16:creationId xmlns:a16="http://schemas.microsoft.com/office/drawing/2014/main" id="{01213A9A-6713-9613-A206-0082AA15C6AE}"/>
                </a:ext>
              </a:extLst>
            </p:cNvPr>
            <p:cNvSpPr/>
            <p:nvPr/>
          </p:nvSpPr>
          <p:spPr>
            <a:xfrm>
              <a:off x="1483774" y="1876996"/>
              <a:ext cx="714650" cy="175586"/>
            </a:xfrm>
            <a:custGeom>
              <a:avLst/>
              <a:gdLst/>
              <a:ahLst/>
              <a:cxnLst/>
              <a:rect l="l" t="t" r="r" b="b"/>
              <a:pathLst>
                <a:path w="12894" h="3168" extrusionOk="0">
                  <a:moveTo>
                    <a:pt x="1427" y="1"/>
                  </a:moveTo>
                  <a:lnTo>
                    <a:pt x="1" y="138"/>
                  </a:lnTo>
                  <a:lnTo>
                    <a:pt x="11025" y="3167"/>
                  </a:lnTo>
                  <a:lnTo>
                    <a:pt x="12894" y="295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1">
              <a:extLst>
                <a:ext uri="{FF2B5EF4-FFF2-40B4-BE49-F238E27FC236}">
                  <a16:creationId xmlns:a16="http://schemas.microsoft.com/office/drawing/2014/main" id="{11DEF8F6-9A4C-440E-D654-0C6FAFCE3BF2}"/>
                </a:ext>
              </a:extLst>
            </p:cNvPr>
            <p:cNvSpPr/>
            <p:nvPr/>
          </p:nvSpPr>
          <p:spPr>
            <a:xfrm>
              <a:off x="1618956" y="2356700"/>
              <a:ext cx="1726378" cy="1725768"/>
            </a:xfrm>
            <a:custGeom>
              <a:avLst/>
              <a:gdLst/>
              <a:ahLst/>
              <a:cxnLst/>
              <a:rect l="l" t="t" r="r" b="b"/>
              <a:pathLst>
                <a:path w="31148" h="31137" extrusionOk="0">
                  <a:moveTo>
                    <a:pt x="29210" y="3796"/>
                  </a:moveTo>
                  <a:lnTo>
                    <a:pt x="18913" y="20152"/>
                  </a:lnTo>
                  <a:lnTo>
                    <a:pt x="8055" y="4052"/>
                  </a:lnTo>
                  <a:lnTo>
                    <a:pt x="29210" y="3796"/>
                  </a:lnTo>
                  <a:close/>
                  <a:moveTo>
                    <a:pt x="1328" y="1711"/>
                  </a:moveTo>
                  <a:lnTo>
                    <a:pt x="6934" y="4052"/>
                  </a:lnTo>
                  <a:lnTo>
                    <a:pt x="7436" y="4052"/>
                  </a:lnTo>
                  <a:lnTo>
                    <a:pt x="18608" y="20643"/>
                  </a:lnTo>
                  <a:lnTo>
                    <a:pt x="16415" y="24105"/>
                  </a:lnTo>
                  <a:lnTo>
                    <a:pt x="1328" y="1711"/>
                  </a:lnTo>
                  <a:close/>
                  <a:moveTo>
                    <a:pt x="1" y="0"/>
                  </a:moveTo>
                  <a:lnTo>
                    <a:pt x="1" y="1161"/>
                  </a:lnTo>
                  <a:lnTo>
                    <a:pt x="443" y="1348"/>
                  </a:lnTo>
                  <a:lnTo>
                    <a:pt x="16110" y="24587"/>
                  </a:lnTo>
                  <a:lnTo>
                    <a:pt x="12156" y="30862"/>
                  </a:lnTo>
                  <a:lnTo>
                    <a:pt x="12599" y="31137"/>
                  </a:lnTo>
                  <a:lnTo>
                    <a:pt x="16435" y="25059"/>
                  </a:lnTo>
                  <a:lnTo>
                    <a:pt x="18618" y="28295"/>
                  </a:lnTo>
                  <a:lnTo>
                    <a:pt x="19051" y="28009"/>
                  </a:lnTo>
                  <a:lnTo>
                    <a:pt x="16739" y="24577"/>
                  </a:lnTo>
                  <a:lnTo>
                    <a:pt x="18923" y="21105"/>
                  </a:lnTo>
                  <a:lnTo>
                    <a:pt x="25394" y="30704"/>
                  </a:lnTo>
                  <a:lnTo>
                    <a:pt x="25827" y="30419"/>
                  </a:lnTo>
                  <a:lnTo>
                    <a:pt x="19228" y="20624"/>
                  </a:lnTo>
                  <a:lnTo>
                    <a:pt x="29830" y="3787"/>
                  </a:lnTo>
                  <a:lnTo>
                    <a:pt x="31147" y="3767"/>
                  </a:lnTo>
                  <a:lnTo>
                    <a:pt x="31059" y="26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1">
              <a:extLst>
                <a:ext uri="{FF2B5EF4-FFF2-40B4-BE49-F238E27FC236}">
                  <a16:creationId xmlns:a16="http://schemas.microsoft.com/office/drawing/2014/main" id="{4673FCB2-2044-E375-B09B-4E3AFB533936}"/>
                </a:ext>
              </a:extLst>
            </p:cNvPr>
            <p:cNvSpPr/>
            <p:nvPr/>
          </p:nvSpPr>
          <p:spPr>
            <a:xfrm>
              <a:off x="1618956" y="2346890"/>
              <a:ext cx="1721445" cy="161952"/>
            </a:xfrm>
            <a:custGeom>
              <a:avLst/>
              <a:gdLst/>
              <a:ahLst/>
              <a:cxnLst/>
              <a:rect l="l" t="t" r="r" b="b"/>
              <a:pathLst>
                <a:path w="31059" h="2922" extrusionOk="0">
                  <a:moveTo>
                    <a:pt x="20988" y="0"/>
                  </a:moveTo>
                  <a:lnTo>
                    <a:pt x="1" y="177"/>
                  </a:lnTo>
                  <a:lnTo>
                    <a:pt x="6924" y="2921"/>
                  </a:lnTo>
                  <a:lnTo>
                    <a:pt x="31059" y="2833"/>
                  </a:lnTo>
                  <a:lnTo>
                    <a:pt x="20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1">
              <a:extLst>
                <a:ext uri="{FF2B5EF4-FFF2-40B4-BE49-F238E27FC236}">
                  <a16:creationId xmlns:a16="http://schemas.microsoft.com/office/drawing/2014/main" id="{93126C61-76B7-9BA1-CEB4-487AAE4A3FC7}"/>
                </a:ext>
              </a:extLst>
            </p:cNvPr>
            <p:cNvSpPr/>
            <p:nvPr/>
          </p:nvSpPr>
          <p:spPr>
            <a:xfrm>
              <a:off x="2600151" y="1892237"/>
              <a:ext cx="820955" cy="188112"/>
            </a:xfrm>
            <a:custGeom>
              <a:avLst/>
              <a:gdLst/>
              <a:ahLst/>
              <a:cxnLst/>
              <a:rect l="l" t="t" r="r" b="b"/>
              <a:pathLst>
                <a:path w="14812" h="3394" extrusionOk="0">
                  <a:moveTo>
                    <a:pt x="1633" y="1"/>
                  </a:moveTo>
                  <a:lnTo>
                    <a:pt x="0" y="158"/>
                  </a:lnTo>
                  <a:lnTo>
                    <a:pt x="12717" y="3374"/>
                  </a:lnTo>
                  <a:lnTo>
                    <a:pt x="14811" y="3394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1">
              <a:extLst>
                <a:ext uri="{FF2B5EF4-FFF2-40B4-BE49-F238E27FC236}">
                  <a16:creationId xmlns:a16="http://schemas.microsoft.com/office/drawing/2014/main" id="{7FBABF0F-382C-92CF-8BDE-CFEAAF3DA4CE}"/>
                </a:ext>
              </a:extLst>
            </p:cNvPr>
            <p:cNvSpPr/>
            <p:nvPr/>
          </p:nvSpPr>
          <p:spPr>
            <a:xfrm>
              <a:off x="1568242" y="1257786"/>
              <a:ext cx="1289795" cy="538066"/>
            </a:xfrm>
            <a:custGeom>
              <a:avLst/>
              <a:gdLst/>
              <a:ahLst/>
              <a:cxnLst/>
              <a:rect l="l" t="t" r="r" b="b"/>
              <a:pathLst>
                <a:path w="23271" h="9708" extrusionOk="0">
                  <a:moveTo>
                    <a:pt x="1073" y="0"/>
                  </a:moveTo>
                  <a:cubicBezTo>
                    <a:pt x="965" y="0"/>
                    <a:pt x="866" y="30"/>
                    <a:pt x="778" y="79"/>
                  </a:cubicBezTo>
                  <a:cubicBezTo>
                    <a:pt x="296" y="354"/>
                    <a:pt x="1" y="876"/>
                    <a:pt x="1" y="1426"/>
                  </a:cubicBezTo>
                  <a:lnTo>
                    <a:pt x="30" y="8684"/>
                  </a:lnTo>
                  <a:cubicBezTo>
                    <a:pt x="30" y="8852"/>
                    <a:pt x="99" y="9009"/>
                    <a:pt x="227" y="9117"/>
                  </a:cubicBezTo>
                  <a:lnTo>
                    <a:pt x="719" y="9560"/>
                  </a:lnTo>
                  <a:cubicBezTo>
                    <a:pt x="827" y="9658"/>
                    <a:pt x="965" y="9707"/>
                    <a:pt x="1112" y="9707"/>
                  </a:cubicBezTo>
                  <a:lnTo>
                    <a:pt x="22680" y="9707"/>
                  </a:lnTo>
                  <a:cubicBezTo>
                    <a:pt x="23014" y="9707"/>
                    <a:pt x="23270" y="9442"/>
                    <a:pt x="23270" y="9117"/>
                  </a:cubicBezTo>
                  <a:lnTo>
                    <a:pt x="23270" y="590"/>
                  </a:lnTo>
                  <a:cubicBezTo>
                    <a:pt x="23270" y="266"/>
                    <a:pt x="23005" y="0"/>
                    <a:pt x="22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1">
              <a:extLst>
                <a:ext uri="{FF2B5EF4-FFF2-40B4-BE49-F238E27FC236}">
                  <a16:creationId xmlns:a16="http://schemas.microsoft.com/office/drawing/2014/main" id="{8D5AA495-87FF-4AF7-0B38-6F30FD757079}"/>
                </a:ext>
              </a:extLst>
            </p:cNvPr>
            <p:cNvSpPr/>
            <p:nvPr/>
          </p:nvSpPr>
          <p:spPr>
            <a:xfrm>
              <a:off x="3040007" y="2722451"/>
              <a:ext cx="575699" cy="1311078"/>
            </a:xfrm>
            <a:custGeom>
              <a:avLst/>
              <a:gdLst/>
              <a:ahLst/>
              <a:cxnLst/>
              <a:rect l="l" t="t" r="r" b="b"/>
              <a:pathLst>
                <a:path w="10387" h="23655" extrusionOk="0">
                  <a:moveTo>
                    <a:pt x="4171" y="0"/>
                  </a:moveTo>
                  <a:lnTo>
                    <a:pt x="1" y="22010"/>
                  </a:lnTo>
                  <a:cubicBezTo>
                    <a:pt x="1978" y="23220"/>
                    <a:pt x="3856" y="23623"/>
                    <a:pt x="5479" y="23653"/>
                  </a:cubicBezTo>
                  <a:cubicBezTo>
                    <a:pt x="5550" y="23654"/>
                    <a:pt x="5621" y="23655"/>
                    <a:pt x="5691" y="23655"/>
                  </a:cubicBezTo>
                  <a:cubicBezTo>
                    <a:pt x="8468" y="23655"/>
                    <a:pt x="10386" y="22541"/>
                    <a:pt x="10386" y="22541"/>
                  </a:cubicBezTo>
                  <a:lnTo>
                    <a:pt x="64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1">
              <a:extLst>
                <a:ext uri="{FF2B5EF4-FFF2-40B4-BE49-F238E27FC236}">
                  <a16:creationId xmlns:a16="http://schemas.microsoft.com/office/drawing/2014/main" id="{2F7EC298-C630-7E42-8FFB-5211449F680E}"/>
                </a:ext>
              </a:extLst>
            </p:cNvPr>
            <p:cNvSpPr/>
            <p:nvPr/>
          </p:nvSpPr>
          <p:spPr>
            <a:xfrm>
              <a:off x="3040007" y="2722451"/>
              <a:ext cx="303674" cy="1310968"/>
            </a:xfrm>
            <a:custGeom>
              <a:avLst/>
              <a:gdLst/>
              <a:ahLst/>
              <a:cxnLst/>
              <a:rect l="l" t="t" r="r" b="b"/>
              <a:pathLst>
                <a:path w="5479" h="23653" extrusionOk="0">
                  <a:moveTo>
                    <a:pt x="4171" y="0"/>
                  </a:moveTo>
                  <a:lnTo>
                    <a:pt x="1" y="22010"/>
                  </a:lnTo>
                  <a:cubicBezTo>
                    <a:pt x="1978" y="23210"/>
                    <a:pt x="3856" y="23623"/>
                    <a:pt x="5479" y="23653"/>
                  </a:cubicBezTo>
                  <a:lnTo>
                    <a:pt x="4967" y="69"/>
                  </a:lnTo>
                  <a:lnTo>
                    <a:pt x="4967" y="0"/>
                  </a:lnTo>
                  <a:close/>
                </a:path>
              </a:pathLst>
            </a:custGeom>
            <a:solidFill>
              <a:srgbClr val="000000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57E783F3-513B-C5FF-1CCA-FC4321A64B33}"/>
                </a:ext>
              </a:extLst>
            </p:cNvPr>
            <p:cNvSpPr/>
            <p:nvPr/>
          </p:nvSpPr>
          <p:spPr>
            <a:xfrm>
              <a:off x="3036238" y="3180318"/>
              <a:ext cx="181018" cy="351616"/>
            </a:xfrm>
            <a:custGeom>
              <a:avLst/>
              <a:gdLst/>
              <a:ahLst/>
              <a:cxnLst/>
              <a:rect l="l" t="t" r="r" b="b"/>
              <a:pathLst>
                <a:path w="3266" h="6344" fill="none" extrusionOk="0">
                  <a:moveTo>
                    <a:pt x="3265" y="0"/>
                  </a:moveTo>
                  <a:lnTo>
                    <a:pt x="2370" y="10"/>
                  </a:lnTo>
                  <a:cubicBezTo>
                    <a:pt x="1308" y="30"/>
                    <a:pt x="433" y="836"/>
                    <a:pt x="325" y="1889"/>
                  </a:cubicBezTo>
                  <a:lnTo>
                    <a:pt x="108" y="3993"/>
                  </a:lnTo>
                  <a:cubicBezTo>
                    <a:pt x="0" y="5154"/>
                    <a:pt x="856" y="6186"/>
                    <a:pt x="2026" y="6285"/>
                  </a:cubicBezTo>
                  <a:lnTo>
                    <a:pt x="2734" y="6344"/>
                  </a:ln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1">
              <a:extLst>
                <a:ext uri="{FF2B5EF4-FFF2-40B4-BE49-F238E27FC236}">
                  <a16:creationId xmlns:a16="http://schemas.microsoft.com/office/drawing/2014/main" id="{EE8E7D12-6E75-6301-5902-BEC2C7D59B49}"/>
                </a:ext>
              </a:extLst>
            </p:cNvPr>
            <p:cNvSpPr/>
            <p:nvPr/>
          </p:nvSpPr>
          <p:spPr>
            <a:xfrm>
              <a:off x="3047655" y="3895469"/>
              <a:ext cx="555525" cy="84024"/>
            </a:xfrm>
            <a:custGeom>
              <a:avLst/>
              <a:gdLst/>
              <a:ahLst/>
              <a:cxnLst/>
              <a:rect l="l" t="t" r="r" b="b"/>
              <a:pathLst>
                <a:path w="10023" h="1516" fill="none" extrusionOk="0">
                  <a:moveTo>
                    <a:pt x="1" y="1"/>
                  </a:moveTo>
                  <a:cubicBezTo>
                    <a:pt x="1" y="1"/>
                    <a:pt x="2440" y="1515"/>
                    <a:pt x="5282" y="1515"/>
                  </a:cubicBezTo>
                  <a:cubicBezTo>
                    <a:pt x="8075" y="1515"/>
                    <a:pt x="10022" y="443"/>
                    <a:pt x="10022" y="443"/>
                  </a:cubicBez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1">
              <a:extLst>
                <a:ext uri="{FF2B5EF4-FFF2-40B4-BE49-F238E27FC236}">
                  <a16:creationId xmlns:a16="http://schemas.microsoft.com/office/drawing/2014/main" id="{B6C4226C-8A4E-D7E1-7D1D-A80167148DFF}"/>
                </a:ext>
              </a:extLst>
            </p:cNvPr>
            <p:cNvSpPr/>
            <p:nvPr/>
          </p:nvSpPr>
          <p:spPr>
            <a:xfrm>
              <a:off x="3432030" y="3475180"/>
              <a:ext cx="95386" cy="226855"/>
            </a:xfrm>
            <a:custGeom>
              <a:avLst/>
              <a:gdLst/>
              <a:ahLst/>
              <a:cxnLst/>
              <a:rect l="l" t="t" r="r" b="b"/>
              <a:pathLst>
                <a:path w="1721" h="4093" extrusionOk="0">
                  <a:moveTo>
                    <a:pt x="694" y="0"/>
                  </a:moveTo>
                  <a:cubicBezTo>
                    <a:pt x="306" y="0"/>
                    <a:pt x="0" y="337"/>
                    <a:pt x="38" y="729"/>
                  </a:cubicBezTo>
                  <a:lnTo>
                    <a:pt x="304" y="3492"/>
                  </a:lnTo>
                  <a:cubicBezTo>
                    <a:pt x="334" y="3827"/>
                    <a:pt x="619" y="4092"/>
                    <a:pt x="963" y="4092"/>
                  </a:cubicBezTo>
                  <a:lnTo>
                    <a:pt x="1012" y="4092"/>
                  </a:lnTo>
                  <a:cubicBezTo>
                    <a:pt x="1406" y="4092"/>
                    <a:pt x="1720" y="3748"/>
                    <a:pt x="1671" y="3355"/>
                  </a:cubicBezTo>
                  <a:lnTo>
                    <a:pt x="1356" y="591"/>
                  </a:lnTo>
                  <a:cubicBezTo>
                    <a:pt x="1317" y="267"/>
                    <a:pt x="1051" y="21"/>
                    <a:pt x="727" y="1"/>
                  </a:cubicBezTo>
                  <a:cubicBezTo>
                    <a:pt x="716" y="0"/>
                    <a:pt x="705" y="0"/>
                    <a:pt x="694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1">
              <a:extLst>
                <a:ext uri="{FF2B5EF4-FFF2-40B4-BE49-F238E27FC236}">
                  <a16:creationId xmlns:a16="http://schemas.microsoft.com/office/drawing/2014/main" id="{3C1677A0-7EAC-B674-DE31-2D986CDAA68E}"/>
                </a:ext>
              </a:extLst>
            </p:cNvPr>
            <p:cNvSpPr/>
            <p:nvPr/>
          </p:nvSpPr>
          <p:spPr>
            <a:xfrm>
              <a:off x="3421056" y="3305413"/>
              <a:ext cx="72995" cy="125759"/>
            </a:xfrm>
            <a:custGeom>
              <a:avLst/>
              <a:gdLst/>
              <a:ahLst/>
              <a:cxnLst/>
              <a:rect l="l" t="t" r="r" b="b"/>
              <a:pathLst>
                <a:path w="1317" h="2269" extrusionOk="0">
                  <a:moveTo>
                    <a:pt x="574" y="1"/>
                  </a:moveTo>
                  <a:cubicBezTo>
                    <a:pt x="550" y="1"/>
                    <a:pt x="526" y="2"/>
                    <a:pt x="502" y="5"/>
                  </a:cubicBezTo>
                  <a:cubicBezTo>
                    <a:pt x="207" y="45"/>
                    <a:pt x="0" y="291"/>
                    <a:pt x="10" y="576"/>
                  </a:cubicBezTo>
                  <a:lnTo>
                    <a:pt x="20" y="1707"/>
                  </a:lnTo>
                  <a:cubicBezTo>
                    <a:pt x="30" y="2002"/>
                    <a:pt x="266" y="2248"/>
                    <a:pt x="561" y="2258"/>
                  </a:cubicBezTo>
                  <a:lnTo>
                    <a:pt x="679" y="2267"/>
                  </a:lnTo>
                  <a:cubicBezTo>
                    <a:pt x="690" y="2268"/>
                    <a:pt x="701" y="2268"/>
                    <a:pt x="711" y="2268"/>
                  </a:cubicBezTo>
                  <a:cubicBezTo>
                    <a:pt x="1050" y="2268"/>
                    <a:pt x="1317" y="1971"/>
                    <a:pt x="1269" y="1628"/>
                  </a:cubicBezTo>
                  <a:lnTo>
                    <a:pt x="1131" y="497"/>
                  </a:lnTo>
                  <a:cubicBezTo>
                    <a:pt x="1095" y="207"/>
                    <a:pt x="850" y="1"/>
                    <a:pt x="574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1">
              <a:extLst>
                <a:ext uri="{FF2B5EF4-FFF2-40B4-BE49-F238E27FC236}">
                  <a16:creationId xmlns:a16="http://schemas.microsoft.com/office/drawing/2014/main" id="{F444A877-51BB-974B-3497-8E4E4AD42284}"/>
                </a:ext>
              </a:extLst>
            </p:cNvPr>
            <p:cNvSpPr/>
            <p:nvPr/>
          </p:nvSpPr>
          <p:spPr>
            <a:xfrm>
              <a:off x="1542081" y="3202100"/>
              <a:ext cx="1055902" cy="902208"/>
            </a:xfrm>
            <a:custGeom>
              <a:avLst/>
              <a:gdLst/>
              <a:ahLst/>
              <a:cxnLst/>
              <a:rect l="l" t="t" r="r" b="b"/>
              <a:pathLst>
                <a:path w="19051" h="16278" extrusionOk="0">
                  <a:moveTo>
                    <a:pt x="1" y="1"/>
                  </a:moveTo>
                  <a:lnTo>
                    <a:pt x="1368" y="15195"/>
                  </a:lnTo>
                  <a:lnTo>
                    <a:pt x="5046" y="15835"/>
                  </a:lnTo>
                  <a:lnTo>
                    <a:pt x="18166" y="16277"/>
                  </a:lnTo>
                  <a:lnTo>
                    <a:pt x="19051" y="630"/>
                  </a:lnTo>
                  <a:lnTo>
                    <a:pt x="11763" y="2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1">
              <a:extLst>
                <a:ext uri="{FF2B5EF4-FFF2-40B4-BE49-F238E27FC236}">
                  <a16:creationId xmlns:a16="http://schemas.microsoft.com/office/drawing/2014/main" id="{20818DF9-5E51-5559-7753-000E5295D5BC}"/>
                </a:ext>
              </a:extLst>
            </p:cNvPr>
            <p:cNvSpPr/>
            <p:nvPr/>
          </p:nvSpPr>
          <p:spPr>
            <a:xfrm>
              <a:off x="1460329" y="2821108"/>
              <a:ext cx="1027025" cy="375061"/>
            </a:xfrm>
            <a:custGeom>
              <a:avLst/>
              <a:gdLst/>
              <a:ahLst/>
              <a:cxnLst/>
              <a:rect l="l" t="t" r="r" b="b"/>
              <a:pathLst>
                <a:path w="18530" h="6767" extrusionOk="0">
                  <a:moveTo>
                    <a:pt x="18156" y="0"/>
                  </a:moveTo>
                  <a:lnTo>
                    <a:pt x="1643" y="4446"/>
                  </a:lnTo>
                  <a:lnTo>
                    <a:pt x="1" y="5183"/>
                  </a:lnTo>
                  <a:lnTo>
                    <a:pt x="355" y="6767"/>
                  </a:lnTo>
                  <a:lnTo>
                    <a:pt x="18529" y="1702"/>
                  </a:lnTo>
                  <a:lnTo>
                    <a:pt x="18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1">
              <a:extLst>
                <a:ext uri="{FF2B5EF4-FFF2-40B4-BE49-F238E27FC236}">
                  <a16:creationId xmlns:a16="http://schemas.microsoft.com/office/drawing/2014/main" id="{5BE7A96C-E777-B4F7-C89C-58BED27FE359}"/>
                </a:ext>
              </a:extLst>
            </p:cNvPr>
            <p:cNvSpPr/>
            <p:nvPr/>
          </p:nvSpPr>
          <p:spPr>
            <a:xfrm>
              <a:off x="1393043" y="2849468"/>
              <a:ext cx="1057010" cy="357048"/>
            </a:xfrm>
            <a:custGeom>
              <a:avLst/>
              <a:gdLst/>
              <a:ahLst/>
              <a:cxnLst/>
              <a:rect l="l" t="t" r="r" b="b"/>
              <a:pathLst>
                <a:path w="19071" h="6442" extrusionOk="0">
                  <a:moveTo>
                    <a:pt x="17162" y="0"/>
                  </a:moveTo>
                  <a:lnTo>
                    <a:pt x="15363" y="472"/>
                  </a:lnTo>
                  <a:lnTo>
                    <a:pt x="14133" y="1151"/>
                  </a:lnTo>
                  <a:lnTo>
                    <a:pt x="13278" y="1033"/>
                  </a:lnTo>
                  <a:lnTo>
                    <a:pt x="11399" y="1525"/>
                  </a:lnTo>
                  <a:lnTo>
                    <a:pt x="10091" y="2262"/>
                  </a:lnTo>
                  <a:lnTo>
                    <a:pt x="9304" y="2075"/>
                  </a:lnTo>
                  <a:lnTo>
                    <a:pt x="7613" y="2518"/>
                  </a:lnTo>
                  <a:lnTo>
                    <a:pt x="6216" y="3256"/>
                  </a:lnTo>
                  <a:lnTo>
                    <a:pt x="5518" y="3069"/>
                  </a:lnTo>
                  <a:lnTo>
                    <a:pt x="89" y="4505"/>
                  </a:lnTo>
                  <a:lnTo>
                    <a:pt x="1" y="6147"/>
                  </a:lnTo>
                  <a:lnTo>
                    <a:pt x="905" y="6442"/>
                  </a:lnTo>
                  <a:lnTo>
                    <a:pt x="4171" y="5518"/>
                  </a:lnTo>
                  <a:lnTo>
                    <a:pt x="5626" y="4839"/>
                  </a:lnTo>
                  <a:lnTo>
                    <a:pt x="6305" y="4918"/>
                  </a:lnTo>
                  <a:lnTo>
                    <a:pt x="7996" y="4446"/>
                  </a:lnTo>
                  <a:lnTo>
                    <a:pt x="9472" y="3816"/>
                  </a:lnTo>
                  <a:lnTo>
                    <a:pt x="10131" y="3846"/>
                  </a:lnTo>
                  <a:lnTo>
                    <a:pt x="12009" y="3315"/>
                  </a:lnTo>
                  <a:lnTo>
                    <a:pt x="13710" y="2272"/>
                  </a:lnTo>
                  <a:lnTo>
                    <a:pt x="14143" y="2715"/>
                  </a:lnTo>
                  <a:lnTo>
                    <a:pt x="15943" y="2213"/>
                  </a:lnTo>
                  <a:lnTo>
                    <a:pt x="17231" y="1426"/>
                  </a:lnTo>
                  <a:lnTo>
                    <a:pt x="18077" y="1603"/>
                  </a:lnTo>
                  <a:lnTo>
                    <a:pt x="19070" y="1328"/>
                  </a:lnTo>
                  <a:lnTo>
                    <a:pt x="18815" y="256"/>
                  </a:lnTo>
                  <a:lnTo>
                    <a:pt x="17792" y="590"/>
                  </a:lnTo>
                  <a:lnTo>
                    <a:pt x="171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1">
              <a:extLst>
                <a:ext uri="{FF2B5EF4-FFF2-40B4-BE49-F238E27FC236}">
                  <a16:creationId xmlns:a16="http://schemas.microsoft.com/office/drawing/2014/main" id="{2298DFEF-AC5A-0665-9CA7-D929BEAA87CD}"/>
                </a:ext>
              </a:extLst>
            </p:cNvPr>
            <p:cNvSpPr/>
            <p:nvPr/>
          </p:nvSpPr>
          <p:spPr>
            <a:xfrm>
              <a:off x="1336343" y="3181963"/>
              <a:ext cx="1197623" cy="922327"/>
            </a:xfrm>
            <a:custGeom>
              <a:avLst/>
              <a:gdLst/>
              <a:ahLst/>
              <a:cxnLst/>
              <a:rect l="l" t="t" r="r" b="b"/>
              <a:pathLst>
                <a:path w="21608" h="16641" extrusionOk="0">
                  <a:moveTo>
                    <a:pt x="1034" y="0"/>
                  </a:moveTo>
                  <a:lnTo>
                    <a:pt x="1" y="15815"/>
                  </a:lnTo>
                  <a:lnTo>
                    <a:pt x="20841" y="16641"/>
                  </a:lnTo>
                  <a:lnTo>
                    <a:pt x="21460" y="5036"/>
                  </a:lnTo>
                  <a:lnTo>
                    <a:pt x="21510" y="4013"/>
                  </a:lnTo>
                  <a:lnTo>
                    <a:pt x="21608" y="2312"/>
                  </a:lnTo>
                  <a:lnTo>
                    <a:pt x="21401" y="1299"/>
                  </a:lnTo>
                  <a:lnTo>
                    <a:pt x="20251" y="817"/>
                  </a:lnTo>
                  <a:lnTo>
                    <a:pt x="18559" y="748"/>
                  </a:lnTo>
                  <a:lnTo>
                    <a:pt x="18195" y="1466"/>
                  </a:lnTo>
                  <a:lnTo>
                    <a:pt x="16533" y="659"/>
                  </a:lnTo>
                  <a:lnTo>
                    <a:pt x="14851" y="591"/>
                  </a:lnTo>
                  <a:lnTo>
                    <a:pt x="14517" y="1240"/>
                  </a:lnTo>
                  <a:lnTo>
                    <a:pt x="12835" y="502"/>
                  </a:lnTo>
                  <a:lnTo>
                    <a:pt x="10888" y="414"/>
                  </a:lnTo>
                  <a:lnTo>
                    <a:pt x="10711" y="1348"/>
                  </a:lnTo>
                  <a:lnTo>
                    <a:pt x="8872" y="335"/>
                  </a:lnTo>
                  <a:lnTo>
                    <a:pt x="7023" y="256"/>
                  </a:lnTo>
                  <a:lnTo>
                    <a:pt x="6393" y="777"/>
                  </a:lnTo>
                  <a:lnTo>
                    <a:pt x="4997" y="168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1">
              <a:extLst>
                <a:ext uri="{FF2B5EF4-FFF2-40B4-BE49-F238E27FC236}">
                  <a16:creationId xmlns:a16="http://schemas.microsoft.com/office/drawing/2014/main" id="{47D64B8D-D001-A9B4-FC77-8793299B7406}"/>
                </a:ext>
              </a:extLst>
            </p:cNvPr>
            <p:cNvSpPr/>
            <p:nvPr/>
          </p:nvSpPr>
          <p:spPr>
            <a:xfrm>
              <a:off x="1587996" y="3693236"/>
              <a:ext cx="60469" cy="61189"/>
            </a:xfrm>
            <a:custGeom>
              <a:avLst/>
              <a:gdLst/>
              <a:ahLst/>
              <a:cxnLst/>
              <a:rect l="l" t="t" r="r" b="b"/>
              <a:pathLst>
                <a:path w="1091" h="1104" extrusionOk="0">
                  <a:moveTo>
                    <a:pt x="158" y="109"/>
                  </a:moveTo>
                  <a:lnTo>
                    <a:pt x="483" y="119"/>
                  </a:lnTo>
                  <a:cubicBezTo>
                    <a:pt x="489" y="118"/>
                    <a:pt x="495" y="118"/>
                    <a:pt x="501" y="118"/>
                  </a:cubicBezTo>
                  <a:cubicBezTo>
                    <a:pt x="1090" y="118"/>
                    <a:pt x="1069" y="1007"/>
                    <a:pt x="506" y="1007"/>
                  </a:cubicBezTo>
                  <a:cubicBezTo>
                    <a:pt x="486" y="1007"/>
                    <a:pt x="465" y="1006"/>
                    <a:pt x="443" y="1004"/>
                  </a:cubicBezTo>
                  <a:lnTo>
                    <a:pt x="119" y="994"/>
                  </a:lnTo>
                  <a:lnTo>
                    <a:pt x="158" y="109"/>
                  </a:lnTo>
                  <a:close/>
                  <a:moveTo>
                    <a:pt x="50" y="1"/>
                  </a:moveTo>
                  <a:lnTo>
                    <a:pt x="1" y="1082"/>
                  </a:lnTo>
                  <a:lnTo>
                    <a:pt x="443" y="1102"/>
                  </a:lnTo>
                  <a:cubicBezTo>
                    <a:pt x="458" y="1103"/>
                    <a:pt x="473" y="1103"/>
                    <a:pt x="487" y="1103"/>
                  </a:cubicBezTo>
                  <a:cubicBezTo>
                    <a:pt x="817" y="1103"/>
                    <a:pt x="1034" y="892"/>
                    <a:pt x="1053" y="591"/>
                  </a:cubicBezTo>
                  <a:cubicBezTo>
                    <a:pt x="1063" y="266"/>
                    <a:pt x="837" y="30"/>
                    <a:pt x="492" y="20"/>
                  </a:cubicBezTo>
                  <a:lnTo>
                    <a:pt x="5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1">
              <a:extLst>
                <a:ext uri="{FF2B5EF4-FFF2-40B4-BE49-F238E27FC236}">
                  <a16:creationId xmlns:a16="http://schemas.microsoft.com/office/drawing/2014/main" id="{B92CABB1-5585-876D-AF8F-B1ACDEEB1BEA}"/>
                </a:ext>
              </a:extLst>
            </p:cNvPr>
            <p:cNvSpPr/>
            <p:nvPr/>
          </p:nvSpPr>
          <p:spPr>
            <a:xfrm>
              <a:off x="1665425" y="3696506"/>
              <a:ext cx="9311" cy="60025"/>
            </a:xfrm>
            <a:custGeom>
              <a:avLst/>
              <a:gdLst/>
              <a:ahLst/>
              <a:cxnLst/>
              <a:rect l="l" t="t" r="r" b="b"/>
              <a:pathLst>
                <a:path w="168" h="1083" extrusionOk="0">
                  <a:moveTo>
                    <a:pt x="49" y="1"/>
                  </a:moveTo>
                  <a:lnTo>
                    <a:pt x="0" y="1082"/>
                  </a:lnTo>
                  <a:lnTo>
                    <a:pt x="118" y="108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1">
              <a:extLst>
                <a:ext uri="{FF2B5EF4-FFF2-40B4-BE49-F238E27FC236}">
                  <a16:creationId xmlns:a16="http://schemas.microsoft.com/office/drawing/2014/main" id="{101D8478-FB19-CA9A-D7CF-B8A4B44FFC8E}"/>
                </a:ext>
              </a:extLst>
            </p:cNvPr>
            <p:cNvSpPr/>
            <p:nvPr/>
          </p:nvSpPr>
          <p:spPr>
            <a:xfrm>
              <a:off x="1698126" y="3698169"/>
              <a:ext cx="49661" cy="62187"/>
            </a:xfrm>
            <a:custGeom>
              <a:avLst/>
              <a:gdLst/>
              <a:ahLst/>
              <a:cxnLst/>
              <a:rect l="l" t="t" r="r" b="b"/>
              <a:pathLst>
                <a:path w="896" h="1122" extrusionOk="0">
                  <a:moveTo>
                    <a:pt x="158" y="98"/>
                  </a:moveTo>
                  <a:lnTo>
                    <a:pt x="443" y="108"/>
                  </a:lnTo>
                  <a:cubicBezTo>
                    <a:pt x="659" y="118"/>
                    <a:pt x="777" y="226"/>
                    <a:pt x="767" y="393"/>
                  </a:cubicBezTo>
                  <a:cubicBezTo>
                    <a:pt x="758" y="556"/>
                    <a:pt x="659" y="652"/>
                    <a:pt x="476" y="652"/>
                  </a:cubicBezTo>
                  <a:cubicBezTo>
                    <a:pt x="459" y="652"/>
                    <a:pt x="442" y="651"/>
                    <a:pt x="423" y="649"/>
                  </a:cubicBezTo>
                  <a:lnTo>
                    <a:pt x="138" y="639"/>
                  </a:lnTo>
                  <a:lnTo>
                    <a:pt x="158" y="98"/>
                  </a:lnTo>
                  <a:close/>
                  <a:moveTo>
                    <a:pt x="49" y="0"/>
                  </a:moveTo>
                  <a:lnTo>
                    <a:pt x="0" y="1082"/>
                  </a:lnTo>
                  <a:lnTo>
                    <a:pt x="118" y="1082"/>
                  </a:lnTo>
                  <a:lnTo>
                    <a:pt x="128" y="738"/>
                  </a:lnTo>
                  <a:lnTo>
                    <a:pt x="423" y="747"/>
                  </a:lnTo>
                  <a:lnTo>
                    <a:pt x="512" y="747"/>
                  </a:lnTo>
                  <a:lnTo>
                    <a:pt x="748" y="1111"/>
                  </a:lnTo>
                  <a:lnTo>
                    <a:pt x="866" y="1121"/>
                  </a:lnTo>
                  <a:lnTo>
                    <a:pt x="620" y="738"/>
                  </a:lnTo>
                  <a:cubicBezTo>
                    <a:pt x="777" y="698"/>
                    <a:pt x="885" y="561"/>
                    <a:pt x="885" y="403"/>
                  </a:cubicBezTo>
                  <a:cubicBezTo>
                    <a:pt x="895" y="167"/>
                    <a:pt x="728" y="30"/>
                    <a:pt x="453" y="10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1">
              <a:extLst>
                <a:ext uri="{FF2B5EF4-FFF2-40B4-BE49-F238E27FC236}">
                  <a16:creationId xmlns:a16="http://schemas.microsoft.com/office/drawing/2014/main" id="{7557609E-DEE5-AEFD-EAEF-D0745ADB7E2A}"/>
                </a:ext>
              </a:extLst>
            </p:cNvPr>
            <p:cNvSpPr/>
            <p:nvPr/>
          </p:nvSpPr>
          <p:spPr>
            <a:xfrm>
              <a:off x="1766798" y="3700330"/>
              <a:ext cx="43675" cy="62187"/>
            </a:xfrm>
            <a:custGeom>
              <a:avLst/>
              <a:gdLst/>
              <a:ahLst/>
              <a:cxnLst/>
              <a:rect l="l" t="t" r="r" b="b"/>
              <a:pathLst>
                <a:path w="788" h="1122" extrusionOk="0">
                  <a:moveTo>
                    <a:pt x="50" y="0"/>
                  </a:moveTo>
                  <a:lnTo>
                    <a:pt x="1" y="1092"/>
                  </a:lnTo>
                  <a:lnTo>
                    <a:pt x="768" y="1122"/>
                  </a:lnTo>
                  <a:lnTo>
                    <a:pt x="768" y="1023"/>
                  </a:lnTo>
                  <a:lnTo>
                    <a:pt x="119" y="994"/>
                  </a:lnTo>
                  <a:lnTo>
                    <a:pt x="138" y="590"/>
                  </a:lnTo>
                  <a:lnTo>
                    <a:pt x="699" y="610"/>
                  </a:lnTo>
                  <a:lnTo>
                    <a:pt x="699" y="522"/>
                  </a:lnTo>
                  <a:lnTo>
                    <a:pt x="138" y="492"/>
                  </a:lnTo>
                  <a:lnTo>
                    <a:pt x="158" y="109"/>
                  </a:lnTo>
                  <a:lnTo>
                    <a:pt x="787" y="138"/>
                  </a:lnTo>
                  <a:lnTo>
                    <a:pt x="787" y="4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1">
              <a:extLst>
                <a:ext uri="{FF2B5EF4-FFF2-40B4-BE49-F238E27FC236}">
                  <a16:creationId xmlns:a16="http://schemas.microsoft.com/office/drawing/2014/main" id="{5C6A27A5-41B0-163D-DC14-A30567708422}"/>
                </a:ext>
              </a:extLst>
            </p:cNvPr>
            <p:cNvSpPr/>
            <p:nvPr/>
          </p:nvSpPr>
          <p:spPr>
            <a:xfrm>
              <a:off x="1823997" y="3703545"/>
              <a:ext cx="56755" cy="61245"/>
            </a:xfrm>
            <a:custGeom>
              <a:avLst/>
              <a:gdLst/>
              <a:ahLst/>
              <a:cxnLst/>
              <a:rect l="l" t="t" r="r" b="b"/>
              <a:pathLst>
                <a:path w="1024" h="1105" extrusionOk="0">
                  <a:moveTo>
                    <a:pt x="594" y="0"/>
                  </a:moveTo>
                  <a:cubicBezTo>
                    <a:pt x="296" y="0"/>
                    <a:pt x="50" y="230"/>
                    <a:pt x="41" y="532"/>
                  </a:cubicBezTo>
                  <a:cubicBezTo>
                    <a:pt x="21" y="847"/>
                    <a:pt x="277" y="1103"/>
                    <a:pt x="581" y="1103"/>
                  </a:cubicBezTo>
                  <a:cubicBezTo>
                    <a:pt x="595" y="1104"/>
                    <a:pt x="608" y="1104"/>
                    <a:pt x="620" y="1104"/>
                  </a:cubicBezTo>
                  <a:cubicBezTo>
                    <a:pt x="762" y="1104"/>
                    <a:pt x="885" y="1055"/>
                    <a:pt x="985" y="955"/>
                  </a:cubicBezTo>
                  <a:lnTo>
                    <a:pt x="916" y="887"/>
                  </a:lnTo>
                  <a:cubicBezTo>
                    <a:pt x="844" y="959"/>
                    <a:pt x="739" y="1006"/>
                    <a:pt x="624" y="1006"/>
                  </a:cubicBezTo>
                  <a:cubicBezTo>
                    <a:pt x="613" y="1006"/>
                    <a:pt x="602" y="1005"/>
                    <a:pt x="591" y="1005"/>
                  </a:cubicBezTo>
                  <a:cubicBezTo>
                    <a:pt x="1" y="985"/>
                    <a:pt x="30" y="109"/>
                    <a:pt x="602" y="109"/>
                  </a:cubicBezTo>
                  <a:cubicBezTo>
                    <a:pt x="611" y="109"/>
                    <a:pt x="621" y="109"/>
                    <a:pt x="631" y="110"/>
                  </a:cubicBezTo>
                  <a:cubicBezTo>
                    <a:pt x="749" y="110"/>
                    <a:pt x="867" y="159"/>
                    <a:pt x="945" y="247"/>
                  </a:cubicBezTo>
                  <a:lnTo>
                    <a:pt x="1024" y="178"/>
                  </a:lnTo>
                  <a:cubicBezTo>
                    <a:pt x="926" y="70"/>
                    <a:pt x="778" y="1"/>
                    <a:pt x="631" y="1"/>
                  </a:cubicBezTo>
                  <a:cubicBezTo>
                    <a:pt x="618" y="1"/>
                    <a:pt x="606" y="0"/>
                    <a:pt x="59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1">
              <a:extLst>
                <a:ext uri="{FF2B5EF4-FFF2-40B4-BE49-F238E27FC236}">
                  <a16:creationId xmlns:a16="http://schemas.microsoft.com/office/drawing/2014/main" id="{9FF3E1BA-B478-FE13-08DA-DAA9F4A17B0D}"/>
                </a:ext>
              </a:extLst>
            </p:cNvPr>
            <p:cNvSpPr/>
            <p:nvPr/>
          </p:nvSpPr>
          <p:spPr>
            <a:xfrm>
              <a:off x="1890563" y="3705762"/>
              <a:ext cx="48552" cy="61134"/>
            </a:xfrm>
            <a:custGeom>
              <a:avLst/>
              <a:gdLst/>
              <a:ahLst/>
              <a:cxnLst/>
              <a:rect l="l" t="t" r="r" b="b"/>
              <a:pathLst>
                <a:path w="876" h="1103" extrusionOk="0">
                  <a:moveTo>
                    <a:pt x="0" y="1"/>
                  </a:moveTo>
                  <a:lnTo>
                    <a:pt x="0" y="99"/>
                  </a:lnTo>
                  <a:lnTo>
                    <a:pt x="384" y="109"/>
                  </a:lnTo>
                  <a:lnTo>
                    <a:pt x="344" y="1102"/>
                  </a:lnTo>
                  <a:lnTo>
                    <a:pt x="452" y="1102"/>
                  </a:lnTo>
                  <a:lnTo>
                    <a:pt x="492" y="119"/>
                  </a:lnTo>
                  <a:lnTo>
                    <a:pt x="875" y="129"/>
                  </a:lnTo>
                  <a:lnTo>
                    <a:pt x="875" y="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1">
              <a:extLst>
                <a:ext uri="{FF2B5EF4-FFF2-40B4-BE49-F238E27FC236}">
                  <a16:creationId xmlns:a16="http://schemas.microsoft.com/office/drawing/2014/main" id="{09C4906E-7739-8208-463A-5F13AC6C1780}"/>
                </a:ext>
              </a:extLst>
            </p:cNvPr>
            <p:cNvSpPr/>
            <p:nvPr/>
          </p:nvSpPr>
          <p:spPr>
            <a:xfrm>
              <a:off x="1946654" y="3706704"/>
              <a:ext cx="75544" cy="63462"/>
            </a:xfrm>
            <a:custGeom>
              <a:avLst/>
              <a:gdLst/>
              <a:ahLst/>
              <a:cxnLst/>
              <a:rect l="l" t="t" r="r" b="b"/>
              <a:pathLst>
                <a:path w="1363" h="1145" extrusionOk="0">
                  <a:moveTo>
                    <a:pt x="605" y="128"/>
                  </a:moveTo>
                  <a:cubicBezTo>
                    <a:pt x="848" y="128"/>
                    <a:pt x="1077" y="323"/>
                    <a:pt x="1063" y="603"/>
                  </a:cubicBezTo>
                  <a:cubicBezTo>
                    <a:pt x="1054" y="847"/>
                    <a:pt x="857" y="1037"/>
                    <a:pt x="625" y="1037"/>
                  </a:cubicBezTo>
                  <a:cubicBezTo>
                    <a:pt x="614" y="1037"/>
                    <a:pt x="602" y="1037"/>
                    <a:pt x="591" y="1036"/>
                  </a:cubicBezTo>
                  <a:cubicBezTo>
                    <a:pt x="178" y="1026"/>
                    <a:pt x="1" y="525"/>
                    <a:pt x="296" y="249"/>
                  </a:cubicBezTo>
                  <a:cubicBezTo>
                    <a:pt x="389" y="165"/>
                    <a:pt x="498" y="128"/>
                    <a:pt x="605" y="128"/>
                  </a:cubicBezTo>
                  <a:close/>
                  <a:moveTo>
                    <a:pt x="611" y="0"/>
                  </a:moveTo>
                  <a:cubicBezTo>
                    <a:pt x="320" y="0"/>
                    <a:pt x="40" y="223"/>
                    <a:pt x="40" y="564"/>
                  </a:cubicBezTo>
                  <a:cubicBezTo>
                    <a:pt x="21" y="879"/>
                    <a:pt x="267" y="1144"/>
                    <a:pt x="581" y="1144"/>
                  </a:cubicBezTo>
                  <a:cubicBezTo>
                    <a:pt x="589" y="1145"/>
                    <a:pt x="597" y="1145"/>
                    <a:pt x="605" y="1145"/>
                  </a:cubicBezTo>
                  <a:cubicBezTo>
                    <a:pt x="1101" y="1145"/>
                    <a:pt x="1363" y="539"/>
                    <a:pt x="1024" y="180"/>
                  </a:cubicBezTo>
                  <a:cubicBezTo>
                    <a:pt x="906" y="56"/>
                    <a:pt x="757" y="0"/>
                    <a:pt x="611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1">
              <a:extLst>
                <a:ext uri="{FF2B5EF4-FFF2-40B4-BE49-F238E27FC236}">
                  <a16:creationId xmlns:a16="http://schemas.microsoft.com/office/drawing/2014/main" id="{97CDF4C0-2E2B-E2E3-EFEB-F7FCAC956A3A}"/>
                </a:ext>
              </a:extLst>
            </p:cNvPr>
            <p:cNvSpPr/>
            <p:nvPr/>
          </p:nvSpPr>
          <p:spPr>
            <a:xfrm>
              <a:off x="2031177" y="3711748"/>
              <a:ext cx="49661" cy="62242"/>
            </a:xfrm>
            <a:custGeom>
              <a:avLst/>
              <a:gdLst/>
              <a:ahLst/>
              <a:cxnLst/>
              <a:rect l="l" t="t" r="r" b="b"/>
              <a:pathLst>
                <a:path w="896" h="1123" extrusionOk="0">
                  <a:moveTo>
                    <a:pt x="158" y="99"/>
                  </a:moveTo>
                  <a:lnTo>
                    <a:pt x="443" y="109"/>
                  </a:lnTo>
                  <a:cubicBezTo>
                    <a:pt x="659" y="119"/>
                    <a:pt x="767" y="227"/>
                    <a:pt x="767" y="394"/>
                  </a:cubicBezTo>
                  <a:cubicBezTo>
                    <a:pt x="758" y="556"/>
                    <a:pt x="659" y="652"/>
                    <a:pt x="476" y="652"/>
                  </a:cubicBezTo>
                  <a:cubicBezTo>
                    <a:pt x="459" y="652"/>
                    <a:pt x="442" y="652"/>
                    <a:pt x="423" y="650"/>
                  </a:cubicBezTo>
                  <a:lnTo>
                    <a:pt x="138" y="640"/>
                  </a:lnTo>
                  <a:lnTo>
                    <a:pt x="158" y="99"/>
                  </a:lnTo>
                  <a:close/>
                  <a:moveTo>
                    <a:pt x="50" y="1"/>
                  </a:moveTo>
                  <a:lnTo>
                    <a:pt x="0" y="1083"/>
                  </a:lnTo>
                  <a:lnTo>
                    <a:pt x="118" y="1083"/>
                  </a:lnTo>
                  <a:lnTo>
                    <a:pt x="138" y="739"/>
                  </a:lnTo>
                  <a:lnTo>
                    <a:pt x="423" y="748"/>
                  </a:lnTo>
                  <a:lnTo>
                    <a:pt x="512" y="748"/>
                  </a:lnTo>
                  <a:lnTo>
                    <a:pt x="748" y="1112"/>
                  </a:lnTo>
                  <a:lnTo>
                    <a:pt x="866" y="1122"/>
                  </a:lnTo>
                  <a:lnTo>
                    <a:pt x="866" y="1122"/>
                  </a:lnTo>
                  <a:lnTo>
                    <a:pt x="620" y="739"/>
                  </a:lnTo>
                  <a:cubicBezTo>
                    <a:pt x="777" y="699"/>
                    <a:pt x="886" y="562"/>
                    <a:pt x="886" y="404"/>
                  </a:cubicBezTo>
                  <a:cubicBezTo>
                    <a:pt x="895" y="168"/>
                    <a:pt x="728" y="30"/>
                    <a:pt x="453" y="11"/>
                  </a:cubicBezTo>
                  <a:lnTo>
                    <a:pt x="5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1">
              <a:extLst>
                <a:ext uri="{FF2B5EF4-FFF2-40B4-BE49-F238E27FC236}">
                  <a16:creationId xmlns:a16="http://schemas.microsoft.com/office/drawing/2014/main" id="{7126219E-FECA-D7E6-430D-CED25539ACAE}"/>
                </a:ext>
              </a:extLst>
            </p:cNvPr>
            <p:cNvSpPr/>
            <p:nvPr/>
          </p:nvSpPr>
          <p:spPr>
            <a:xfrm>
              <a:off x="1477788" y="3435939"/>
              <a:ext cx="933800" cy="32756"/>
            </a:xfrm>
            <a:custGeom>
              <a:avLst/>
              <a:gdLst/>
              <a:ahLst/>
              <a:cxnLst/>
              <a:rect l="l" t="t" r="r" b="b"/>
              <a:pathLst>
                <a:path w="16848" h="591" fill="none" extrusionOk="0">
                  <a:moveTo>
                    <a:pt x="0" y="1"/>
                  </a:moveTo>
                  <a:lnTo>
                    <a:pt x="16847" y="591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1">
              <a:extLst>
                <a:ext uri="{FF2B5EF4-FFF2-40B4-BE49-F238E27FC236}">
                  <a16:creationId xmlns:a16="http://schemas.microsoft.com/office/drawing/2014/main" id="{A2BEBF99-5F84-5300-A78B-1716887311DB}"/>
                </a:ext>
              </a:extLst>
            </p:cNvPr>
            <p:cNvSpPr/>
            <p:nvPr/>
          </p:nvSpPr>
          <p:spPr>
            <a:xfrm>
              <a:off x="1475072" y="3614187"/>
              <a:ext cx="957245" cy="34973"/>
            </a:xfrm>
            <a:custGeom>
              <a:avLst/>
              <a:gdLst/>
              <a:ahLst/>
              <a:cxnLst/>
              <a:rect l="l" t="t" r="r" b="b"/>
              <a:pathLst>
                <a:path w="17271" h="631" fill="none" extrusionOk="0">
                  <a:moveTo>
                    <a:pt x="0" y="1"/>
                  </a:moveTo>
                  <a:lnTo>
                    <a:pt x="17270" y="630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1">
              <a:extLst>
                <a:ext uri="{FF2B5EF4-FFF2-40B4-BE49-F238E27FC236}">
                  <a16:creationId xmlns:a16="http://schemas.microsoft.com/office/drawing/2014/main" id="{F1EF3726-0DB0-A513-E248-5CDB01585751}"/>
                </a:ext>
              </a:extLst>
            </p:cNvPr>
            <p:cNvSpPr/>
            <p:nvPr/>
          </p:nvSpPr>
          <p:spPr>
            <a:xfrm>
              <a:off x="1803744" y="3449574"/>
              <a:ext cx="9866" cy="178302"/>
            </a:xfrm>
            <a:custGeom>
              <a:avLst/>
              <a:gdLst/>
              <a:ahLst/>
              <a:cxnLst/>
              <a:rect l="l" t="t" r="r" b="b"/>
              <a:pathLst>
                <a:path w="178" h="3217" fill="none" extrusionOk="0">
                  <a:moveTo>
                    <a:pt x="178" y="1"/>
                  </a:moveTo>
                  <a:lnTo>
                    <a:pt x="1" y="3217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1">
              <a:extLst>
                <a:ext uri="{FF2B5EF4-FFF2-40B4-BE49-F238E27FC236}">
                  <a16:creationId xmlns:a16="http://schemas.microsoft.com/office/drawing/2014/main" id="{D9C60FF1-E77D-6C7D-D6FE-F02C9121D31E}"/>
                </a:ext>
              </a:extLst>
            </p:cNvPr>
            <p:cNvSpPr/>
            <p:nvPr/>
          </p:nvSpPr>
          <p:spPr>
            <a:xfrm>
              <a:off x="2174429" y="3463208"/>
              <a:ext cx="8757" cy="177194"/>
            </a:xfrm>
            <a:custGeom>
              <a:avLst/>
              <a:gdLst/>
              <a:ahLst/>
              <a:cxnLst/>
              <a:rect l="l" t="t" r="r" b="b"/>
              <a:pathLst>
                <a:path w="158" h="3197" fill="none" extrusionOk="0">
                  <a:moveTo>
                    <a:pt x="158" y="1"/>
                  </a:moveTo>
                  <a:lnTo>
                    <a:pt x="0" y="3197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1">
              <a:extLst>
                <a:ext uri="{FF2B5EF4-FFF2-40B4-BE49-F238E27FC236}">
                  <a16:creationId xmlns:a16="http://schemas.microsoft.com/office/drawing/2014/main" id="{7C4563A8-5131-37F5-8E2A-28E6143EA1D3}"/>
                </a:ext>
              </a:extLst>
            </p:cNvPr>
            <p:cNvSpPr/>
            <p:nvPr/>
          </p:nvSpPr>
          <p:spPr>
            <a:xfrm>
              <a:off x="1461992" y="3816433"/>
              <a:ext cx="949042" cy="35472"/>
            </a:xfrm>
            <a:custGeom>
              <a:avLst/>
              <a:gdLst/>
              <a:ahLst/>
              <a:cxnLst/>
              <a:rect l="l" t="t" r="r" b="b"/>
              <a:pathLst>
                <a:path w="17123" h="640" fill="none" extrusionOk="0">
                  <a:moveTo>
                    <a:pt x="0" y="1"/>
                  </a:moveTo>
                  <a:lnTo>
                    <a:pt x="17123" y="640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1">
              <a:extLst>
                <a:ext uri="{FF2B5EF4-FFF2-40B4-BE49-F238E27FC236}">
                  <a16:creationId xmlns:a16="http://schemas.microsoft.com/office/drawing/2014/main" id="{89433FEA-CFAF-EFE1-710A-5883FE4B803F}"/>
                </a:ext>
              </a:extLst>
            </p:cNvPr>
            <p:cNvSpPr/>
            <p:nvPr/>
          </p:nvSpPr>
          <p:spPr>
            <a:xfrm>
              <a:off x="1471802" y="3328581"/>
              <a:ext cx="1061333" cy="42566"/>
            </a:xfrm>
            <a:custGeom>
              <a:avLst/>
              <a:gdLst/>
              <a:ahLst/>
              <a:cxnLst/>
              <a:rect l="l" t="t" r="r" b="b"/>
              <a:pathLst>
                <a:path w="19149" h="768" fill="none" extrusionOk="0">
                  <a:moveTo>
                    <a:pt x="0" y="0"/>
                  </a:moveTo>
                  <a:lnTo>
                    <a:pt x="5036" y="197"/>
                  </a:lnTo>
                  <a:lnTo>
                    <a:pt x="7052" y="276"/>
                  </a:lnTo>
                  <a:lnTo>
                    <a:pt x="8901" y="355"/>
                  </a:lnTo>
                  <a:lnTo>
                    <a:pt x="10907" y="433"/>
                  </a:lnTo>
                  <a:lnTo>
                    <a:pt x="10907" y="433"/>
                  </a:lnTo>
                  <a:lnTo>
                    <a:pt x="12854" y="512"/>
                  </a:lnTo>
                  <a:lnTo>
                    <a:pt x="14861" y="591"/>
                  </a:lnTo>
                  <a:lnTo>
                    <a:pt x="16542" y="659"/>
                  </a:lnTo>
                  <a:lnTo>
                    <a:pt x="18558" y="738"/>
                  </a:lnTo>
                  <a:lnTo>
                    <a:pt x="19149" y="768"/>
                  </a:ln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1">
              <a:extLst>
                <a:ext uri="{FF2B5EF4-FFF2-40B4-BE49-F238E27FC236}">
                  <a16:creationId xmlns:a16="http://schemas.microsoft.com/office/drawing/2014/main" id="{737A2D57-1FFA-0415-86A2-DEE57481E29F}"/>
                </a:ext>
              </a:extLst>
            </p:cNvPr>
            <p:cNvSpPr/>
            <p:nvPr/>
          </p:nvSpPr>
          <p:spPr>
            <a:xfrm>
              <a:off x="1617848" y="3192844"/>
              <a:ext cx="244812" cy="151033"/>
            </a:xfrm>
            <a:custGeom>
              <a:avLst/>
              <a:gdLst/>
              <a:ahLst/>
              <a:cxnLst/>
              <a:rect l="l" t="t" r="r" b="b"/>
              <a:pathLst>
                <a:path w="4417" h="2725" extrusionOk="0">
                  <a:moveTo>
                    <a:pt x="1" y="1"/>
                  </a:moveTo>
                  <a:lnTo>
                    <a:pt x="2401" y="2646"/>
                  </a:lnTo>
                  <a:lnTo>
                    <a:pt x="4417" y="2725"/>
                  </a:lnTo>
                  <a:lnTo>
                    <a:pt x="2027" y="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1">
              <a:extLst>
                <a:ext uri="{FF2B5EF4-FFF2-40B4-BE49-F238E27FC236}">
                  <a16:creationId xmlns:a16="http://schemas.microsoft.com/office/drawing/2014/main" id="{A26F858E-55C1-8C3D-B268-087DEF410AC2}"/>
                </a:ext>
              </a:extLst>
            </p:cNvPr>
            <p:cNvSpPr/>
            <p:nvPr/>
          </p:nvSpPr>
          <p:spPr>
            <a:xfrm>
              <a:off x="1832621" y="3202100"/>
              <a:ext cx="243704" cy="150534"/>
            </a:xfrm>
            <a:custGeom>
              <a:avLst/>
              <a:gdLst/>
              <a:ahLst/>
              <a:cxnLst/>
              <a:rect l="l" t="t" r="r" b="b"/>
              <a:pathLst>
                <a:path w="4397" h="2716" extrusionOk="0">
                  <a:moveTo>
                    <a:pt x="1" y="1"/>
                  </a:moveTo>
                  <a:lnTo>
                    <a:pt x="2391" y="2637"/>
                  </a:lnTo>
                  <a:lnTo>
                    <a:pt x="4397" y="2715"/>
                  </a:lnTo>
                  <a:lnTo>
                    <a:pt x="4397" y="2715"/>
                  </a:lnTo>
                  <a:lnTo>
                    <a:pt x="2017" y="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1">
              <a:extLst>
                <a:ext uri="{FF2B5EF4-FFF2-40B4-BE49-F238E27FC236}">
                  <a16:creationId xmlns:a16="http://schemas.microsoft.com/office/drawing/2014/main" id="{BB195503-1D72-0C7E-67A5-BCC590E37CDA}"/>
                </a:ext>
              </a:extLst>
            </p:cNvPr>
            <p:cNvSpPr/>
            <p:nvPr/>
          </p:nvSpPr>
          <p:spPr>
            <a:xfrm>
              <a:off x="2052327" y="3211412"/>
              <a:ext cx="243149" cy="149925"/>
            </a:xfrm>
            <a:custGeom>
              <a:avLst/>
              <a:gdLst/>
              <a:ahLst/>
              <a:cxnLst/>
              <a:rect l="l" t="t" r="r" b="b"/>
              <a:pathLst>
                <a:path w="4387" h="2705" extrusionOk="0">
                  <a:moveTo>
                    <a:pt x="0" y="0"/>
                  </a:moveTo>
                  <a:lnTo>
                    <a:pt x="2380" y="2626"/>
                  </a:lnTo>
                  <a:lnTo>
                    <a:pt x="4387" y="2705"/>
                  </a:lnTo>
                  <a:lnTo>
                    <a:pt x="2016" y="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1">
              <a:extLst>
                <a:ext uri="{FF2B5EF4-FFF2-40B4-BE49-F238E27FC236}">
                  <a16:creationId xmlns:a16="http://schemas.microsoft.com/office/drawing/2014/main" id="{5EB8B511-5175-D45C-42E1-51DF6C702673}"/>
                </a:ext>
              </a:extLst>
            </p:cNvPr>
            <p:cNvSpPr/>
            <p:nvPr/>
          </p:nvSpPr>
          <p:spPr>
            <a:xfrm>
              <a:off x="2257290" y="3220114"/>
              <a:ext cx="243149" cy="149426"/>
            </a:xfrm>
            <a:custGeom>
              <a:avLst/>
              <a:gdLst/>
              <a:ahLst/>
              <a:cxnLst/>
              <a:rect l="l" t="t" r="r" b="b"/>
              <a:pathLst>
                <a:path w="4387" h="2696" extrusionOk="0">
                  <a:moveTo>
                    <a:pt x="0" y="0"/>
                  </a:moveTo>
                  <a:lnTo>
                    <a:pt x="2370" y="2616"/>
                  </a:lnTo>
                  <a:lnTo>
                    <a:pt x="4386" y="2695"/>
                  </a:lnTo>
                  <a:lnTo>
                    <a:pt x="4386" y="2695"/>
                  </a:lnTo>
                  <a:lnTo>
                    <a:pt x="2026" y="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1">
              <a:extLst>
                <a:ext uri="{FF2B5EF4-FFF2-40B4-BE49-F238E27FC236}">
                  <a16:creationId xmlns:a16="http://schemas.microsoft.com/office/drawing/2014/main" id="{7EC2CA6B-FD64-10B7-6BDF-14778A9B98F6}"/>
                </a:ext>
              </a:extLst>
            </p:cNvPr>
            <p:cNvSpPr/>
            <p:nvPr/>
          </p:nvSpPr>
          <p:spPr>
            <a:xfrm>
              <a:off x="2463306" y="3228815"/>
              <a:ext cx="79091" cy="82916"/>
            </a:xfrm>
            <a:custGeom>
              <a:avLst/>
              <a:gdLst/>
              <a:ahLst/>
              <a:cxnLst/>
              <a:rect l="l" t="t" r="r" b="b"/>
              <a:pathLst>
                <a:path w="1427" h="1496" extrusionOk="0">
                  <a:moveTo>
                    <a:pt x="1" y="1"/>
                  </a:moveTo>
                  <a:lnTo>
                    <a:pt x="1358" y="1496"/>
                  </a:lnTo>
                  <a:lnTo>
                    <a:pt x="1427" y="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1">
              <a:extLst>
                <a:ext uri="{FF2B5EF4-FFF2-40B4-BE49-F238E27FC236}">
                  <a16:creationId xmlns:a16="http://schemas.microsoft.com/office/drawing/2014/main" id="{EB2C00D9-C6BB-B424-9950-A22B8983BF9B}"/>
                </a:ext>
              </a:extLst>
            </p:cNvPr>
            <p:cNvSpPr/>
            <p:nvPr/>
          </p:nvSpPr>
          <p:spPr>
            <a:xfrm>
              <a:off x="1628767" y="2990598"/>
              <a:ext cx="190828" cy="166330"/>
            </a:xfrm>
            <a:custGeom>
              <a:avLst/>
              <a:gdLst/>
              <a:ahLst/>
              <a:cxnLst/>
              <a:rect l="l" t="t" r="r" b="b"/>
              <a:pathLst>
                <a:path w="3443" h="3001" extrusionOk="0">
                  <a:moveTo>
                    <a:pt x="3443" y="1"/>
                  </a:moveTo>
                  <a:lnTo>
                    <a:pt x="1348" y="552"/>
                  </a:lnTo>
                  <a:lnTo>
                    <a:pt x="1" y="3001"/>
                  </a:lnTo>
                  <a:lnTo>
                    <a:pt x="2135" y="2401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1">
              <a:extLst>
                <a:ext uri="{FF2B5EF4-FFF2-40B4-BE49-F238E27FC236}">
                  <a16:creationId xmlns:a16="http://schemas.microsoft.com/office/drawing/2014/main" id="{A102E5CE-F567-AF74-827A-351ABF1C1B01}"/>
                </a:ext>
              </a:extLst>
            </p:cNvPr>
            <p:cNvSpPr/>
            <p:nvPr/>
          </p:nvSpPr>
          <p:spPr>
            <a:xfrm>
              <a:off x="1840824" y="2935561"/>
              <a:ext cx="188667" cy="161952"/>
            </a:xfrm>
            <a:custGeom>
              <a:avLst/>
              <a:gdLst/>
              <a:ahLst/>
              <a:cxnLst/>
              <a:rect l="l" t="t" r="r" b="b"/>
              <a:pathLst>
                <a:path w="3404" h="2922" extrusionOk="0">
                  <a:moveTo>
                    <a:pt x="3403" y="1"/>
                  </a:moveTo>
                  <a:lnTo>
                    <a:pt x="1308" y="551"/>
                  </a:lnTo>
                  <a:lnTo>
                    <a:pt x="0" y="2922"/>
                  </a:lnTo>
                  <a:lnTo>
                    <a:pt x="0" y="2922"/>
                  </a:lnTo>
                  <a:lnTo>
                    <a:pt x="2135" y="232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1">
              <a:extLst>
                <a:ext uri="{FF2B5EF4-FFF2-40B4-BE49-F238E27FC236}">
                  <a16:creationId xmlns:a16="http://schemas.microsoft.com/office/drawing/2014/main" id="{F689BE92-17E9-F957-ADEF-272AE2CFE29A}"/>
                </a:ext>
              </a:extLst>
            </p:cNvPr>
            <p:cNvSpPr/>
            <p:nvPr/>
          </p:nvSpPr>
          <p:spPr>
            <a:xfrm>
              <a:off x="2063191" y="2877254"/>
              <a:ext cx="185951" cy="157573"/>
            </a:xfrm>
            <a:custGeom>
              <a:avLst/>
              <a:gdLst/>
              <a:ahLst/>
              <a:cxnLst/>
              <a:rect l="l" t="t" r="r" b="b"/>
              <a:pathLst>
                <a:path w="3355" h="2843" extrusionOk="0">
                  <a:moveTo>
                    <a:pt x="3355" y="0"/>
                  </a:moveTo>
                  <a:lnTo>
                    <a:pt x="1270" y="561"/>
                  </a:lnTo>
                  <a:lnTo>
                    <a:pt x="1" y="2843"/>
                  </a:lnTo>
                  <a:lnTo>
                    <a:pt x="1" y="2843"/>
                  </a:lnTo>
                  <a:lnTo>
                    <a:pt x="2135" y="2243"/>
                  </a:lnTo>
                  <a:lnTo>
                    <a:pt x="33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1">
              <a:extLst>
                <a:ext uri="{FF2B5EF4-FFF2-40B4-BE49-F238E27FC236}">
                  <a16:creationId xmlns:a16="http://schemas.microsoft.com/office/drawing/2014/main" id="{A47D94C5-D8D5-98CF-236B-8A8AC733A004}"/>
                </a:ext>
              </a:extLst>
            </p:cNvPr>
            <p:cNvSpPr/>
            <p:nvPr/>
          </p:nvSpPr>
          <p:spPr>
            <a:xfrm>
              <a:off x="2281234" y="2829255"/>
              <a:ext cx="159236" cy="144548"/>
            </a:xfrm>
            <a:custGeom>
              <a:avLst/>
              <a:gdLst/>
              <a:ahLst/>
              <a:cxnLst/>
              <a:rect l="l" t="t" r="r" b="b"/>
              <a:pathLst>
                <a:path w="2873" h="2608" extrusionOk="0">
                  <a:moveTo>
                    <a:pt x="2715" y="1"/>
                  </a:moveTo>
                  <a:lnTo>
                    <a:pt x="1220" y="394"/>
                  </a:lnTo>
                  <a:lnTo>
                    <a:pt x="1" y="2607"/>
                  </a:lnTo>
                  <a:lnTo>
                    <a:pt x="2135" y="1997"/>
                  </a:lnTo>
                  <a:lnTo>
                    <a:pt x="2873" y="650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1">
              <a:extLst>
                <a:ext uri="{FF2B5EF4-FFF2-40B4-BE49-F238E27FC236}">
                  <a16:creationId xmlns:a16="http://schemas.microsoft.com/office/drawing/2014/main" id="{F5980753-64C1-D806-EAB4-4DDE1C09F71A}"/>
                </a:ext>
              </a:extLst>
            </p:cNvPr>
            <p:cNvSpPr/>
            <p:nvPr/>
          </p:nvSpPr>
          <p:spPr>
            <a:xfrm>
              <a:off x="1563498" y="3493206"/>
              <a:ext cx="40349" cy="51268"/>
            </a:xfrm>
            <a:custGeom>
              <a:avLst/>
              <a:gdLst/>
              <a:ahLst/>
              <a:cxnLst/>
              <a:rect l="l" t="t" r="r" b="b"/>
              <a:pathLst>
                <a:path w="728" h="925" extrusionOk="0">
                  <a:moveTo>
                    <a:pt x="128" y="89"/>
                  </a:moveTo>
                  <a:lnTo>
                    <a:pt x="364" y="99"/>
                  </a:lnTo>
                  <a:cubicBezTo>
                    <a:pt x="541" y="99"/>
                    <a:pt x="630" y="187"/>
                    <a:pt x="630" y="335"/>
                  </a:cubicBezTo>
                  <a:cubicBezTo>
                    <a:pt x="620" y="465"/>
                    <a:pt x="532" y="542"/>
                    <a:pt x="373" y="542"/>
                  </a:cubicBezTo>
                  <a:cubicBezTo>
                    <a:pt x="364" y="542"/>
                    <a:pt x="354" y="542"/>
                    <a:pt x="344" y="541"/>
                  </a:cubicBezTo>
                  <a:lnTo>
                    <a:pt x="108" y="531"/>
                  </a:lnTo>
                  <a:lnTo>
                    <a:pt x="128" y="89"/>
                  </a:lnTo>
                  <a:close/>
                  <a:moveTo>
                    <a:pt x="39" y="0"/>
                  </a:moveTo>
                  <a:lnTo>
                    <a:pt x="0" y="895"/>
                  </a:lnTo>
                  <a:lnTo>
                    <a:pt x="89" y="895"/>
                  </a:lnTo>
                  <a:lnTo>
                    <a:pt x="108" y="610"/>
                  </a:lnTo>
                  <a:lnTo>
                    <a:pt x="344" y="620"/>
                  </a:lnTo>
                  <a:lnTo>
                    <a:pt x="413" y="620"/>
                  </a:lnTo>
                  <a:lnTo>
                    <a:pt x="610" y="915"/>
                  </a:lnTo>
                  <a:lnTo>
                    <a:pt x="718" y="925"/>
                  </a:lnTo>
                  <a:lnTo>
                    <a:pt x="502" y="610"/>
                  </a:lnTo>
                  <a:cubicBezTo>
                    <a:pt x="630" y="580"/>
                    <a:pt x="718" y="462"/>
                    <a:pt x="718" y="335"/>
                  </a:cubicBezTo>
                  <a:cubicBezTo>
                    <a:pt x="728" y="138"/>
                    <a:pt x="590" y="30"/>
                    <a:pt x="364" y="20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1">
              <a:extLst>
                <a:ext uri="{FF2B5EF4-FFF2-40B4-BE49-F238E27FC236}">
                  <a16:creationId xmlns:a16="http://schemas.microsoft.com/office/drawing/2014/main" id="{76B5A084-0E2B-E338-3E4C-FD4320B44565}"/>
                </a:ext>
              </a:extLst>
            </p:cNvPr>
            <p:cNvSpPr/>
            <p:nvPr/>
          </p:nvSpPr>
          <p:spPr>
            <a:xfrm>
              <a:off x="1614711" y="3494259"/>
              <a:ext cx="61522" cy="51878"/>
            </a:xfrm>
            <a:custGeom>
              <a:avLst/>
              <a:gdLst/>
              <a:ahLst/>
              <a:cxnLst/>
              <a:rect l="l" t="t" r="r" b="b"/>
              <a:pathLst>
                <a:path w="1110" h="936" extrusionOk="0">
                  <a:moveTo>
                    <a:pt x="493" y="113"/>
                  </a:moveTo>
                  <a:cubicBezTo>
                    <a:pt x="688" y="113"/>
                    <a:pt x="873" y="269"/>
                    <a:pt x="866" y="502"/>
                  </a:cubicBezTo>
                  <a:cubicBezTo>
                    <a:pt x="857" y="697"/>
                    <a:pt x="699" y="848"/>
                    <a:pt x="516" y="848"/>
                  </a:cubicBezTo>
                  <a:cubicBezTo>
                    <a:pt x="505" y="848"/>
                    <a:pt x="494" y="848"/>
                    <a:pt x="483" y="847"/>
                  </a:cubicBezTo>
                  <a:cubicBezTo>
                    <a:pt x="148" y="837"/>
                    <a:pt x="1" y="434"/>
                    <a:pt x="246" y="207"/>
                  </a:cubicBezTo>
                  <a:cubicBezTo>
                    <a:pt x="321" y="142"/>
                    <a:pt x="408" y="113"/>
                    <a:pt x="493" y="113"/>
                  </a:cubicBezTo>
                  <a:close/>
                  <a:moveTo>
                    <a:pt x="492" y="0"/>
                  </a:moveTo>
                  <a:cubicBezTo>
                    <a:pt x="256" y="0"/>
                    <a:pt x="30" y="182"/>
                    <a:pt x="30" y="463"/>
                  </a:cubicBezTo>
                  <a:cubicBezTo>
                    <a:pt x="10" y="719"/>
                    <a:pt x="217" y="935"/>
                    <a:pt x="473" y="935"/>
                  </a:cubicBezTo>
                  <a:cubicBezTo>
                    <a:pt x="477" y="935"/>
                    <a:pt x="481" y="935"/>
                    <a:pt x="485" y="935"/>
                  </a:cubicBezTo>
                  <a:cubicBezTo>
                    <a:pt x="900" y="935"/>
                    <a:pt x="1109" y="450"/>
                    <a:pt x="827" y="148"/>
                  </a:cubicBezTo>
                  <a:cubicBezTo>
                    <a:pt x="731" y="46"/>
                    <a:pt x="610" y="0"/>
                    <a:pt x="492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1">
              <a:extLst>
                <a:ext uri="{FF2B5EF4-FFF2-40B4-BE49-F238E27FC236}">
                  <a16:creationId xmlns:a16="http://schemas.microsoft.com/office/drawing/2014/main" id="{364E48CD-44D9-DBE9-4AD9-8EA880F66844}"/>
                </a:ext>
              </a:extLst>
            </p:cNvPr>
            <p:cNvSpPr/>
            <p:nvPr/>
          </p:nvSpPr>
          <p:spPr>
            <a:xfrm>
              <a:off x="1683383" y="3498084"/>
              <a:ext cx="32756" cy="50215"/>
            </a:xfrm>
            <a:custGeom>
              <a:avLst/>
              <a:gdLst/>
              <a:ahLst/>
              <a:cxnLst/>
              <a:rect l="l" t="t" r="r" b="b"/>
              <a:pathLst>
                <a:path w="591" h="906" extrusionOk="0">
                  <a:moveTo>
                    <a:pt x="40" y="1"/>
                  </a:moveTo>
                  <a:lnTo>
                    <a:pt x="1" y="886"/>
                  </a:lnTo>
                  <a:lnTo>
                    <a:pt x="591" y="906"/>
                  </a:lnTo>
                  <a:lnTo>
                    <a:pt x="591" y="827"/>
                  </a:lnTo>
                  <a:lnTo>
                    <a:pt x="99" y="807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1">
              <a:extLst>
                <a:ext uri="{FF2B5EF4-FFF2-40B4-BE49-F238E27FC236}">
                  <a16:creationId xmlns:a16="http://schemas.microsoft.com/office/drawing/2014/main" id="{B3D77CBF-27B4-3E32-1CFE-D91A14E227A8}"/>
                </a:ext>
              </a:extLst>
            </p:cNvPr>
            <p:cNvSpPr/>
            <p:nvPr/>
          </p:nvSpPr>
          <p:spPr>
            <a:xfrm>
              <a:off x="1730273" y="3500301"/>
              <a:ext cx="32756" cy="50160"/>
            </a:xfrm>
            <a:custGeom>
              <a:avLst/>
              <a:gdLst/>
              <a:ahLst/>
              <a:cxnLst/>
              <a:rect l="l" t="t" r="r" b="b"/>
              <a:pathLst>
                <a:path w="591" h="905" extrusionOk="0">
                  <a:moveTo>
                    <a:pt x="40" y="0"/>
                  </a:moveTo>
                  <a:lnTo>
                    <a:pt x="1" y="875"/>
                  </a:lnTo>
                  <a:lnTo>
                    <a:pt x="591" y="905"/>
                  </a:lnTo>
                  <a:lnTo>
                    <a:pt x="591" y="826"/>
                  </a:lnTo>
                  <a:lnTo>
                    <a:pt x="99" y="806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1">
              <a:extLst>
                <a:ext uri="{FF2B5EF4-FFF2-40B4-BE49-F238E27FC236}">
                  <a16:creationId xmlns:a16="http://schemas.microsoft.com/office/drawing/2014/main" id="{3B349E82-AE31-FB20-AB3E-90E8A3D238AE}"/>
                </a:ext>
              </a:extLst>
            </p:cNvPr>
            <p:cNvSpPr/>
            <p:nvPr/>
          </p:nvSpPr>
          <p:spPr>
            <a:xfrm>
              <a:off x="1844228" y="3507229"/>
              <a:ext cx="37079" cy="49827"/>
            </a:xfrm>
            <a:custGeom>
              <a:avLst/>
              <a:gdLst/>
              <a:ahLst/>
              <a:cxnLst/>
              <a:rect l="l" t="t" r="r" b="b"/>
              <a:pathLst>
                <a:path w="669" h="899" extrusionOk="0">
                  <a:moveTo>
                    <a:pt x="335" y="1"/>
                  </a:moveTo>
                  <a:cubicBezTo>
                    <a:pt x="141" y="1"/>
                    <a:pt x="39" y="111"/>
                    <a:pt x="39" y="229"/>
                  </a:cubicBezTo>
                  <a:cubicBezTo>
                    <a:pt x="30" y="554"/>
                    <a:pt x="580" y="426"/>
                    <a:pt x="570" y="672"/>
                  </a:cubicBezTo>
                  <a:cubicBezTo>
                    <a:pt x="570" y="760"/>
                    <a:pt x="492" y="819"/>
                    <a:pt x="325" y="819"/>
                  </a:cubicBezTo>
                  <a:cubicBezTo>
                    <a:pt x="216" y="819"/>
                    <a:pt x="118" y="770"/>
                    <a:pt x="39" y="701"/>
                  </a:cubicBezTo>
                  <a:lnTo>
                    <a:pt x="0" y="770"/>
                  </a:lnTo>
                  <a:cubicBezTo>
                    <a:pt x="79" y="849"/>
                    <a:pt x="197" y="898"/>
                    <a:pt x="315" y="898"/>
                  </a:cubicBezTo>
                  <a:cubicBezTo>
                    <a:pt x="324" y="898"/>
                    <a:pt x="334" y="898"/>
                    <a:pt x="343" y="898"/>
                  </a:cubicBezTo>
                  <a:cubicBezTo>
                    <a:pt x="551" y="898"/>
                    <a:pt x="659" y="794"/>
                    <a:pt x="659" y="672"/>
                  </a:cubicBezTo>
                  <a:cubicBezTo>
                    <a:pt x="669" y="357"/>
                    <a:pt x="118" y="475"/>
                    <a:pt x="128" y="229"/>
                  </a:cubicBezTo>
                  <a:cubicBezTo>
                    <a:pt x="137" y="146"/>
                    <a:pt x="198" y="81"/>
                    <a:pt x="343" y="81"/>
                  </a:cubicBezTo>
                  <a:cubicBezTo>
                    <a:pt x="353" y="81"/>
                    <a:pt x="363" y="81"/>
                    <a:pt x="374" y="82"/>
                  </a:cubicBezTo>
                  <a:cubicBezTo>
                    <a:pt x="462" y="82"/>
                    <a:pt x="541" y="111"/>
                    <a:pt x="620" y="160"/>
                  </a:cubicBezTo>
                  <a:lnTo>
                    <a:pt x="649" y="91"/>
                  </a:lnTo>
                  <a:cubicBezTo>
                    <a:pt x="570" y="32"/>
                    <a:pt x="482" y="3"/>
                    <a:pt x="384" y="3"/>
                  </a:cubicBezTo>
                  <a:cubicBezTo>
                    <a:pt x="367" y="1"/>
                    <a:pt x="351" y="1"/>
                    <a:pt x="33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1">
              <a:extLst>
                <a:ext uri="{FF2B5EF4-FFF2-40B4-BE49-F238E27FC236}">
                  <a16:creationId xmlns:a16="http://schemas.microsoft.com/office/drawing/2014/main" id="{9F77D6E7-3446-F0F5-CD08-856170A84715}"/>
                </a:ext>
              </a:extLst>
            </p:cNvPr>
            <p:cNvSpPr/>
            <p:nvPr/>
          </p:nvSpPr>
          <p:spPr>
            <a:xfrm>
              <a:off x="1892004" y="3508947"/>
              <a:ext cx="46003" cy="50326"/>
            </a:xfrm>
            <a:custGeom>
              <a:avLst/>
              <a:gdLst/>
              <a:ahLst/>
              <a:cxnLst/>
              <a:rect l="l" t="t" r="r" b="b"/>
              <a:pathLst>
                <a:path w="830" h="908" extrusionOk="0">
                  <a:moveTo>
                    <a:pt x="480" y="0"/>
                  </a:moveTo>
                  <a:cubicBezTo>
                    <a:pt x="239" y="0"/>
                    <a:pt x="33" y="190"/>
                    <a:pt x="33" y="434"/>
                  </a:cubicBezTo>
                  <a:cubicBezTo>
                    <a:pt x="13" y="690"/>
                    <a:pt x="220" y="906"/>
                    <a:pt x="476" y="906"/>
                  </a:cubicBezTo>
                  <a:cubicBezTo>
                    <a:pt x="487" y="907"/>
                    <a:pt x="499" y="908"/>
                    <a:pt x="511" y="908"/>
                  </a:cubicBezTo>
                  <a:cubicBezTo>
                    <a:pt x="619" y="908"/>
                    <a:pt x="730" y="868"/>
                    <a:pt x="810" y="788"/>
                  </a:cubicBezTo>
                  <a:lnTo>
                    <a:pt x="751" y="729"/>
                  </a:lnTo>
                  <a:cubicBezTo>
                    <a:pt x="689" y="782"/>
                    <a:pt x="604" y="819"/>
                    <a:pt x="516" y="819"/>
                  </a:cubicBezTo>
                  <a:cubicBezTo>
                    <a:pt x="506" y="819"/>
                    <a:pt x="496" y="819"/>
                    <a:pt x="485" y="818"/>
                  </a:cubicBezTo>
                  <a:cubicBezTo>
                    <a:pt x="0" y="798"/>
                    <a:pt x="22" y="80"/>
                    <a:pt x="496" y="80"/>
                  </a:cubicBezTo>
                  <a:cubicBezTo>
                    <a:pt x="502" y="80"/>
                    <a:pt x="508" y="80"/>
                    <a:pt x="515" y="80"/>
                  </a:cubicBezTo>
                  <a:cubicBezTo>
                    <a:pt x="613" y="80"/>
                    <a:pt x="702" y="129"/>
                    <a:pt x="771" y="208"/>
                  </a:cubicBezTo>
                  <a:lnTo>
                    <a:pt x="830" y="149"/>
                  </a:lnTo>
                  <a:cubicBezTo>
                    <a:pt x="751" y="60"/>
                    <a:pt x="633" y="1"/>
                    <a:pt x="515" y="1"/>
                  </a:cubicBezTo>
                  <a:cubicBezTo>
                    <a:pt x="503" y="0"/>
                    <a:pt x="491" y="0"/>
                    <a:pt x="48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1">
              <a:extLst>
                <a:ext uri="{FF2B5EF4-FFF2-40B4-BE49-F238E27FC236}">
                  <a16:creationId xmlns:a16="http://schemas.microsoft.com/office/drawing/2014/main" id="{FA22166A-17BB-5275-D247-53D71CAF9769}"/>
                </a:ext>
              </a:extLst>
            </p:cNvPr>
            <p:cNvSpPr/>
            <p:nvPr/>
          </p:nvSpPr>
          <p:spPr>
            <a:xfrm>
              <a:off x="1953249" y="3511164"/>
              <a:ext cx="36026" cy="50769"/>
            </a:xfrm>
            <a:custGeom>
              <a:avLst/>
              <a:gdLst/>
              <a:ahLst/>
              <a:cxnLst/>
              <a:rect l="l" t="t" r="r" b="b"/>
              <a:pathLst>
                <a:path w="650" h="916" extrusionOk="0">
                  <a:moveTo>
                    <a:pt x="30" y="1"/>
                  </a:moveTo>
                  <a:lnTo>
                    <a:pt x="0" y="886"/>
                  </a:lnTo>
                  <a:lnTo>
                    <a:pt x="620" y="915"/>
                  </a:lnTo>
                  <a:lnTo>
                    <a:pt x="620" y="827"/>
                  </a:lnTo>
                  <a:lnTo>
                    <a:pt x="108" y="807"/>
                  </a:lnTo>
                  <a:lnTo>
                    <a:pt x="118" y="483"/>
                  </a:lnTo>
                  <a:lnTo>
                    <a:pt x="580" y="502"/>
                  </a:lnTo>
                  <a:lnTo>
                    <a:pt x="580" y="414"/>
                  </a:lnTo>
                  <a:lnTo>
                    <a:pt x="118" y="404"/>
                  </a:lnTo>
                  <a:lnTo>
                    <a:pt x="128" y="79"/>
                  </a:lnTo>
                  <a:lnTo>
                    <a:pt x="649" y="99"/>
                  </a:lnTo>
                  <a:lnTo>
                    <a:pt x="649" y="20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1">
              <a:extLst>
                <a:ext uri="{FF2B5EF4-FFF2-40B4-BE49-F238E27FC236}">
                  <a16:creationId xmlns:a16="http://schemas.microsoft.com/office/drawing/2014/main" id="{609D164C-A1DF-9FFE-4E18-11A7A96B8F34}"/>
                </a:ext>
              </a:extLst>
            </p:cNvPr>
            <p:cNvSpPr/>
            <p:nvPr/>
          </p:nvSpPr>
          <p:spPr>
            <a:xfrm>
              <a:off x="2005017" y="3513880"/>
              <a:ext cx="43121" cy="50215"/>
            </a:xfrm>
            <a:custGeom>
              <a:avLst/>
              <a:gdLst/>
              <a:ahLst/>
              <a:cxnLst/>
              <a:rect l="l" t="t" r="r" b="b"/>
              <a:pathLst>
                <a:path w="778" h="906" extrusionOk="0">
                  <a:moveTo>
                    <a:pt x="40" y="1"/>
                  </a:moveTo>
                  <a:lnTo>
                    <a:pt x="0" y="886"/>
                  </a:lnTo>
                  <a:lnTo>
                    <a:pt x="99" y="886"/>
                  </a:lnTo>
                  <a:lnTo>
                    <a:pt x="128" y="168"/>
                  </a:lnTo>
                  <a:lnTo>
                    <a:pt x="669" y="906"/>
                  </a:lnTo>
                  <a:lnTo>
                    <a:pt x="738" y="906"/>
                  </a:lnTo>
                  <a:lnTo>
                    <a:pt x="777" y="21"/>
                  </a:lnTo>
                  <a:lnTo>
                    <a:pt x="689" y="21"/>
                  </a:lnTo>
                  <a:lnTo>
                    <a:pt x="659" y="73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1">
              <a:extLst>
                <a:ext uri="{FF2B5EF4-FFF2-40B4-BE49-F238E27FC236}">
                  <a16:creationId xmlns:a16="http://schemas.microsoft.com/office/drawing/2014/main" id="{A1BCC50D-2178-1154-1C25-32A3E1536B57}"/>
                </a:ext>
              </a:extLst>
            </p:cNvPr>
            <p:cNvSpPr/>
            <p:nvPr/>
          </p:nvSpPr>
          <p:spPr>
            <a:xfrm>
              <a:off x="2067703" y="3515543"/>
              <a:ext cx="35472" cy="50769"/>
            </a:xfrm>
            <a:custGeom>
              <a:avLst/>
              <a:gdLst/>
              <a:ahLst/>
              <a:cxnLst/>
              <a:rect l="l" t="t" r="r" b="b"/>
              <a:pathLst>
                <a:path w="640" h="916" extrusionOk="0">
                  <a:moveTo>
                    <a:pt x="30" y="0"/>
                  </a:moveTo>
                  <a:lnTo>
                    <a:pt x="0" y="895"/>
                  </a:lnTo>
                  <a:lnTo>
                    <a:pt x="630" y="915"/>
                  </a:lnTo>
                  <a:lnTo>
                    <a:pt x="630" y="836"/>
                  </a:lnTo>
                  <a:lnTo>
                    <a:pt x="99" y="817"/>
                  </a:lnTo>
                  <a:lnTo>
                    <a:pt x="118" y="482"/>
                  </a:lnTo>
                  <a:lnTo>
                    <a:pt x="571" y="502"/>
                  </a:lnTo>
                  <a:lnTo>
                    <a:pt x="571" y="423"/>
                  </a:lnTo>
                  <a:lnTo>
                    <a:pt x="118" y="404"/>
                  </a:lnTo>
                  <a:lnTo>
                    <a:pt x="128" y="89"/>
                  </a:lnTo>
                  <a:lnTo>
                    <a:pt x="640" y="109"/>
                  </a:lnTo>
                  <a:lnTo>
                    <a:pt x="640" y="3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1">
              <a:extLst>
                <a:ext uri="{FF2B5EF4-FFF2-40B4-BE49-F238E27FC236}">
                  <a16:creationId xmlns:a16="http://schemas.microsoft.com/office/drawing/2014/main" id="{F07105B4-0F31-09FD-2927-138832717FE5}"/>
                </a:ext>
              </a:extLst>
            </p:cNvPr>
            <p:cNvSpPr/>
            <p:nvPr/>
          </p:nvSpPr>
          <p:spPr>
            <a:xfrm>
              <a:off x="2210478" y="3513270"/>
              <a:ext cx="46391" cy="50381"/>
            </a:xfrm>
            <a:custGeom>
              <a:avLst/>
              <a:gdLst/>
              <a:ahLst/>
              <a:cxnLst/>
              <a:rect l="l" t="t" r="r" b="b"/>
              <a:pathLst>
                <a:path w="837" h="909" extrusionOk="0">
                  <a:moveTo>
                    <a:pt x="478" y="1"/>
                  </a:moveTo>
                  <a:cubicBezTo>
                    <a:pt x="246" y="1"/>
                    <a:pt x="40" y="191"/>
                    <a:pt x="31" y="435"/>
                  </a:cubicBezTo>
                  <a:cubicBezTo>
                    <a:pt x="21" y="691"/>
                    <a:pt x="227" y="907"/>
                    <a:pt x="483" y="907"/>
                  </a:cubicBezTo>
                  <a:cubicBezTo>
                    <a:pt x="495" y="908"/>
                    <a:pt x="507" y="908"/>
                    <a:pt x="518" y="908"/>
                  </a:cubicBezTo>
                  <a:cubicBezTo>
                    <a:pt x="624" y="908"/>
                    <a:pt x="728" y="869"/>
                    <a:pt x="807" y="789"/>
                  </a:cubicBezTo>
                  <a:lnTo>
                    <a:pt x="748" y="730"/>
                  </a:lnTo>
                  <a:cubicBezTo>
                    <a:pt x="680" y="799"/>
                    <a:pt x="581" y="828"/>
                    <a:pt x="483" y="828"/>
                  </a:cubicBezTo>
                  <a:cubicBezTo>
                    <a:pt x="1" y="799"/>
                    <a:pt x="29" y="90"/>
                    <a:pt x="485" y="90"/>
                  </a:cubicBezTo>
                  <a:cubicBezTo>
                    <a:pt x="494" y="90"/>
                    <a:pt x="503" y="90"/>
                    <a:pt x="512" y="91"/>
                  </a:cubicBezTo>
                  <a:cubicBezTo>
                    <a:pt x="611" y="91"/>
                    <a:pt x="709" y="130"/>
                    <a:pt x="778" y="199"/>
                  </a:cubicBezTo>
                  <a:lnTo>
                    <a:pt x="837" y="150"/>
                  </a:lnTo>
                  <a:cubicBezTo>
                    <a:pt x="758" y="51"/>
                    <a:pt x="640" y="2"/>
                    <a:pt x="512" y="2"/>
                  </a:cubicBezTo>
                  <a:cubicBezTo>
                    <a:pt x="501" y="1"/>
                    <a:pt x="490" y="1"/>
                    <a:pt x="47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1">
              <a:extLst>
                <a:ext uri="{FF2B5EF4-FFF2-40B4-BE49-F238E27FC236}">
                  <a16:creationId xmlns:a16="http://schemas.microsoft.com/office/drawing/2014/main" id="{45AFF6AF-A689-7FB4-89A5-1F5470D44729}"/>
                </a:ext>
              </a:extLst>
            </p:cNvPr>
            <p:cNvSpPr/>
            <p:nvPr/>
          </p:nvSpPr>
          <p:spPr>
            <a:xfrm>
              <a:off x="2271003" y="3514988"/>
              <a:ext cx="42566" cy="49716"/>
            </a:xfrm>
            <a:custGeom>
              <a:avLst/>
              <a:gdLst/>
              <a:ahLst/>
              <a:cxnLst/>
              <a:rect l="l" t="t" r="r" b="b"/>
              <a:pathLst>
                <a:path w="768" h="897" extrusionOk="0">
                  <a:moveTo>
                    <a:pt x="40" y="1"/>
                  </a:moveTo>
                  <a:lnTo>
                    <a:pt x="11" y="502"/>
                  </a:lnTo>
                  <a:cubicBezTo>
                    <a:pt x="1" y="758"/>
                    <a:pt x="138" y="886"/>
                    <a:pt x="365" y="896"/>
                  </a:cubicBezTo>
                  <a:cubicBezTo>
                    <a:pt x="373" y="896"/>
                    <a:pt x="382" y="896"/>
                    <a:pt x="390" y="896"/>
                  </a:cubicBezTo>
                  <a:cubicBezTo>
                    <a:pt x="601" y="896"/>
                    <a:pt x="729" y="778"/>
                    <a:pt x="748" y="532"/>
                  </a:cubicBezTo>
                  <a:lnTo>
                    <a:pt x="768" y="20"/>
                  </a:lnTo>
                  <a:lnTo>
                    <a:pt x="669" y="20"/>
                  </a:lnTo>
                  <a:lnTo>
                    <a:pt x="650" y="522"/>
                  </a:lnTo>
                  <a:cubicBezTo>
                    <a:pt x="640" y="727"/>
                    <a:pt x="551" y="818"/>
                    <a:pt x="390" y="818"/>
                  </a:cubicBezTo>
                  <a:cubicBezTo>
                    <a:pt x="382" y="818"/>
                    <a:pt x="373" y="817"/>
                    <a:pt x="365" y="817"/>
                  </a:cubicBezTo>
                  <a:cubicBezTo>
                    <a:pt x="197" y="817"/>
                    <a:pt x="99" y="709"/>
                    <a:pt x="109" y="502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1">
              <a:extLst>
                <a:ext uri="{FF2B5EF4-FFF2-40B4-BE49-F238E27FC236}">
                  <a16:creationId xmlns:a16="http://schemas.microsoft.com/office/drawing/2014/main" id="{1B515094-59DC-2111-D2DD-F6B62600BD16}"/>
                </a:ext>
              </a:extLst>
            </p:cNvPr>
            <p:cNvSpPr/>
            <p:nvPr/>
          </p:nvSpPr>
          <p:spPr>
            <a:xfrm>
              <a:off x="2325541" y="3517150"/>
              <a:ext cx="39851" cy="50215"/>
            </a:xfrm>
            <a:custGeom>
              <a:avLst/>
              <a:gdLst/>
              <a:ahLst/>
              <a:cxnLst/>
              <a:rect l="l" t="t" r="r" b="b"/>
              <a:pathLst>
                <a:path w="719" h="906" extrusionOk="0">
                  <a:moveTo>
                    <a:pt x="0" y="1"/>
                  </a:moveTo>
                  <a:lnTo>
                    <a:pt x="0" y="80"/>
                  </a:lnTo>
                  <a:lnTo>
                    <a:pt x="305" y="89"/>
                  </a:lnTo>
                  <a:lnTo>
                    <a:pt x="276" y="906"/>
                  </a:lnTo>
                  <a:lnTo>
                    <a:pt x="374" y="906"/>
                  </a:lnTo>
                  <a:lnTo>
                    <a:pt x="403" y="99"/>
                  </a:lnTo>
                  <a:lnTo>
                    <a:pt x="718" y="109"/>
                  </a:lnTo>
                  <a:lnTo>
                    <a:pt x="718" y="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1">
              <a:extLst>
                <a:ext uri="{FF2B5EF4-FFF2-40B4-BE49-F238E27FC236}">
                  <a16:creationId xmlns:a16="http://schemas.microsoft.com/office/drawing/2014/main" id="{033F04F0-D6C7-5B81-9D31-A2DFDB25849C}"/>
                </a:ext>
              </a:extLst>
            </p:cNvPr>
            <p:cNvSpPr/>
            <p:nvPr/>
          </p:nvSpPr>
          <p:spPr>
            <a:xfrm>
              <a:off x="2748968" y="1467847"/>
              <a:ext cx="63240" cy="181406"/>
            </a:xfrm>
            <a:custGeom>
              <a:avLst/>
              <a:gdLst/>
              <a:ahLst/>
              <a:cxnLst/>
              <a:rect l="l" t="t" r="r" b="b"/>
              <a:pathLst>
                <a:path w="1141" h="3273" extrusionOk="0">
                  <a:moveTo>
                    <a:pt x="527" y="0"/>
                  </a:moveTo>
                  <a:cubicBezTo>
                    <a:pt x="238" y="0"/>
                    <a:pt x="0" y="232"/>
                    <a:pt x="0" y="538"/>
                  </a:cubicBezTo>
                  <a:lnTo>
                    <a:pt x="30" y="2750"/>
                  </a:lnTo>
                  <a:cubicBezTo>
                    <a:pt x="30" y="3026"/>
                    <a:pt x="246" y="3252"/>
                    <a:pt x="521" y="3272"/>
                  </a:cubicBezTo>
                  <a:lnTo>
                    <a:pt x="561" y="3272"/>
                  </a:lnTo>
                  <a:cubicBezTo>
                    <a:pt x="573" y="3272"/>
                    <a:pt x="584" y="3273"/>
                    <a:pt x="596" y="3273"/>
                  </a:cubicBezTo>
                  <a:cubicBezTo>
                    <a:pt x="895" y="3273"/>
                    <a:pt x="1141" y="3033"/>
                    <a:pt x="1131" y="2721"/>
                  </a:cubicBezTo>
                  <a:lnTo>
                    <a:pt x="1072" y="508"/>
                  </a:lnTo>
                  <a:cubicBezTo>
                    <a:pt x="1062" y="252"/>
                    <a:pt x="866" y="36"/>
                    <a:pt x="610" y="7"/>
                  </a:cubicBezTo>
                  <a:cubicBezTo>
                    <a:pt x="582" y="2"/>
                    <a:pt x="554" y="0"/>
                    <a:pt x="527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1">
              <a:extLst>
                <a:ext uri="{FF2B5EF4-FFF2-40B4-BE49-F238E27FC236}">
                  <a16:creationId xmlns:a16="http://schemas.microsoft.com/office/drawing/2014/main" id="{93AD4CB0-BB9C-0BED-975E-6D4834F6E751}"/>
                </a:ext>
              </a:extLst>
            </p:cNvPr>
            <p:cNvSpPr/>
            <p:nvPr/>
          </p:nvSpPr>
          <p:spPr>
            <a:xfrm>
              <a:off x="2752737" y="1343307"/>
              <a:ext cx="56755" cy="100541"/>
            </a:xfrm>
            <a:custGeom>
              <a:avLst/>
              <a:gdLst/>
              <a:ahLst/>
              <a:cxnLst/>
              <a:rect l="l" t="t" r="r" b="b"/>
              <a:pathLst>
                <a:path w="1024" h="1814" extrusionOk="0">
                  <a:moveTo>
                    <a:pt x="531" y="1"/>
                  </a:moveTo>
                  <a:cubicBezTo>
                    <a:pt x="525" y="1"/>
                    <a:pt x="519" y="1"/>
                    <a:pt x="512" y="1"/>
                  </a:cubicBezTo>
                  <a:cubicBezTo>
                    <a:pt x="276" y="11"/>
                    <a:pt x="89" y="188"/>
                    <a:pt x="80" y="414"/>
                  </a:cubicBezTo>
                  <a:lnTo>
                    <a:pt x="11" y="1319"/>
                  </a:lnTo>
                  <a:cubicBezTo>
                    <a:pt x="1" y="1555"/>
                    <a:pt x="168" y="1762"/>
                    <a:pt x="404" y="1791"/>
                  </a:cubicBezTo>
                  <a:lnTo>
                    <a:pt x="503" y="1811"/>
                  </a:lnTo>
                  <a:cubicBezTo>
                    <a:pt x="519" y="1813"/>
                    <a:pt x="536" y="1814"/>
                    <a:pt x="553" y="1814"/>
                  </a:cubicBezTo>
                  <a:cubicBezTo>
                    <a:pt x="807" y="1814"/>
                    <a:pt x="1023" y="1607"/>
                    <a:pt x="1014" y="1339"/>
                  </a:cubicBezTo>
                  <a:lnTo>
                    <a:pt x="984" y="434"/>
                  </a:lnTo>
                  <a:cubicBezTo>
                    <a:pt x="975" y="185"/>
                    <a:pt x="769" y="1"/>
                    <a:pt x="531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1">
              <a:extLst>
                <a:ext uri="{FF2B5EF4-FFF2-40B4-BE49-F238E27FC236}">
                  <a16:creationId xmlns:a16="http://schemas.microsoft.com/office/drawing/2014/main" id="{0588D563-3ACB-5201-0B7C-12FF91370915}"/>
                </a:ext>
              </a:extLst>
            </p:cNvPr>
            <p:cNvSpPr/>
            <p:nvPr/>
          </p:nvSpPr>
          <p:spPr>
            <a:xfrm>
              <a:off x="3238429" y="1509471"/>
              <a:ext cx="467233" cy="694642"/>
            </a:xfrm>
            <a:custGeom>
              <a:avLst/>
              <a:gdLst/>
              <a:ahLst/>
              <a:cxnLst/>
              <a:rect l="l" t="t" r="r" b="b"/>
              <a:pathLst>
                <a:path w="8430" h="12533" extrusionOk="0">
                  <a:moveTo>
                    <a:pt x="3035" y="3504"/>
                  </a:moveTo>
                  <a:cubicBezTo>
                    <a:pt x="3407" y="3505"/>
                    <a:pt x="3769" y="3593"/>
                    <a:pt x="4102" y="3750"/>
                  </a:cubicBezTo>
                  <a:cubicBezTo>
                    <a:pt x="4063" y="3907"/>
                    <a:pt x="4013" y="4055"/>
                    <a:pt x="3954" y="4202"/>
                  </a:cubicBezTo>
                  <a:cubicBezTo>
                    <a:pt x="3650" y="4901"/>
                    <a:pt x="2951" y="5392"/>
                    <a:pt x="2253" y="5392"/>
                  </a:cubicBezTo>
                  <a:lnTo>
                    <a:pt x="2243" y="5392"/>
                  </a:lnTo>
                  <a:cubicBezTo>
                    <a:pt x="2228" y="5393"/>
                    <a:pt x="2213" y="5394"/>
                    <a:pt x="2198" y="5394"/>
                  </a:cubicBezTo>
                  <a:cubicBezTo>
                    <a:pt x="2036" y="5394"/>
                    <a:pt x="1876" y="5346"/>
                    <a:pt x="1732" y="5265"/>
                  </a:cubicBezTo>
                  <a:cubicBezTo>
                    <a:pt x="1456" y="5078"/>
                    <a:pt x="1358" y="4635"/>
                    <a:pt x="1525" y="4291"/>
                  </a:cubicBezTo>
                  <a:cubicBezTo>
                    <a:pt x="1673" y="3966"/>
                    <a:pt x="2007" y="3711"/>
                    <a:pt x="2440" y="3593"/>
                  </a:cubicBezTo>
                  <a:cubicBezTo>
                    <a:pt x="2625" y="3534"/>
                    <a:pt x="2830" y="3505"/>
                    <a:pt x="3035" y="3504"/>
                  </a:cubicBezTo>
                  <a:close/>
                  <a:moveTo>
                    <a:pt x="4959" y="7260"/>
                  </a:moveTo>
                  <a:cubicBezTo>
                    <a:pt x="4981" y="7260"/>
                    <a:pt x="5004" y="7260"/>
                    <a:pt x="5026" y="7261"/>
                  </a:cubicBezTo>
                  <a:lnTo>
                    <a:pt x="5017" y="7261"/>
                  </a:lnTo>
                  <a:cubicBezTo>
                    <a:pt x="5312" y="7261"/>
                    <a:pt x="5607" y="7300"/>
                    <a:pt x="5882" y="7399"/>
                  </a:cubicBezTo>
                  <a:cubicBezTo>
                    <a:pt x="5872" y="7487"/>
                    <a:pt x="5862" y="7586"/>
                    <a:pt x="5843" y="7684"/>
                  </a:cubicBezTo>
                  <a:cubicBezTo>
                    <a:pt x="5764" y="8244"/>
                    <a:pt x="5538" y="9012"/>
                    <a:pt x="4948" y="9444"/>
                  </a:cubicBezTo>
                  <a:cubicBezTo>
                    <a:pt x="4711" y="9604"/>
                    <a:pt x="4428" y="9694"/>
                    <a:pt x="4143" y="9694"/>
                  </a:cubicBezTo>
                  <a:cubicBezTo>
                    <a:pt x="4060" y="9694"/>
                    <a:pt x="3977" y="9686"/>
                    <a:pt x="3895" y="9671"/>
                  </a:cubicBezTo>
                  <a:cubicBezTo>
                    <a:pt x="3640" y="9631"/>
                    <a:pt x="3404" y="9484"/>
                    <a:pt x="3256" y="9267"/>
                  </a:cubicBezTo>
                  <a:cubicBezTo>
                    <a:pt x="3109" y="9021"/>
                    <a:pt x="3079" y="8717"/>
                    <a:pt x="3187" y="8441"/>
                  </a:cubicBezTo>
                  <a:cubicBezTo>
                    <a:pt x="3364" y="7949"/>
                    <a:pt x="3748" y="7576"/>
                    <a:pt x="4240" y="7389"/>
                  </a:cubicBezTo>
                  <a:cubicBezTo>
                    <a:pt x="4465" y="7308"/>
                    <a:pt x="4714" y="7260"/>
                    <a:pt x="4959" y="7260"/>
                  </a:cubicBezTo>
                  <a:close/>
                  <a:moveTo>
                    <a:pt x="1551" y="1"/>
                  </a:moveTo>
                  <a:cubicBezTo>
                    <a:pt x="1043" y="1"/>
                    <a:pt x="548" y="152"/>
                    <a:pt x="158" y="446"/>
                  </a:cubicBezTo>
                  <a:cubicBezTo>
                    <a:pt x="0" y="548"/>
                    <a:pt x="109" y="752"/>
                    <a:pt x="249" y="752"/>
                  </a:cubicBezTo>
                  <a:cubicBezTo>
                    <a:pt x="284" y="752"/>
                    <a:pt x="320" y="740"/>
                    <a:pt x="355" y="711"/>
                  </a:cubicBezTo>
                  <a:cubicBezTo>
                    <a:pt x="690" y="460"/>
                    <a:pt x="1116" y="329"/>
                    <a:pt x="1553" y="329"/>
                  </a:cubicBezTo>
                  <a:cubicBezTo>
                    <a:pt x="1835" y="329"/>
                    <a:pt x="2121" y="383"/>
                    <a:pt x="2391" y="495"/>
                  </a:cubicBezTo>
                  <a:cubicBezTo>
                    <a:pt x="3059" y="790"/>
                    <a:pt x="3590" y="1340"/>
                    <a:pt x="3876" y="2019"/>
                  </a:cubicBezTo>
                  <a:cubicBezTo>
                    <a:pt x="4072" y="2452"/>
                    <a:pt x="4161" y="2934"/>
                    <a:pt x="4141" y="3416"/>
                  </a:cubicBezTo>
                  <a:cubicBezTo>
                    <a:pt x="3795" y="3260"/>
                    <a:pt x="3423" y="3185"/>
                    <a:pt x="3052" y="3185"/>
                  </a:cubicBezTo>
                  <a:cubicBezTo>
                    <a:pt x="2812" y="3185"/>
                    <a:pt x="2573" y="3216"/>
                    <a:pt x="2341" y="3278"/>
                  </a:cubicBezTo>
                  <a:cubicBezTo>
                    <a:pt x="1820" y="3425"/>
                    <a:pt x="1407" y="3750"/>
                    <a:pt x="1220" y="4153"/>
                  </a:cubicBezTo>
                  <a:cubicBezTo>
                    <a:pt x="984" y="4655"/>
                    <a:pt x="1132" y="5265"/>
                    <a:pt x="1545" y="5540"/>
                  </a:cubicBezTo>
                  <a:cubicBezTo>
                    <a:pt x="1738" y="5660"/>
                    <a:pt x="1966" y="5728"/>
                    <a:pt x="2189" y="5728"/>
                  </a:cubicBezTo>
                  <a:cubicBezTo>
                    <a:pt x="2204" y="5728"/>
                    <a:pt x="2218" y="5727"/>
                    <a:pt x="2233" y="5727"/>
                  </a:cubicBezTo>
                  <a:lnTo>
                    <a:pt x="2243" y="5727"/>
                  </a:lnTo>
                  <a:cubicBezTo>
                    <a:pt x="3069" y="5727"/>
                    <a:pt x="3895" y="5156"/>
                    <a:pt x="4249" y="4340"/>
                  </a:cubicBezTo>
                  <a:cubicBezTo>
                    <a:pt x="4308" y="4202"/>
                    <a:pt x="4358" y="4055"/>
                    <a:pt x="4397" y="3907"/>
                  </a:cubicBezTo>
                  <a:cubicBezTo>
                    <a:pt x="4702" y="4094"/>
                    <a:pt x="4967" y="4340"/>
                    <a:pt x="5184" y="4635"/>
                  </a:cubicBezTo>
                  <a:cubicBezTo>
                    <a:pt x="5675" y="5274"/>
                    <a:pt x="5921" y="6140"/>
                    <a:pt x="5892" y="7064"/>
                  </a:cubicBezTo>
                  <a:cubicBezTo>
                    <a:pt x="5609" y="6978"/>
                    <a:pt x="5318" y="6934"/>
                    <a:pt x="5027" y="6934"/>
                  </a:cubicBezTo>
                  <a:cubicBezTo>
                    <a:pt x="4720" y="6934"/>
                    <a:pt x="4414" y="6983"/>
                    <a:pt x="4122" y="7084"/>
                  </a:cubicBezTo>
                  <a:cubicBezTo>
                    <a:pt x="3541" y="7300"/>
                    <a:pt x="3079" y="7763"/>
                    <a:pt x="2863" y="8343"/>
                  </a:cubicBezTo>
                  <a:cubicBezTo>
                    <a:pt x="2725" y="8707"/>
                    <a:pt x="2774" y="9110"/>
                    <a:pt x="2971" y="9444"/>
                  </a:cubicBezTo>
                  <a:cubicBezTo>
                    <a:pt x="3177" y="9739"/>
                    <a:pt x="3482" y="9936"/>
                    <a:pt x="3836" y="9995"/>
                  </a:cubicBezTo>
                  <a:cubicBezTo>
                    <a:pt x="3938" y="10013"/>
                    <a:pt x="4040" y="10021"/>
                    <a:pt x="4141" y="10021"/>
                  </a:cubicBezTo>
                  <a:cubicBezTo>
                    <a:pt x="4495" y="10021"/>
                    <a:pt x="4844" y="9916"/>
                    <a:pt x="5135" y="9710"/>
                  </a:cubicBezTo>
                  <a:cubicBezTo>
                    <a:pt x="5823" y="9218"/>
                    <a:pt x="6079" y="8362"/>
                    <a:pt x="6167" y="7733"/>
                  </a:cubicBezTo>
                  <a:cubicBezTo>
                    <a:pt x="6177" y="7654"/>
                    <a:pt x="6187" y="7586"/>
                    <a:pt x="6197" y="7517"/>
                  </a:cubicBezTo>
                  <a:cubicBezTo>
                    <a:pt x="6738" y="7763"/>
                    <a:pt x="7180" y="8166"/>
                    <a:pt x="7475" y="8677"/>
                  </a:cubicBezTo>
                  <a:cubicBezTo>
                    <a:pt x="8085" y="9749"/>
                    <a:pt x="7947" y="11224"/>
                    <a:pt x="7141" y="12267"/>
                  </a:cubicBezTo>
                  <a:cubicBezTo>
                    <a:pt x="7082" y="12336"/>
                    <a:pt x="7092" y="12434"/>
                    <a:pt x="7170" y="12493"/>
                  </a:cubicBezTo>
                  <a:cubicBezTo>
                    <a:pt x="7200" y="12513"/>
                    <a:pt x="7229" y="12532"/>
                    <a:pt x="7269" y="12532"/>
                  </a:cubicBezTo>
                  <a:cubicBezTo>
                    <a:pt x="7318" y="12523"/>
                    <a:pt x="7357" y="12503"/>
                    <a:pt x="7387" y="12473"/>
                  </a:cubicBezTo>
                  <a:cubicBezTo>
                    <a:pt x="8282" y="11333"/>
                    <a:pt x="8429" y="9700"/>
                    <a:pt x="7751" y="8510"/>
                  </a:cubicBezTo>
                  <a:cubicBezTo>
                    <a:pt x="7406" y="7910"/>
                    <a:pt x="6865" y="7438"/>
                    <a:pt x="6216" y="7182"/>
                  </a:cubicBezTo>
                  <a:cubicBezTo>
                    <a:pt x="6266" y="6140"/>
                    <a:pt x="6000" y="5166"/>
                    <a:pt x="5449" y="4438"/>
                  </a:cubicBezTo>
                  <a:cubicBezTo>
                    <a:pt x="5184" y="4075"/>
                    <a:pt x="4840" y="3779"/>
                    <a:pt x="4456" y="3563"/>
                  </a:cubicBezTo>
                  <a:cubicBezTo>
                    <a:pt x="4515" y="2993"/>
                    <a:pt x="4417" y="2412"/>
                    <a:pt x="4181" y="1881"/>
                  </a:cubicBezTo>
                  <a:cubicBezTo>
                    <a:pt x="3856" y="1124"/>
                    <a:pt x="3266" y="524"/>
                    <a:pt x="2518" y="190"/>
                  </a:cubicBezTo>
                  <a:cubicBezTo>
                    <a:pt x="2207" y="63"/>
                    <a:pt x="1876" y="1"/>
                    <a:pt x="15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1">
              <a:extLst>
                <a:ext uri="{FF2B5EF4-FFF2-40B4-BE49-F238E27FC236}">
                  <a16:creationId xmlns:a16="http://schemas.microsoft.com/office/drawing/2014/main" id="{69667917-9B98-68C2-0A22-AACA44745A54}"/>
                </a:ext>
              </a:extLst>
            </p:cNvPr>
            <p:cNvSpPr/>
            <p:nvPr/>
          </p:nvSpPr>
          <p:spPr>
            <a:xfrm>
              <a:off x="1309905" y="2164486"/>
              <a:ext cx="247528" cy="448998"/>
            </a:xfrm>
            <a:custGeom>
              <a:avLst/>
              <a:gdLst/>
              <a:ahLst/>
              <a:cxnLst/>
              <a:rect l="l" t="t" r="r" b="b"/>
              <a:pathLst>
                <a:path w="4466" h="8101" extrusionOk="0">
                  <a:moveTo>
                    <a:pt x="2502" y="3105"/>
                  </a:moveTo>
                  <a:cubicBezTo>
                    <a:pt x="2559" y="3105"/>
                    <a:pt x="2614" y="3117"/>
                    <a:pt x="2666" y="3144"/>
                  </a:cubicBezTo>
                  <a:cubicBezTo>
                    <a:pt x="2852" y="3252"/>
                    <a:pt x="2931" y="3478"/>
                    <a:pt x="2862" y="3685"/>
                  </a:cubicBezTo>
                  <a:cubicBezTo>
                    <a:pt x="2784" y="3911"/>
                    <a:pt x="2597" y="4088"/>
                    <a:pt x="2370" y="4166"/>
                  </a:cubicBezTo>
                  <a:cubicBezTo>
                    <a:pt x="2243" y="4216"/>
                    <a:pt x="2105" y="4240"/>
                    <a:pt x="1967" y="4240"/>
                  </a:cubicBezTo>
                  <a:cubicBezTo>
                    <a:pt x="1830" y="4240"/>
                    <a:pt x="1692" y="4216"/>
                    <a:pt x="1564" y="4166"/>
                  </a:cubicBezTo>
                  <a:cubicBezTo>
                    <a:pt x="1633" y="3921"/>
                    <a:pt x="1741" y="3694"/>
                    <a:pt x="1889" y="3498"/>
                  </a:cubicBezTo>
                  <a:cubicBezTo>
                    <a:pt x="2044" y="3280"/>
                    <a:pt x="2286" y="3105"/>
                    <a:pt x="2502" y="3105"/>
                  </a:cubicBezTo>
                  <a:close/>
                  <a:moveTo>
                    <a:pt x="2419" y="1"/>
                  </a:moveTo>
                  <a:cubicBezTo>
                    <a:pt x="1959" y="1"/>
                    <a:pt x="1464" y="234"/>
                    <a:pt x="1033" y="665"/>
                  </a:cubicBezTo>
                  <a:cubicBezTo>
                    <a:pt x="315" y="1373"/>
                    <a:pt x="0" y="2376"/>
                    <a:pt x="236" y="3212"/>
                  </a:cubicBezTo>
                  <a:cubicBezTo>
                    <a:pt x="384" y="3694"/>
                    <a:pt x="718" y="4107"/>
                    <a:pt x="1171" y="4343"/>
                  </a:cubicBezTo>
                  <a:cubicBezTo>
                    <a:pt x="1141" y="4511"/>
                    <a:pt x="1112" y="4668"/>
                    <a:pt x="1102" y="4835"/>
                  </a:cubicBezTo>
                  <a:cubicBezTo>
                    <a:pt x="1033" y="5789"/>
                    <a:pt x="1318" y="6684"/>
                    <a:pt x="1879" y="7294"/>
                  </a:cubicBezTo>
                  <a:cubicBezTo>
                    <a:pt x="2341" y="7795"/>
                    <a:pt x="2980" y="8090"/>
                    <a:pt x="3669" y="8100"/>
                  </a:cubicBezTo>
                  <a:cubicBezTo>
                    <a:pt x="3895" y="8100"/>
                    <a:pt x="4121" y="8061"/>
                    <a:pt x="4337" y="7982"/>
                  </a:cubicBezTo>
                  <a:cubicBezTo>
                    <a:pt x="4426" y="7953"/>
                    <a:pt x="4465" y="7854"/>
                    <a:pt x="4436" y="7776"/>
                  </a:cubicBezTo>
                  <a:cubicBezTo>
                    <a:pt x="4412" y="7705"/>
                    <a:pt x="4350" y="7659"/>
                    <a:pt x="4281" y="7659"/>
                  </a:cubicBezTo>
                  <a:cubicBezTo>
                    <a:pt x="4264" y="7659"/>
                    <a:pt x="4247" y="7662"/>
                    <a:pt x="4229" y="7668"/>
                  </a:cubicBezTo>
                  <a:cubicBezTo>
                    <a:pt x="4051" y="7731"/>
                    <a:pt x="3860" y="7762"/>
                    <a:pt x="3666" y="7762"/>
                  </a:cubicBezTo>
                  <a:cubicBezTo>
                    <a:pt x="3113" y="7762"/>
                    <a:pt x="2532" y="7512"/>
                    <a:pt x="2125" y="7068"/>
                  </a:cubicBezTo>
                  <a:cubicBezTo>
                    <a:pt x="1623" y="6517"/>
                    <a:pt x="1377" y="5720"/>
                    <a:pt x="1436" y="4855"/>
                  </a:cubicBezTo>
                  <a:cubicBezTo>
                    <a:pt x="1446" y="4727"/>
                    <a:pt x="1456" y="4599"/>
                    <a:pt x="1485" y="4481"/>
                  </a:cubicBezTo>
                  <a:cubicBezTo>
                    <a:pt x="1641" y="4533"/>
                    <a:pt x="1805" y="4560"/>
                    <a:pt x="1970" y="4560"/>
                  </a:cubicBezTo>
                  <a:cubicBezTo>
                    <a:pt x="2150" y="4560"/>
                    <a:pt x="2329" y="4528"/>
                    <a:pt x="2498" y="4461"/>
                  </a:cubicBezTo>
                  <a:cubicBezTo>
                    <a:pt x="2823" y="4343"/>
                    <a:pt x="3069" y="4098"/>
                    <a:pt x="3187" y="3773"/>
                  </a:cubicBezTo>
                  <a:cubicBezTo>
                    <a:pt x="3305" y="3409"/>
                    <a:pt x="3147" y="3016"/>
                    <a:pt x="2813" y="2839"/>
                  </a:cubicBezTo>
                  <a:cubicBezTo>
                    <a:pt x="2713" y="2789"/>
                    <a:pt x="2610" y="2767"/>
                    <a:pt x="2508" y="2767"/>
                  </a:cubicBezTo>
                  <a:cubicBezTo>
                    <a:pt x="2169" y="2767"/>
                    <a:pt x="1837" y="3011"/>
                    <a:pt x="1633" y="3291"/>
                  </a:cubicBezTo>
                  <a:cubicBezTo>
                    <a:pt x="1466" y="3507"/>
                    <a:pt x="1348" y="3753"/>
                    <a:pt x="1259" y="4019"/>
                  </a:cubicBezTo>
                  <a:cubicBezTo>
                    <a:pt x="925" y="3812"/>
                    <a:pt x="669" y="3498"/>
                    <a:pt x="561" y="3124"/>
                  </a:cubicBezTo>
                  <a:cubicBezTo>
                    <a:pt x="354" y="2406"/>
                    <a:pt x="630" y="1531"/>
                    <a:pt x="1269" y="891"/>
                  </a:cubicBezTo>
                  <a:cubicBezTo>
                    <a:pt x="1568" y="600"/>
                    <a:pt x="2007" y="329"/>
                    <a:pt x="2443" y="329"/>
                  </a:cubicBezTo>
                  <a:cubicBezTo>
                    <a:pt x="2537" y="329"/>
                    <a:pt x="2632" y="342"/>
                    <a:pt x="2725" y="370"/>
                  </a:cubicBezTo>
                  <a:cubicBezTo>
                    <a:pt x="2745" y="377"/>
                    <a:pt x="2764" y="380"/>
                    <a:pt x="2782" y="380"/>
                  </a:cubicBezTo>
                  <a:cubicBezTo>
                    <a:pt x="2947" y="380"/>
                    <a:pt x="3009" y="119"/>
                    <a:pt x="2823" y="65"/>
                  </a:cubicBezTo>
                  <a:cubicBezTo>
                    <a:pt x="2693" y="22"/>
                    <a:pt x="2558" y="1"/>
                    <a:pt x="24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1">
              <a:extLst>
                <a:ext uri="{FF2B5EF4-FFF2-40B4-BE49-F238E27FC236}">
                  <a16:creationId xmlns:a16="http://schemas.microsoft.com/office/drawing/2014/main" id="{25299525-DE1B-B653-EF2D-5F997706F6D2}"/>
                </a:ext>
              </a:extLst>
            </p:cNvPr>
            <p:cNvSpPr/>
            <p:nvPr/>
          </p:nvSpPr>
          <p:spPr>
            <a:xfrm>
              <a:off x="2665609" y="2704549"/>
              <a:ext cx="318306" cy="302454"/>
            </a:xfrm>
            <a:custGeom>
              <a:avLst/>
              <a:gdLst/>
              <a:ahLst/>
              <a:cxnLst/>
              <a:rect l="l" t="t" r="r" b="b"/>
              <a:pathLst>
                <a:path w="5743" h="5457" extrusionOk="0">
                  <a:moveTo>
                    <a:pt x="2429" y="1612"/>
                  </a:moveTo>
                  <a:cubicBezTo>
                    <a:pt x="2743" y="1621"/>
                    <a:pt x="3038" y="1769"/>
                    <a:pt x="3225" y="2015"/>
                  </a:cubicBezTo>
                  <a:cubicBezTo>
                    <a:pt x="3451" y="2339"/>
                    <a:pt x="3540" y="2733"/>
                    <a:pt x="3471" y="3126"/>
                  </a:cubicBezTo>
                  <a:cubicBezTo>
                    <a:pt x="3309" y="3164"/>
                    <a:pt x="3142" y="3184"/>
                    <a:pt x="2975" y="3184"/>
                  </a:cubicBezTo>
                  <a:cubicBezTo>
                    <a:pt x="2798" y="3184"/>
                    <a:pt x="2620" y="3162"/>
                    <a:pt x="2448" y="3116"/>
                  </a:cubicBezTo>
                  <a:cubicBezTo>
                    <a:pt x="2134" y="3028"/>
                    <a:pt x="1770" y="2802"/>
                    <a:pt x="1681" y="2467"/>
                  </a:cubicBezTo>
                  <a:cubicBezTo>
                    <a:pt x="1602" y="2133"/>
                    <a:pt x="1858" y="1739"/>
                    <a:pt x="2212" y="1641"/>
                  </a:cubicBezTo>
                  <a:cubicBezTo>
                    <a:pt x="2281" y="1621"/>
                    <a:pt x="2360" y="1612"/>
                    <a:pt x="2429" y="1612"/>
                  </a:cubicBezTo>
                  <a:close/>
                  <a:moveTo>
                    <a:pt x="5417" y="1"/>
                  </a:moveTo>
                  <a:cubicBezTo>
                    <a:pt x="5324" y="1"/>
                    <a:pt x="5229" y="73"/>
                    <a:pt x="5251" y="195"/>
                  </a:cubicBezTo>
                  <a:cubicBezTo>
                    <a:pt x="5399" y="1002"/>
                    <a:pt x="5173" y="1838"/>
                    <a:pt x="4632" y="2448"/>
                  </a:cubicBezTo>
                  <a:cubicBezTo>
                    <a:pt x="4396" y="2693"/>
                    <a:pt x="4120" y="2890"/>
                    <a:pt x="3815" y="3008"/>
                  </a:cubicBezTo>
                  <a:cubicBezTo>
                    <a:pt x="3845" y="2585"/>
                    <a:pt x="3727" y="2162"/>
                    <a:pt x="3481" y="1818"/>
                  </a:cubicBezTo>
                  <a:cubicBezTo>
                    <a:pt x="3227" y="1485"/>
                    <a:pt x="2832" y="1293"/>
                    <a:pt x="2421" y="1293"/>
                  </a:cubicBezTo>
                  <a:cubicBezTo>
                    <a:pt x="2322" y="1293"/>
                    <a:pt x="2223" y="1304"/>
                    <a:pt x="2124" y="1326"/>
                  </a:cubicBezTo>
                  <a:cubicBezTo>
                    <a:pt x="1602" y="1474"/>
                    <a:pt x="1248" y="2044"/>
                    <a:pt x="1366" y="2546"/>
                  </a:cubicBezTo>
                  <a:cubicBezTo>
                    <a:pt x="1465" y="2959"/>
                    <a:pt x="1839" y="3284"/>
                    <a:pt x="2370" y="3431"/>
                  </a:cubicBezTo>
                  <a:cubicBezTo>
                    <a:pt x="2559" y="3483"/>
                    <a:pt x="2759" y="3508"/>
                    <a:pt x="2958" y="3508"/>
                  </a:cubicBezTo>
                  <a:cubicBezTo>
                    <a:pt x="3101" y="3508"/>
                    <a:pt x="3243" y="3495"/>
                    <a:pt x="3383" y="3470"/>
                  </a:cubicBezTo>
                  <a:lnTo>
                    <a:pt x="3383" y="3470"/>
                  </a:lnTo>
                  <a:cubicBezTo>
                    <a:pt x="3284" y="3765"/>
                    <a:pt x="3127" y="4041"/>
                    <a:pt x="2940" y="4296"/>
                  </a:cubicBezTo>
                  <a:cubicBezTo>
                    <a:pt x="2745" y="4547"/>
                    <a:pt x="2246" y="5120"/>
                    <a:pt x="1629" y="5120"/>
                  </a:cubicBezTo>
                  <a:cubicBezTo>
                    <a:pt x="1591" y="5120"/>
                    <a:pt x="1553" y="5117"/>
                    <a:pt x="1514" y="5113"/>
                  </a:cubicBezTo>
                  <a:cubicBezTo>
                    <a:pt x="944" y="5054"/>
                    <a:pt x="540" y="4493"/>
                    <a:pt x="353" y="4159"/>
                  </a:cubicBezTo>
                  <a:cubicBezTo>
                    <a:pt x="320" y="4104"/>
                    <a:pt x="271" y="4081"/>
                    <a:pt x="222" y="4081"/>
                  </a:cubicBezTo>
                  <a:cubicBezTo>
                    <a:pt x="111" y="4081"/>
                    <a:pt x="0" y="4197"/>
                    <a:pt x="68" y="4326"/>
                  </a:cubicBezTo>
                  <a:cubicBezTo>
                    <a:pt x="442" y="4985"/>
                    <a:pt x="944" y="5388"/>
                    <a:pt x="1475" y="5447"/>
                  </a:cubicBezTo>
                  <a:cubicBezTo>
                    <a:pt x="1524" y="5447"/>
                    <a:pt x="1573" y="5457"/>
                    <a:pt x="1622" y="5457"/>
                  </a:cubicBezTo>
                  <a:cubicBezTo>
                    <a:pt x="2173" y="5457"/>
                    <a:pt x="2733" y="5103"/>
                    <a:pt x="3196" y="4483"/>
                  </a:cubicBezTo>
                  <a:cubicBezTo>
                    <a:pt x="3451" y="4159"/>
                    <a:pt x="3638" y="3785"/>
                    <a:pt x="3756" y="3382"/>
                  </a:cubicBezTo>
                  <a:cubicBezTo>
                    <a:pt x="4179" y="3244"/>
                    <a:pt x="4563" y="2998"/>
                    <a:pt x="4868" y="2674"/>
                  </a:cubicBezTo>
                  <a:cubicBezTo>
                    <a:pt x="5477" y="1975"/>
                    <a:pt x="5743" y="1041"/>
                    <a:pt x="5576" y="136"/>
                  </a:cubicBezTo>
                  <a:cubicBezTo>
                    <a:pt x="5559" y="43"/>
                    <a:pt x="5488" y="1"/>
                    <a:pt x="5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5" name="Google Shape;1035;p31">
            <a:extLst>
              <a:ext uri="{FF2B5EF4-FFF2-40B4-BE49-F238E27FC236}">
                <a16:creationId xmlns:a16="http://schemas.microsoft.com/office/drawing/2014/main" id="{F7887CA0-935A-4199-3E8B-F1C44902CFA5}"/>
              </a:ext>
            </a:extLst>
          </p:cNvPr>
          <p:cNvGrpSpPr/>
          <p:nvPr/>
        </p:nvGrpSpPr>
        <p:grpSpPr>
          <a:xfrm rot="-2168336">
            <a:off x="340929" y="483154"/>
            <a:ext cx="825790" cy="701108"/>
            <a:chOff x="3502275" y="3218775"/>
            <a:chExt cx="1175775" cy="998250"/>
          </a:xfrm>
        </p:grpSpPr>
        <p:sp>
          <p:nvSpPr>
            <p:cNvPr id="1036" name="Google Shape;1036;p31">
              <a:extLst>
                <a:ext uri="{FF2B5EF4-FFF2-40B4-BE49-F238E27FC236}">
                  <a16:creationId xmlns:a16="http://schemas.microsoft.com/office/drawing/2014/main" id="{E8B206FB-F9B3-4805-D731-6DB407704E9C}"/>
                </a:ext>
              </a:extLst>
            </p:cNvPr>
            <p:cNvSpPr/>
            <p:nvPr/>
          </p:nvSpPr>
          <p:spPr>
            <a:xfrm>
              <a:off x="3503750" y="3218775"/>
              <a:ext cx="1174300" cy="997175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1">
              <a:extLst>
                <a:ext uri="{FF2B5EF4-FFF2-40B4-BE49-F238E27FC236}">
                  <a16:creationId xmlns:a16="http://schemas.microsoft.com/office/drawing/2014/main" id="{8DF3870F-45C1-C71C-C554-E460081E17E9}"/>
                </a:ext>
              </a:extLst>
            </p:cNvPr>
            <p:cNvSpPr/>
            <p:nvPr/>
          </p:nvSpPr>
          <p:spPr>
            <a:xfrm>
              <a:off x="3502275" y="3292450"/>
              <a:ext cx="1155375" cy="92457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1">
              <a:extLst>
                <a:ext uri="{FF2B5EF4-FFF2-40B4-BE49-F238E27FC236}">
                  <a16:creationId xmlns:a16="http://schemas.microsoft.com/office/drawing/2014/main" id="{4A7E78F7-46C2-9D1A-0C78-DD8CA338F981}"/>
                </a:ext>
              </a:extLst>
            </p:cNvPr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1">
              <a:extLst>
                <a:ext uri="{FF2B5EF4-FFF2-40B4-BE49-F238E27FC236}">
                  <a16:creationId xmlns:a16="http://schemas.microsoft.com/office/drawing/2014/main" id="{020C0CE1-4A35-CADB-8724-B925FAE24139}"/>
                </a:ext>
              </a:extLst>
            </p:cNvPr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1">
              <a:extLst>
                <a:ext uri="{FF2B5EF4-FFF2-40B4-BE49-F238E27FC236}">
                  <a16:creationId xmlns:a16="http://schemas.microsoft.com/office/drawing/2014/main" id="{50FB1C7B-6EFC-A1B8-5434-D2B7586D7027}"/>
                </a:ext>
              </a:extLst>
            </p:cNvPr>
            <p:cNvSpPr/>
            <p:nvPr/>
          </p:nvSpPr>
          <p:spPr>
            <a:xfrm>
              <a:off x="3937225" y="3272500"/>
              <a:ext cx="241475" cy="223800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1">
              <a:extLst>
                <a:ext uri="{FF2B5EF4-FFF2-40B4-BE49-F238E27FC236}">
                  <a16:creationId xmlns:a16="http://schemas.microsoft.com/office/drawing/2014/main" id="{A68CA77B-EECC-F7AC-1A74-A5F1356ABD25}"/>
                </a:ext>
              </a:extLst>
            </p:cNvPr>
            <p:cNvSpPr/>
            <p:nvPr/>
          </p:nvSpPr>
          <p:spPr>
            <a:xfrm>
              <a:off x="3672925" y="3396275"/>
              <a:ext cx="267525" cy="219150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1">
              <a:extLst>
                <a:ext uri="{FF2B5EF4-FFF2-40B4-BE49-F238E27FC236}">
                  <a16:creationId xmlns:a16="http://schemas.microsoft.com/office/drawing/2014/main" id="{2B5A4DBB-AF7B-0825-280F-7A1F586B7274}"/>
                </a:ext>
              </a:extLst>
            </p:cNvPr>
            <p:cNvSpPr/>
            <p:nvPr/>
          </p:nvSpPr>
          <p:spPr>
            <a:xfrm>
              <a:off x="3693700" y="3683175"/>
              <a:ext cx="296650" cy="24367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1">
              <a:extLst>
                <a:ext uri="{FF2B5EF4-FFF2-40B4-BE49-F238E27FC236}">
                  <a16:creationId xmlns:a16="http://schemas.microsoft.com/office/drawing/2014/main" id="{A6D5F8B9-4384-3B1A-86F3-31F3BB6BF5BD}"/>
                </a:ext>
              </a:extLst>
            </p:cNvPr>
            <p:cNvSpPr/>
            <p:nvPr/>
          </p:nvSpPr>
          <p:spPr>
            <a:xfrm>
              <a:off x="4051550" y="3806075"/>
              <a:ext cx="278725" cy="279350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1">
              <a:extLst>
                <a:ext uri="{FF2B5EF4-FFF2-40B4-BE49-F238E27FC236}">
                  <a16:creationId xmlns:a16="http://schemas.microsoft.com/office/drawing/2014/main" id="{5E904EE5-1199-9A34-5B9C-621E39E13913}"/>
                </a:ext>
              </a:extLst>
            </p:cNvPr>
            <p:cNvSpPr/>
            <p:nvPr/>
          </p:nvSpPr>
          <p:spPr>
            <a:xfrm>
              <a:off x="4311675" y="3673800"/>
              <a:ext cx="296825" cy="25870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1">
              <a:extLst>
                <a:ext uri="{FF2B5EF4-FFF2-40B4-BE49-F238E27FC236}">
                  <a16:creationId xmlns:a16="http://schemas.microsoft.com/office/drawing/2014/main" id="{45130D21-AB26-0E08-E4E2-15AEAFD456A8}"/>
                </a:ext>
              </a:extLst>
            </p:cNvPr>
            <p:cNvSpPr/>
            <p:nvPr/>
          </p:nvSpPr>
          <p:spPr>
            <a:xfrm>
              <a:off x="4234725" y="3403275"/>
              <a:ext cx="267050" cy="221800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1">
              <a:extLst>
                <a:ext uri="{FF2B5EF4-FFF2-40B4-BE49-F238E27FC236}">
                  <a16:creationId xmlns:a16="http://schemas.microsoft.com/office/drawing/2014/main" id="{979010F9-3947-236B-62B9-6EA6BC311F12}"/>
                </a:ext>
              </a:extLst>
            </p:cNvPr>
            <p:cNvSpPr/>
            <p:nvPr/>
          </p:nvSpPr>
          <p:spPr>
            <a:xfrm>
              <a:off x="4027700" y="3566800"/>
              <a:ext cx="189350" cy="161850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1">
              <a:extLst>
                <a:ext uri="{FF2B5EF4-FFF2-40B4-BE49-F238E27FC236}">
                  <a16:creationId xmlns:a16="http://schemas.microsoft.com/office/drawing/2014/main" id="{81917FCB-071D-4BE2-787D-4409D1E0EDB2}"/>
                </a:ext>
              </a:extLst>
            </p:cNvPr>
            <p:cNvSpPr/>
            <p:nvPr/>
          </p:nvSpPr>
          <p:spPr>
            <a:xfrm>
              <a:off x="3796600" y="3346750"/>
              <a:ext cx="638775" cy="639525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" name="Google Shape;1048;p31">
            <a:extLst>
              <a:ext uri="{FF2B5EF4-FFF2-40B4-BE49-F238E27FC236}">
                <a16:creationId xmlns:a16="http://schemas.microsoft.com/office/drawing/2014/main" id="{B41AE591-8390-D0B3-5D62-D12AB97D16E0}"/>
              </a:ext>
            </a:extLst>
          </p:cNvPr>
          <p:cNvSpPr/>
          <p:nvPr/>
        </p:nvSpPr>
        <p:spPr>
          <a:xfrm rot="3391622">
            <a:off x="8780552" y="4920052"/>
            <a:ext cx="246675" cy="155422"/>
          </a:xfrm>
          <a:custGeom>
            <a:avLst/>
            <a:gdLst/>
            <a:ahLst/>
            <a:cxnLst/>
            <a:rect l="l" t="t" r="r" b="b"/>
            <a:pathLst>
              <a:path w="6512" h="4103" extrusionOk="0">
                <a:moveTo>
                  <a:pt x="3266" y="1191"/>
                </a:moveTo>
                <a:cubicBezTo>
                  <a:pt x="3885" y="1466"/>
                  <a:pt x="4318" y="2057"/>
                  <a:pt x="4406" y="2735"/>
                </a:cubicBezTo>
                <a:cubicBezTo>
                  <a:pt x="4436" y="2991"/>
                  <a:pt x="4387" y="3266"/>
                  <a:pt x="4259" y="3492"/>
                </a:cubicBezTo>
                <a:cubicBezTo>
                  <a:pt x="4131" y="3709"/>
                  <a:pt x="3895" y="3837"/>
                  <a:pt x="3649" y="3837"/>
                </a:cubicBezTo>
                <a:cubicBezTo>
                  <a:pt x="3226" y="3817"/>
                  <a:pt x="2951" y="3315"/>
                  <a:pt x="2902" y="2834"/>
                </a:cubicBezTo>
                <a:cubicBezTo>
                  <a:pt x="2833" y="2263"/>
                  <a:pt x="2961" y="1683"/>
                  <a:pt x="3266" y="1191"/>
                </a:cubicBezTo>
                <a:close/>
                <a:moveTo>
                  <a:pt x="4913" y="1"/>
                </a:moveTo>
                <a:cubicBezTo>
                  <a:pt x="4515" y="1"/>
                  <a:pt x="4112" y="106"/>
                  <a:pt x="3767" y="326"/>
                </a:cubicBezTo>
                <a:cubicBezTo>
                  <a:pt x="3541" y="473"/>
                  <a:pt x="3344" y="660"/>
                  <a:pt x="3177" y="876"/>
                </a:cubicBezTo>
                <a:lnTo>
                  <a:pt x="3118" y="857"/>
                </a:lnTo>
                <a:cubicBezTo>
                  <a:pt x="2913" y="801"/>
                  <a:pt x="2705" y="774"/>
                  <a:pt x="2498" y="774"/>
                </a:cubicBezTo>
                <a:cubicBezTo>
                  <a:pt x="1861" y="774"/>
                  <a:pt x="1240" y="1031"/>
                  <a:pt x="787" y="1506"/>
                </a:cubicBezTo>
                <a:cubicBezTo>
                  <a:pt x="207" y="2145"/>
                  <a:pt x="0" y="3040"/>
                  <a:pt x="227" y="3866"/>
                </a:cubicBezTo>
                <a:cubicBezTo>
                  <a:pt x="250" y="3920"/>
                  <a:pt x="296" y="3944"/>
                  <a:pt x="342" y="3944"/>
                </a:cubicBezTo>
                <a:cubicBezTo>
                  <a:pt x="413" y="3944"/>
                  <a:pt x="484" y="3887"/>
                  <a:pt x="473" y="3797"/>
                </a:cubicBezTo>
                <a:cubicBezTo>
                  <a:pt x="266" y="3050"/>
                  <a:pt x="453" y="2253"/>
                  <a:pt x="974" y="1683"/>
                </a:cubicBezTo>
                <a:cubicBezTo>
                  <a:pt x="1371" y="1264"/>
                  <a:pt x="1921" y="1033"/>
                  <a:pt x="2486" y="1033"/>
                </a:cubicBezTo>
                <a:cubicBezTo>
                  <a:pt x="2664" y="1033"/>
                  <a:pt x="2843" y="1056"/>
                  <a:pt x="3020" y="1103"/>
                </a:cubicBezTo>
                <a:cubicBezTo>
                  <a:pt x="2705" y="1634"/>
                  <a:pt x="2567" y="2253"/>
                  <a:pt x="2646" y="2873"/>
                </a:cubicBezTo>
                <a:cubicBezTo>
                  <a:pt x="2705" y="3433"/>
                  <a:pt x="3049" y="4063"/>
                  <a:pt x="3639" y="4102"/>
                </a:cubicBezTo>
                <a:lnTo>
                  <a:pt x="3679" y="4102"/>
                </a:lnTo>
                <a:cubicBezTo>
                  <a:pt x="4013" y="4092"/>
                  <a:pt x="4308" y="3915"/>
                  <a:pt x="4485" y="3630"/>
                </a:cubicBezTo>
                <a:cubicBezTo>
                  <a:pt x="4642" y="3355"/>
                  <a:pt x="4711" y="3030"/>
                  <a:pt x="4672" y="2715"/>
                </a:cubicBezTo>
                <a:cubicBezTo>
                  <a:pt x="4583" y="1958"/>
                  <a:pt x="4111" y="1299"/>
                  <a:pt x="3423" y="975"/>
                </a:cubicBezTo>
                <a:cubicBezTo>
                  <a:pt x="3561" y="808"/>
                  <a:pt x="3728" y="660"/>
                  <a:pt x="3905" y="542"/>
                </a:cubicBezTo>
                <a:cubicBezTo>
                  <a:pt x="4210" y="348"/>
                  <a:pt x="4566" y="254"/>
                  <a:pt x="4917" y="254"/>
                </a:cubicBezTo>
                <a:cubicBezTo>
                  <a:pt x="5437" y="254"/>
                  <a:pt x="5944" y="459"/>
                  <a:pt x="6255" y="847"/>
                </a:cubicBezTo>
                <a:cubicBezTo>
                  <a:pt x="6283" y="880"/>
                  <a:pt x="6321" y="898"/>
                  <a:pt x="6359" y="898"/>
                </a:cubicBezTo>
                <a:cubicBezTo>
                  <a:pt x="6388" y="898"/>
                  <a:pt x="6417" y="888"/>
                  <a:pt x="6442" y="867"/>
                </a:cubicBezTo>
                <a:cubicBezTo>
                  <a:pt x="6501" y="827"/>
                  <a:pt x="6511" y="739"/>
                  <a:pt x="6462" y="690"/>
                </a:cubicBezTo>
                <a:cubicBezTo>
                  <a:pt x="6101" y="240"/>
                  <a:pt x="5513" y="1"/>
                  <a:pt x="49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9" name="Google Shape;1049;p31">
            <a:extLst>
              <a:ext uri="{FF2B5EF4-FFF2-40B4-BE49-F238E27FC236}">
                <a16:creationId xmlns:a16="http://schemas.microsoft.com/office/drawing/2014/main" id="{A0763F2E-860D-B2CD-A22B-B9FECCFE9CD5}"/>
              </a:ext>
            </a:extLst>
          </p:cNvPr>
          <p:cNvGrpSpPr/>
          <p:nvPr/>
        </p:nvGrpSpPr>
        <p:grpSpPr>
          <a:xfrm>
            <a:off x="7339468" y="308176"/>
            <a:ext cx="1431589" cy="840949"/>
            <a:chOff x="3285175" y="1554625"/>
            <a:chExt cx="1458275" cy="856625"/>
          </a:xfrm>
        </p:grpSpPr>
        <p:sp>
          <p:nvSpPr>
            <p:cNvPr id="1050" name="Google Shape;1050;p31">
              <a:extLst>
                <a:ext uri="{FF2B5EF4-FFF2-40B4-BE49-F238E27FC236}">
                  <a16:creationId xmlns:a16="http://schemas.microsoft.com/office/drawing/2014/main" id="{70DDCE05-63F6-00EF-A0D9-684A8AE63D07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1">
              <a:extLst>
                <a:ext uri="{FF2B5EF4-FFF2-40B4-BE49-F238E27FC236}">
                  <a16:creationId xmlns:a16="http://schemas.microsoft.com/office/drawing/2014/main" id="{F77C5AD4-F7B5-7018-847E-673EA85BD107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1">
              <a:extLst>
                <a:ext uri="{FF2B5EF4-FFF2-40B4-BE49-F238E27FC236}">
                  <a16:creationId xmlns:a16="http://schemas.microsoft.com/office/drawing/2014/main" id="{4959F904-1859-52B8-DF88-CED2E45B29CC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1">
              <a:extLst>
                <a:ext uri="{FF2B5EF4-FFF2-40B4-BE49-F238E27FC236}">
                  <a16:creationId xmlns:a16="http://schemas.microsoft.com/office/drawing/2014/main" id="{791FA217-7819-D059-8105-EC6E67A6F66A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1">
              <a:extLst>
                <a:ext uri="{FF2B5EF4-FFF2-40B4-BE49-F238E27FC236}">
                  <a16:creationId xmlns:a16="http://schemas.microsoft.com/office/drawing/2014/main" id="{1F573A22-5A3E-824E-D814-EBCDF93D49E6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1">
              <a:extLst>
                <a:ext uri="{FF2B5EF4-FFF2-40B4-BE49-F238E27FC236}">
                  <a16:creationId xmlns:a16="http://schemas.microsoft.com/office/drawing/2014/main" id="{C365EAF6-BB32-D1B9-3F8B-2C1CDC2E9FF0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1">
              <a:extLst>
                <a:ext uri="{FF2B5EF4-FFF2-40B4-BE49-F238E27FC236}">
                  <a16:creationId xmlns:a16="http://schemas.microsoft.com/office/drawing/2014/main" id="{61E0AB1A-7215-FE99-B0B4-592029AA17F8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1">
              <a:extLst>
                <a:ext uri="{FF2B5EF4-FFF2-40B4-BE49-F238E27FC236}">
                  <a16:creationId xmlns:a16="http://schemas.microsoft.com/office/drawing/2014/main" id="{8D001683-350A-222E-CBD4-78A8692EB6E2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>
              <a:extLst>
                <a:ext uri="{FF2B5EF4-FFF2-40B4-BE49-F238E27FC236}">
                  <a16:creationId xmlns:a16="http://schemas.microsoft.com/office/drawing/2014/main" id="{764482AD-C172-E573-F724-94106D1BAB36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>
              <a:extLst>
                <a:ext uri="{FF2B5EF4-FFF2-40B4-BE49-F238E27FC236}">
                  <a16:creationId xmlns:a16="http://schemas.microsoft.com/office/drawing/2014/main" id="{64B1B1C2-8542-E0EC-0331-E871C37242AF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>
              <a:extLst>
                <a:ext uri="{FF2B5EF4-FFF2-40B4-BE49-F238E27FC236}">
                  <a16:creationId xmlns:a16="http://schemas.microsoft.com/office/drawing/2014/main" id="{DE262572-05E3-EDDA-6602-5A1681C39275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1">
              <a:extLst>
                <a:ext uri="{FF2B5EF4-FFF2-40B4-BE49-F238E27FC236}">
                  <a16:creationId xmlns:a16="http://schemas.microsoft.com/office/drawing/2014/main" id="{96489541-3952-BC41-1699-0262E51CD0CA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1">
              <a:extLst>
                <a:ext uri="{FF2B5EF4-FFF2-40B4-BE49-F238E27FC236}">
                  <a16:creationId xmlns:a16="http://schemas.microsoft.com/office/drawing/2014/main" id="{5D9C560E-885F-EC26-DD11-688D05FCC3E8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1">
              <a:extLst>
                <a:ext uri="{FF2B5EF4-FFF2-40B4-BE49-F238E27FC236}">
                  <a16:creationId xmlns:a16="http://schemas.microsoft.com/office/drawing/2014/main" id="{C3949C57-737D-5837-C397-F94D2798DE88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1">
              <a:extLst>
                <a:ext uri="{FF2B5EF4-FFF2-40B4-BE49-F238E27FC236}">
                  <a16:creationId xmlns:a16="http://schemas.microsoft.com/office/drawing/2014/main" id="{32A5D48D-03FD-3A28-EDE7-4B15FE92F6E0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57358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>
          <a:extLst>
            <a:ext uri="{FF2B5EF4-FFF2-40B4-BE49-F238E27FC236}">
              <a16:creationId xmlns:a16="http://schemas.microsoft.com/office/drawing/2014/main" id="{A374C4C5-E7D1-35E5-B431-90B6D099E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35">
            <a:extLst>
              <a:ext uri="{FF2B5EF4-FFF2-40B4-BE49-F238E27FC236}">
                <a16:creationId xmlns:a16="http://schemas.microsoft.com/office/drawing/2014/main" id="{AFEC984F-BEC2-2335-EE4D-1B1C6EAA6B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5405" y="2682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ID初心少女体简" panose="02010509060101010101" pitchFamily="49" charset="-122"/>
                <a:ea typeface="ID初心少女体简" panose="02010509060101010101" pitchFamily="49" charset="-122"/>
                <a:sym typeface="Rajdhani"/>
              </a:rPr>
              <a:t>改进建议</a:t>
            </a:r>
            <a:endParaRPr sz="3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575" name="Google Shape;1575;p35">
            <a:extLst>
              <a:ext uri="{FF2B5EF4-FFF2-40B4-BE49-F238E27FC236}">
                <a16:creationId xmlns:a16="http://schemas.microsoft.com/office/drawing/2014/main" id="{078D7258-8FC1-D3FB-9890-ED0FA1C55AC1}"/>
              </a:ext>
            </a:extLst>
          </p:cNvPr>
          <p:cNvGrpSpPr/>
          <p:nvPr/>
        </p:nvGrpSpPr>
        <p:grpSpPr>
          <a:xfrm rot="411809">
            <a:off x="7240659" y="103084"/>
            <a:ext cx="1817755" cy="1541152"/>
            <a:chOff x="50279" y="3561268"/>
            <a:chExt cx="1817816" cy="1541204"/>
          </a:xfrm>
        </p:grpSpPr>
        <p:sp>
          <p:nvSpPr>
            <p:cNvPr id="1576" name="Google Shape;1576;p35">
              <a:extLst>
                <a:ext uri="{FF2B5EF4-FFF2-40B4-BE49-F238E27FC236}">
                  <a16:creationId xmlns:a16="http://schemas.microsoft.com/office/drawing/2014/main" id="{C900B657-6A6C-2218-2907-B8363230D205}"/>
                </a:ext>
              </a:extLst>
            </p:cNvPr>
            <p:cNvSpPr/>
            <p:nvPr/>
          </p:nvSpPr>
          <p:spPr>
            <a:xfrm rot="-573985">
              <a:off x="146070" y="3687439"/>
              <a:ext cx="1626235" cy="1288863"/>
            </a:xfrm>
            <a:custGeom>
              <a:avLst/>
              <a:gdLst/>
              <a:ahLst/>
              <a:cxnLst/>
              <a:rect l="l" t="t" r="r" b="b"/>
              <a:pathLst>
                <a:path w="56600" h="44858" extrusionOk="0">
                  <a:moveTo>
                    <a:pt x="14684" y="1"/>
                  </a:moveTo>
                  <a:cubicBezTo>
                    <a:pt x="13514" y="1"/>
                    <a:pt x="12353" y="168"/>
                    <a:pt x="11242" y="512"/>
                  </a:cubicBezTo>
                  <a:cubicBezTo>
                    <a:pt x="6531" y="1958"/>
                    <a:pt x="3620" y="6482"/>
                    <a:pt x="2597" y="8360"/>
                  </a:cubicBezTo>
                  <a:cubicBezTo>
                    <a:pt x="483" y="12235"/>
                    <a:pt x="1" y="16759"/>
                    <a:pt x="1201" y="21460"/>
                  </a:cubicBezTo>
                  <a:cubicBezTo>
                    <a:pt x="2243" y="25512"/>
                    <a:pt x="4476" y="29594"/>
                    <a:pt x="7672" y="33282"/>
                  </a:cubicBezTo>
                  <a:lnTo>
                    <a:pt x="8734" y="36026"/>
                  </a:lnTo>
                  <a:cubicBezTo>
                    <a:pt x="8960" y="36596"/>
                    <a:pt x="9511" y="36970"/>
                    <a:pt x="10131" y="36970"/>
                  </a:cubicBezTo>
                  <a:lnTo>
                    <a:pt x="10308" y="36970"/>
                  </a:lnTo>
                  <a:lnTo>
                    <a:pt x="11291" y="36901"/>
                  </a:lnTo>
                  <a:cubicBezTo>
                    <a:pt x="11783" y="37324"/>
                    <a:pt x="12275" y="37727"/>
                    <a:pt x="12776" y="38111"/>
                  </a:cubicBezTo>
                  <a:cubicBezTo>
                    <a:pt x="17900" y="42025"/>
                    <a:pt x="23565" y="44336"/>
                    <a:pt x="29161" y="44778"/>
                  </a:cubicBezTo>
                  <a:cubicBezTo>
                    <a:pt x="29869" y="44828"/>
                    <a:pt x="30577" y="44857"/>
                    <a:pt x="31285" y="44857"/>
                  </a:cubicBezTo>
                  <a:lnTo>
                    <a:pt x="31285" y="44847"/>
                  </a:lnTo>
                  <a:cubicBezTo>
                    <a:pt x="43234" y="44847"/>
                    <a:pt x="53374" y="37019"/>
                    <a:pt x="55931" y="25797"/>
                  </a:cubicBezTo>
                  <a:cubicBezTo>
                    <a:pt x="56521" y="23221"/>
                    <a:pt x="56600" y="20831"/>
                    <a:pt x="56177" y="18697"/>
                  </a:cubicBezTo>
                  <a:cubicBezTo>
                    <a:pt x="55508" y="15363"/>
                    <a:pt x="53492" y="12117"/>
                    <a:pt x="50483" y="9531"/>
                  </a:cubicBezTo>
                  <a:cubicBezTo>
                    <a:pt x="48260" y="7623"/>
                    <a:pt x="45910" y="6413"/>
                    <a:pt x="43520" y="5941"/>
                  </a:cubicBezTo>
                  <a:cubicBezTo>
                    <a:pt x="42595" y="5764"/>
                    <a:pt x="41661" y="5676"/>
                    <a:pt x="40727" y="5676"/>
                  </a:cubicBezTo>
                  <a:cubicBezTo>
                    <a:pt x="38996" y="5676"/>
                    <a:pt x="37275" y="5941"/>
                    <a:pt x="35603" y="6187"/>
                  </a:cubicBezTo>
                  <a:cubicBezTo>
                    <a:pt x="34000" y="6423"/>
                    <a:pt x="32485" y="6649"/>
                    <a:pt x="31010" y="6649"/>
                  </a:cubicBezTo>
                  <a:cubicBezTo>
                    <a:pt x="30966" y="6650"/>
                    <a:pt x="30922" y="6650"/>
                    <a:pt x="30877" y="6650"/>
                  </a:cubicBezTo>
                  <a:cubicBezTo>
                    <a:pt x="30225" y="6650"/>
                    <a:pt x="29580" y="6583"/>
                    <a:pt x="28945" y="6472"/>
                  </a:cubicBezTo>
                  <a:lnTo>
                    <a:pt x="28472" y="5046"/>
                  </a:lnTo>
                  <a:cubicBezTo>
                    <a:pt x="28240" y="4336"/>
                    <a:pt x="27595" y="3934"/>
                    <a:pt x="26935" y="3934"/>
                  </a:cubicBezTo>
                  <a:cubicBezTo>
                    <a:pt x="26535" y="3934"/>
                    <a:pt x="26130" y="4082"/>
                    <a:pt x="25807" y="4397"/>
                  </a:cubicBezTo>
                  <a:lnTo>
                    <a:pt x="25079" y="4682"/>
                  </a:lnTo>
                  <a:cubicBezTo>
                    <a:pt x="24627" y="4358"/>
                    <a:pt x="24175" y="4023"/>
                    <a:pt x="23703" y="3669"/>
                  </a:cubicBezTo>
                  <a:cubicBezTo>
                    <a:pt x="22532" y="2784"/>
                    <a:pt x="21313" y="1860"/>
                    <a:pt x="19897" y="1181"/>
                  </a:cubicBezTo>
                  <a:cubicBezTo>
                    <a:pt x="18264" y="404"/>
                    <a:pt x="16484" y="1"/>
                    <a:pt x="14684" y="1"/>
                  </a:cubicBezTo>
                  <a:close/>
                </a:path>
              </a:pathLst>
            </a:custGeom>
            <a:solidFill>
              <a:schemeClr val="accent6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>
              <a:extLst>
                <a:ext uri="{FF2B5EF4-FFF2-40B4-BE49-F238E27FC236}">
                  <a16:creationId xmlns:a16="http://schemas.microsoft.com/office/drawing/2014/main" id="{3727AEE6-7919-9EFA-EA5E-030649FFAC4F}"/>
                </a:ext>
              </a:extLst>
            </p:cNvPr>
            <p:cNvSpPr/>
            <p:nvPr/>
          </p:nvSpPr>
          <p:spPr>
            <a:xfrm rot="-573985">
              <a:off x="199583" y="3735440"/>
              <a:ext cx="1537797" cy="1202954"/>
            </a:xfrm>
            <a:custGeom>
              <a:avLst/>
              <a:gdLst/>
              <a:ahLst/>
              <a:cxnLst/>
              <a:rect l="l" t="t" r="r" b="b"/>
              <a:pathLst>
                <a:path w="53522" h="41868" extrusionOk="0">
                  <a:moveTo>
                    <a:pt x="13090" y="1"/>
                  </a:moveTo>
                  <a:cubicBezTo>
                    <a:pt x="12072" y="1"/>
                    <a:pt x="11053" y="147"/>
                    <a:pt x="10062" y="443"/>
                  </a:cubicBezTo>
                  <a:cubicBezTo>
                    <a:pt x="6689" y="1475"/>
                    <a:pt x="3925" y="4593"/>
                    <a:pt x="2292" y="7592"/>
                  </a:cubicBezTo>
                  <a:cubicBezTo>
                    <a:pt x="198" y="11418"/>
                    <a:pt x="1" y="15578"/>
                    <a:pt x="1034" y="19601"/>
                  </a:cubicBezTo>
                  <a:cubicBezTo>
                    <a:pt x="2627" y="25797"/>
                    <a:pt x="7121" y="31648"/>
                    <a:pt x="12058" y="35425"/>
                  </a:cubicBezTo>
                  <a:cubicBezTo>
                    <a:pt x="16602" y="38896"/>
                    <a:pt x="21913" y="41335"/>
                    <a:pt x="27656" y="41788"/>
                  </a:cubicBezTo>
                  <a:cubicBezTo>
                    <a:pt x="28332" y="41841"/>
                    <a:pt x="29004" y="41868"/>
                    <a:pt x="29672" y="41868"/>
                  </a:cubicBezTo>
                  <a:cubicBezTo>
                    <a:pt x="40668" y="41868"/>
                    <a:pt x="50406" y="34722"/>
                    <a:pt x="52863" y="23957"/>
                  </a:cubicBezTo>
                  <a:cubicBezTo>
                    <a:pt x="53335" y="21843"/>
                    <a:pt x="53522" y="19630"/>
                    <a:pt x="53089" y="17486"/>
                  </a:cubicBezTo>
                  <a:cubicBezTo>
                    <a:pt x="52450" y="14251"/>
                    <a:pt x="50434" y="11349"/>
                    <a:pt x="47896" y="9166"/>
                  </a:cubicBezTo>
                  <a:cubicBezTo>
                    <a:pt x="46087" y="7612"/>
                    <a:pt x="43943" y="6363"/>
                    <a:pt x="41602" y="5901"/>
                  </a:cubicBezTo>
                  <a:cubicBezTo>
                    <a:pt x="40778" y="5737"/>
                    <a:pt x="39945" y="5671"/>
                    <a:pt x="39108" y="5671"/>
                  </a:cubicBezTo>
                  <a:cubicBezTo>
                    <a:pt x="35875" y="5671"/>
                    <a:pt x="32569" y="6644"/>
                    <a:pt x="29387" y="6644"/>
                  </a:cubicBezTo>
                  <a:cubicBezTo>
                    <a:pt x="28063" y="6644"/>
                    <a:pt x="26760" y="6475"/>
                    <a:pt x="25493" y="5999"/>
                  </a:cubicBezTo>
                  <a:cubicBezTo>
                    <a:pt x="22582" y="4908"/>
                    <a:pt x="20438" y="2370"/>
                    <a:pt x="17635" y="1023"/>
                  </a:cubicBezTo>
                  <a:cubicBezTo>
                    <a:pt x="16201" y="344"/>
                    <a:pt x="14648" y="1"/>
                    <a:pt x="13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>
              <a:extLst>
                <a:ext uri="{FF2B5EF4-FFF2-40B4-BE49-F238E27FC236}">
                  <a16:creationId xmlns:a16="http://schemas.microsoft.com/office/drawing/2014/main" id="{83D5E345-283D-3021-84D6-DADB32376FC7}"/>
                </a:ext>
              </a:extLst>
            </p:cNvPr>
            <p:cNvSpPr/>
            <p:nvPr/>
          </p:nvSpPr>
          <p:spPr>
            <a:xfrm rot="-573985">
              <a:off x="1290286" y="3940612"/>
              <a:ext cx="251233" cy="225144"/>
            </a:xfrm>
            <a:custGeom>
              <a:avLst/>
              <a:gdLst/>
              <a:ahLst/>
              <a:cxnLst/>
              <a:rect l="l" t="t" r="r" b="b"/>
              <a:pathLst>
                <a:path w="8744" h="7836" extrusionOk="0">
                  <a:moveTo>
                    <a:pt x="4375" y="1"/>
                  </a:moveTo>
                  <a:cubicBezTo>
                    <a:pt x="4001" y="1"/>
                    <a:pt x="3622" y="54"/>
                    <a:pt x="3246" y="166"/>
                  </a:cubicBezTo>
                  <a:cubicBezTo>
                    <a:pt x="1171" y="786"/>
                    <a:pt x="0" y="2969"/>
                    <a:pt x="620" y="5044"/>
                  </a:cubicBezTo>
                  <a:cubicBezTo>
                    <a:pt x="1128" y="6737"/>
                    <a:pt x="2686" y="7835"/>
                    <a:pt x="4374" y="7835"/>
                  </a:cubicBezTo>
                  <a:cubicBezTo>
                    <a:pt x="4746" y="7835"/>
                    <a:pt x="5124" y="7782"/>
                    <a:pt x="5498" y="7670"/>
                  </a:cubicBezTo>
                  <a:cubicBezTo>
                    <a:pt x="7563" y="7051"/>
                    <a:pt x="8743" y="4867"/>
                    <a:pt x="8124" y="2792"/>
                  </a:cubicBezTo>
                  <a:cubicBezTo>
                    <a:pt x="7617" y="1093"/>
                    <a:pt x="6061" y="1"/>
                    <a:pt x="43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>
              <a:extLst>
                <a:ext uri="{FF2B5EF4-FFF2-40B4-BE49-F238E27FC236}">
                  <a16:creationId xmlns:a16="http://schemas.microsoft.com/office/drawing/2014/main" id="{F3248AC9-9EBF-9DF9-A5CB-7BB765C7C553}"/>
                </a:ext>
              </a:extLst>
            </p:cNvPr>
            <p:cNvSpPr/>
            <p:nvPr/>
          </p:nvSpPr>
          <p:spPr>
            <a:xfrm rot="-573985">
              <a:off x="339051" y="3954906"/>
              <a:ext cx="244452" cy="225058"/>
            </a:xfrm>
            <a:custGeom>
              <a:avLst/>
              <a:gdLst/>
              <a:ahLst/>
              <a:cxnLst/>
              <a:rect l="l" t="t" r="r" b="b"/>
              <a:pathLst>
                <a:path w="8508" h="7833" extrusionOk="0">
                  <a:moveTo>
                    <a:pt x="4269" y="0"/>
                  </a:moveTo>
                  <a:cubicBezTo>
                    <a:pt x="4023" y="0"/>
                    <a:pt x="3772" y="24"/>
                    <a:pt x="3521" y="73"/>
                  </a:cubicBezTo>
                  <a:cubicBezTo>
                    <a:pt x="1397" y="476"/>
                    <a:pt x="0" y="2531"/>
                    <a:pt x="413" y="4656"/>
                  </a:cubicBezTo>
                  <a:cubicBezTo>
                    <a:pt x="769" y="6532"/>
                    <a:pt x="2415" y="7833"/>
                    <a:pt x="4258" y="7833"/>
                  </a:cubicBezTo>
                  <a:cubicBezTo>
                    <a:pt x="4502" y="7833"/>
                    <a:pt x="4748" y="7810"/>
                    <a:pt x="4996" y="7763"/>
                  </a:cubicBezTo>
                  <a:cubicBezTo>
                    <a:pt x="7121" y="7360"/>
                    <a:pt x="8507" y="5305"/>
                    <a:pt x="8104" y="3180"/>
                  </a:cubicBezTo>
                  <a:cubicBezTo>
                    <a:pt x="7748" y="1307"/>
                    <a:pt x="6109" y="0"/>
                    <a:pt x="42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>
              <a:extLst>
                <a:ext uri="{FF2B5EF4-FFF2-40B4-BE49-F238E27FC236}">
                  <a16:creationId xmlns:a16="http://schemas.microsoft.com/office/drawing/2014/main" id="{DDEEE04C-F0F1-0A53-F3F0-5C41584E81A3}"/>
                </a:ext>
              </a:extLst>
            </p:cNvPr>
            <p:cNvSpPr/>
            <p:nvPr/>
          </p:nvSpPr>
          <p:spPr>
            <a:xfrm rot="-573985">
              <a:off x="726635" y="4645770"/>
              <a:ext cx="257181" cy="225173"/>
            </a:xfrm>
            <a:custGeom>
              <a:avLst/>
              <a:gdLst/>
              <a:ahLst/>
              <a:cxnLst/>
              <a:rect l="l" t="t" r="r" b="b"/>
              <a:pathLst>
                <a:path w="8951" h="7837" extrusionOk="0">
                  <a:moveTo>
                    <a:pt x="4468" y="1"/>
                  </a:moveTo>
                  <a:cubicBezTo>
                    <a:pt x="3852" y="1"/>
                    <a:pt x="3228" y="147"/>
                    <a:pt x="2646" y="455"/>
                  </a:cubicBezTo>
                  <a:cubicBezTo>
                    <a:pt x="728" y="1468"/>
                    <a:pt x="1" y="3839"/>
                    <a:pt x="1014" y="5756"/>
                  </a:cubicBezTo>
                  <a:cubicBezTo>
                    <a:pt x="1717" y="7080"/>
                    <a:pt x="3073" y="7836"/>
                    <a:pt x="4478" y="7836"/>
                  </a:cubicBezTo>
                  <a:cubicBezTo>
                    <a:pt x="5098" y="7836"/>
                    <a:pt x="5728" y="7689"/>
                    <a:pt x="6315" y="7379"/>
                  </a:cubicBezTo>
                  <a:cubicBezTo>
                    <a:pt x="8222" y="6366"/>
                    <a:pt x="8950" y="3996"/>
                    <a:pt x="7937" y="2088"/>
                  </a:cubicBezTo>
                  <a:cubicBezTo>
                    <a:pt x="7233" y="761"/>
                    <a:pt x="5873" y="1"/>
                    <a:pt x="4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>
              <a:extLst>
                <a:ext uri="{FF2B5EF4-FFF2-40B4-BE49-F238E27FC236}">
                  <a16:creationId xmlns:a16="http://schemas.microsoft.com/office/drawing/2014/main" id="{E78BA5BD-AF67-204E-6136-04031BCD057A}"/>
                </a:ext>
              </a:extLst>
            </p:cNvPr>
            <p:cNvSpPr/>
            <p:nvPr/>
          </p:nvSpPr>
          <p:spPr>
            <a:xfrm rot="-573985">
              <a:off x="300130" y="3886666"/>
              <a:ext cx="889861" cy="569987"/>
            </a:xfrm>
            <a:custGeom>
              <a:avLst/>
              <a:gdLst/>
              <a:ahLst/>
              <a:cxnLst/>
              <a:rect l="l" t="t" r="r" b="b"/>
              <a:pathLst>
                <a:path w="30971" h="19838" extrusionOk="0">
                  <a:moveTo>
                    <a:pt x="20762" y="1"/>
                  </a:moveTo>
                  <a:cubicBezTo>
                    <a:pt x="20762" y="1"/>
                    <a:pt x="5636" y="6089"/>
                    <a:pt x="0" y="6974"/>
                  </a:cubicBezTo>
                  <a:lnTo>
                    <a:pt x="3216" y="19838"/>
                  </a:lnTo>
                  <a:lnTo>
                    <a:pt x="9629" y="18156"/>
                  </a:lnTo>
                  <a:lnTo>
                    <a:pt x="9914" y="19247"/>
                  </a:lnTo>
                  <a:cubicBezTo>
                    <a:pt x="9914" y="19247"/>
                    <a:pt x="23633" y="16238"/>
                    <a:pt x="30970" y="12993"/>
                  </a:cubicBezTo>
                  <a:lnTo>
                    <a:pt x="26692" y="3010"/>
                  </a:lnTo>
                  <a:lnTo>
                    <a:pt x="22227" y="4407"/>
                  </a:lnTo>
                  <a:lnTo>
                    <a:pt x="20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>
              <a:extLst>
                <a:ext uri="{FF2B5EF4-FFF2-40B4-BE49-F238E27FC236}">
                  <a16:creationId xmlns:a16="http://schemas.microsoft.com/office/drawing/2014/main" id="{193BBDF8-DA94-E8F8-78F6-375D56C027B7}"/>
                </a:ext>
              </a:extLst>
            </p:cNvPr>
            <p:cNvSpPr/>
            <p:nvPr/>
          </p:nvSpPr>
          <p:spPr>
            <a:xfrm rot="-573985">
              <a:off x="389165" y="3890201"/>
              <a:ext cx="624520" cy="577486"/>
            </a:xfrm>
            <a:custGeom>
              <a:avLst/>
              <a:gdLst/>
              <a:ahLst/>
              <a:cxnLst/>
              <a:rect l="l" t="t" r="r" b="b"/>
              <a:pathLst>
                <a:path w="21736" h="20099" extrusionOk="0">
                  <a:moveTo>
                    <a:pt x="17676" y="1"/>
                  </a:moveTo>
                  <a:cubicBezTo>
                    <a:pt x="17665" y="1"/>
                    <a:pt x="17655" y="3"/>
                    <a:pt x="17644" y="6"/>
                  </a:cubicBezTo>
                  <a:cubicBezTo>
                    <a:pt x="17575" y="36"/>
                    <a:pt x="17536" y="104"/>
                    <a:pt x="17566" y="163"/>
                  </a:cubicBezTo>
                  <a:lnTo>
                    <a:pt x="21450" y="11985"/>
                  </a:lnTo>
                  <a:cubicBezTo>
                    <a:pt x="14104" y="16764"/>
                    <a:pt x="246" y="19823"/>
                    <a:pt x="109" y="19853"/>
                  </a:cubicBezTo>
                  <a:cubicBezTo>
                    <a:pt x="40" y="19862"/>
                    <a:pt x="1" y="19931"/>
                    <a:pt x="10" y="20000"/>
                  </a:cubicBezTo>
                  <a:cubicBezTo>
                    <a:pt x="20" y="20059"/>
                    <a:pt x="79" y="20098"/>
                    <a:pt x="138" y="20098"/>
                  </a:cubicBezTo>
                  <a:lnTo>
                    <a:pt x="158" y="20098"/>
                  </a:lnTo>
                  <a:cubicBezTo>
                    <a:pt x="296" y="20059"/>
                    <a:pt x="14300" y="16971"/>
                    <a:pt x="21667" y="12142"/>
                  </a:cubicBezTo>
                  <a:cubicBezTo>
                    <a:pt x="21716" y="12113"/>
                    <a:pt x="21736" y="12054"/>
                    <a:pt x="21716" y="12004"/>
                  </a:cubicBezTo>
                  <a:lnTo>
                    <a:pt x="17802" y="85"/>
                  </a:lnTo>
                  <a:cubicBezTo>
                    <a:pt x="17777" y="36"/>
                    <a:pt x="17726" y="1"/>
                    <a:pt x="17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>
              <a:extLst>
                <a:ext uri="{FF2B5EF4-FFF2-40B4-BE49-F238E27FC236}">
                  <a16:creationId xmlns:a16="http://schemas.microsoft.com/office/drawing/2014/main" id="{2097A55E-C3AB-E91C-A5B6-78430F44547C}"/>
                </a:ext>
              </a:extLst>
            </p:cNvPr>
            <p:cNvSpPr/>
            <p:nvPr/>
          </p:nvSpPr>
          <p:spPr>
            <a:xfrm rot="-573985">
              <a:off x="351303" y="3959900"/>
              <a:ext cx="591162" cy="460776"/>
            </a:xfrm>
            <a:custGeom>
              <a:avLst/>
              <a:gdLst/>
              <a:ahLst/>
              <a:cxnLst/>
              <a:rect l="l" t="t" r="r" b="b"/>
              <a:pathLst>
                <a:path w="20575" h="16037" extrusionOk="0">
                  <a:moveTo>
                    <a:pt x="17300" y="281"/>
                  </a:moveTo>
                  <a:lnTo>
                    <a:pt x="20290" y="9506"/>
                  </a:lnTo>
                  <a:cubicBezTo>
                    <a:pt x="12982" y="13509"/>
                    <a:pt x="3728" y="15515"/>
                    <a:pt x="2587" y="15761"/>
                  </a:cubicBezTo>
                  <a:lnTo>
                    <a:pt x="276" y="5946"/>
                  </a:lnTo>
                  <a:lnTo>
                    <a:pt x="286" y="5946"/>
                  </a:lnTo>
                  <a:cubicBezTo>
                    <a:pt x="4918" y="4972"/>
                    <a:pt x="16011" y="783"/>
                    <a:pt x="17300" y="281"/>
                  </a:cubicBezTo>
                  <a:close/>
                  <a:moveTo>
                    <a:pt x="17379" y="1"/>
                  </a:moveTo>
                  <a:cubicBezTo>
                    <a:pt x="17361" y="1"/>
                    <a:pt x="17344" y="6"/>
                    <a:pt x="17329" y="16"/>
                  </a:cubicBezTo>
                  <a:cubicBezTo>
                    <a:pt x="17201" y="55"/>
                    <a:pt x="4898" y="4756"/>
                    <a:pt x="109" y="5730"/>
                  </a:cubicBezTo>
                  <a:cubicBezTo>
                    <a:pt x="69" y="5739"/>
                    <a:pt x="40" y="5759"/>
                    <a:pt x="20" y="5789"/>
                  </a:cubicBezTo>
                  <a:cubicBezTo>
                    <a:pt x="10" y="5808"/>
                    <a:pt x="0" y="5848"/>
                    <a:pt x="10" y="5877"/>
                  </a:cubicBezTo>
                  <a:lnTo>
                    <a:pt x="2371" y="15938"/>
                  </a:lnTo>
                  <a:cubicBezTo>
                    <a:pt x="2380" y="15997"/>
                    <a:pt x="2430" y="16036"/>
                    <a:pt x="2489" y="16036"/>
                  </a:cubicBezTo>
                  <a:lnTo>
                    <a:pt x="2518" y="16026"/>
                  </a:lnTo>
                  <a:cubicBezTo>
                    <a:pt x="2616" y="16007"/>
                    <a:pt x="12687" y="13971"/>
                    <a:pt x="20496" y="9673"/>
                  </a:cubicBezTo>
                  <a:cubicBezTo>
                    <a:pt x="20545" y="9644"/>
                    <a:pt x="20575" y="9575"/>
                    <a:pt x="20555" y="9526"/>
                  </a:cubicBezTo>
                  <a:lnTo>
                    <a:pt x="17497" y="84"/>
                  </a:lnTo>
                  <a:cubicBezTo>
                    <a:pt x="17477" y="55"/>
                    <a:pt x="17457" y="25"/>
                    <a:pt x="17428" y="16"/>
                  </a:cubicBezTo>
                  <a:cubicBezTo>
                    <a:pt x="17413" y="6"/>
                    <a:pt x="17396" y="1"/>
                    <a:pt x="17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>
              <a:extLst>
                <a:ext uri="{FF2B5EF4-FFF2-40B4-BE49-F238E27FC236}">
                  <a16:creationId xmlns:a16="http://schemas.microsoft.com/office/drawing/2014/main" id="{F674E0D0-58C9-FBBE-3BD0-3E50F0AEDE6A}"/>
                </a:ext>
              </a:extLst>
            </p:cNvPr>
            <p:cNvSpPr/>
            <p:nvPr/>
          </p:nvSpPr>
          <p:spPr>
            <a:xfrm rot="-573985">
              <a:off x="453207" y="4209101"/>
              <a:ext cx="40167" cy="55137"/>
            </a:xfrm>
            <a:custGeom>
              <a:avLst/>
              <a:gdLst/>
              <a:ahLst/>
              <a:cxnLst/>
              <a:rect l="l" t="t" r="r" b="b"/>
              <a:pathLst>
                <a:path w="1398" h="1919" extrusionOk="0">
                  <a:moveTo>
                    <a:pt x="1348" y="0"/>
                  </a:moveTo>
                  <a:lnTo>
                    <a:pt x="1" y="44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397" y="148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>
              <a:extLst>
                <a:ext uri="{FF2B5EF4-FFF2-40B4-BE49-F238E27FC236}">
                  <a16:creationId xmlns:a16="http://schemas.microsoft.com/office/drawing/2014/main" id="{B641FC40-DB5C-2F7A-599C-BD956E600CE7}"/>
                </a:ext>
              </a:extLst>
            </p:cNvPr>
            <p:cNvSpPr/>
            <p:nvPr/>
          </p:nvSpPr>
          <p:spPr>
            <a:xfrm rot="-573985">
              <a:off x="504718" y="4195128"/>
              <a:ext cx="20946" cy="49764"/>
            </a:xfrm>
            <a:custGeom>
              <a:avLst/>
              <a:gdLst/>
              <a:ahLst/>
              <a:cxnLst/>
              <a:rect l="l" t="t" r="r" b="b"/>
              <a:pathLst>
                <a:path w="729" h="1732" extrusionOk="0">
                  <a:moveTo>
                    <a:pt x="178" y="0"/>
                  </a:moveTo>
                  <a:lnTo>
                    <a:pt x="1" y="59"/>
                  </a:lnTo>
                  <a:lnTo>
                    <a:pt x="551" y="1731"/>
                  </a:lnTo>
                  <a:lnTo>
                    <a:pt x="728" y="167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>
              <a:extLst>
                <a:ext uri="{FF2B5EF4-FFF2-40B4-BE49-F238E27FC236}">
                  <a16:creationId xmlns:a16="http://schemas.microsoft.com/office/drawing/2014/main" id="{A8605FCA-83C6-C78A-293A-F3FA3835203A}"/>
                </a:ext>
              </a:extLst>
            </p:cNvPr>
            <p:cNvSpPr/>
            <p:nvPr/>
          </p:nvSpPr>
          <p:spPr>
            <a:xfrm rot="-573985">
              <a:off x="527880" y="4171984"/>
              <a:ext cx="53413" cy="51833"/>
            </a:xfrm>
            <a:custGeom>
              <a:avLst/>
              <a:gdLst/>
              <a:ahLst/>
              <a:cxnLst/>
              <a:rect l="l" t="t" r="r" b="b"/>
              <a:pathLst>
                <a:path w="1859" h="1804" extrusionOk="0">
                  <a:moveTo>
                    <a:pt x="1057" y="0"/>
                  </a:moveTo>
                  <a:cubicBezTo>
                    <a:pt x="955" y="0"/>
                    <a:pt x="854" y="18"/>
                    <a:pt x="757" y="56"/>
                  </a:cubicBezTo>
                  <a:cubicBezTo>
                    <a:pt x="276" y="194"/>
                    <a:pt x="0" y="715"/>
                    <a:pt x="167" y="1197"/>
                  </a:cubicBezTo>
                  <a:cubicBezTo>
                    <a:pt x="291" y="1567"/>
                    <a:pt x="644" y="1804"/>
                    <a:pt x="1018" y="1804"/>
                  </a:cubicBezTo>
                  <a:cubicBezTo>
                    <a:pt x="1121" y="1804"/>
                    <a:pt x="1226" y="1786"/>
                    <a:pt x="1328" y="1747"/>
                  </a:cubicBezTo>
                  <a:cubicBezTo>
                    <a:pt x="1554" y="1679"/>
                    <a:pt x="1751" y="1511"/>
                    <a:pt x="1859" y="1295"/>
                  </a:cubicBezTo>
                  <a:lnTo>
                    <a:pt x="1702" y="1226"/>
                  </a:lnTo>
                  <a:cubicBezTo>
                    <a:pt x="1623" y="1403"/>
                    <a:pt x="1466" y="1531"/>
                    <a:pt x="1279" y="1590"/>
                  </a:cubicBezTo>
                  <a:cubicBezTo>
                    <a:pt x="1198" y="1619"/>
                    <a:pt x="1115" y="1633"/>
                    <a:pt x="1034" y="1633"/>
                  </a:cubicBezTo>
                  <a:cubicBezTo>
                    <a:pt x="730" y="1633"/>
                    <a:pt x="445" y="1440"/>
                    <a:pt x="344" y="1138"/>
                  </a:cubicBezTo>
                  <a:cubicBezTo>
                    <a:pt x="207" y="744"/>
                    <a:pt x="423" y="331"/>
                    <a:pt x="816" y="213"/>
                  </a:cubicBezTo>
                  <a:cubicBezTo>
                    <a:pt x="898" y="183"/>
                    <a:pt x="982" y="168"/>
                    <a:pt x="1065" y="168"/>
                  </a:cubicBezTo>
                  <a:cubicBezTo>
                    <a:pt x="1172" y="168"/>
                    <a:pt x="1277" y="193"/>
                    <a:pt x="1377" y="243"/>
                  </a:cubicBezTo>
                  <a:lnTo>
                    <a:pt x="1456" y="95"/>
                  </a:lnTo>
                  <a:cubicBezTo>
                    <a:pt x="1331" y="33"/>
                    <a:pt x="1194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>
              <a:extLst>
                <a:ext uri="{FF2B5EF4-FFF2-40B4-BE49-F238E27FC236}">
                  <a16:creationId xmlns:a16="http://schemas.microsoft.com/office/drawing/2014/main" id="{1DE1160C-2F79-436A-2153-432671A82362}"/>
                </a:ext>
              </a:extLst>
            </p:cNvPr>
            <p:cNvSpPr/>
            <p:nvPr/>
          </p:nvSpPr>
          <p:spPr>
            <a:xfrm rot="-573985">
              <a:off x="581118" y="4139798"/>
              <a:ext cx="56545" cy="61056"/>
            </a:xfrm>
            <a:custGeom>
              <a:avLst/>
              <a:gdLst/>
              <a:ahLst/>
              <a:cxnLst/>
              <a:rect l="l" t="t" r="r" b="b"/>
              <a:pathLst>
                <a:path w="1968" h="2125" extrusionOk="0">
                  <a:moveTo>
                    <a:pt x="1358" y="0"/>
                  </a:moveTo>
                  <a:lnTo>
                    <a:pt x="1161" y="69"/>
                  </a:lnTo>
                  <a:lnTo>
                    <a:pt x="512" y="1397"/>
                  </a:lnTo>
                  <a:lnTo>
                    <a:pt x="178" y="393"/>
                  </a:lnTo>
                  <a:lnTo>
                    <a:pt x="1" y="452"/>
                  </a:lnTo>
                  <a:lnTo>
                    <a:pt x="561" y="2124"/>
                  </a:lnTo>
                  <a:lnTo>
                    <a:pt x="738" y="2065"/>
                  </a:lnTo>
                  <a:lnTo>
                    <a:pt x="591" y="1623"/>
                  </a:lnTo>
                  <a:lnTo>
                    <a:pt x="817" y="1161"/>
                  </a:lnTo>
                  <a:lnTo>
                    <a:pt x="1761" y="1721"/>
                  </a:lnTo>
                  <a:lnTo>
                    <a:pt x="1968" y="1652"/>
                  </a:lnTo>
                  <a:lnTo>
                    <a:pt x="896" y="993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AFDB6345-B4FB-2344-D938-E1803A51E2E5}"/>
                </a:ext>
              </a:extLst>
            </p:cNvPr>
            <p:cNvSpPr/>
            <p:nvPr/>
          </p:nvSpPr>
          <p:spPr>
            <a:xfrm rot="-573985">
              <a:off x="633158" y="4114949"/>
              <a:ext cx="49764" cy="58815"/>
            </a:xfrm>
            <a:custGeom>
              <a:avLst/>
              <a:gdLst/>
              <a:ahLst/>
              <a:cxnLst/>
              <a:rect l="l" t="t" r="r" b="b"/>
              <a:pathLst>
                <a:path w="1732" h="2047" extrusionOk="0">
                  <a:moveTo>
                    <a:pt x="1141" y="1"/>
                  </a:moveTo>
                  <a:lnTo>
                    <a:pt x="0" y="384"/>
                  </a:lnTo>
                  <a:lnTo>
                    <a:pt x="551" y="2046"/>
                  </a:lnTo>
                  <a:lnTo>
                    <a:pt x="1731" y="1653"/>
                  </a:lnTo>
                  <a:lnTo>
                    <a:pt x="1682" y="1505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28" y="935"/>
                  </a:lnTo>
                  <a:lnTo>
                    <a:pt x="1279" y="778"/>
                  </a:lnTo>
                  <a:lnTo>
                    <a:pt x="423" y="1073"/>
                  </a:lnTo>
                  <a:lnTo>
                    <a:pt x="226" y="473"/>
                  </a:lnTo>
                  <a:lnTo>
                    <a:pt x="1190" y="158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B3AD64DA-606F-1773-81E8-592ADAA94CAC}"/>
                </a:ext>
              </a:extLst>
            </p:cNvPr>
            <p:cNvSpPr/>
            <p:nvPr/>
          </p:nvSpPr>
          <p:spPr>
            <a:xfrm rot="-573985">
              <a:off x="674382" y="4091572"/>
              <a:ext cx="40455" cy="55137"/>
            </a:xfrm>
            <a:custGeom>
              <a:avLst/>
              <a:gdLst/>
              <a:ahLst/>
              <a:cxnLst/>
              <a:rect l="l" t="t" r="r" b="b"/>
              <a:pathLst>
                <a:path w="1408" h="1919" extrusionOk="0">
                  <a:moveTo>
                    <a:pt x="1358" y="1"/>
                  </a:moveTo>
                  <a:lnTo>
                    <a:pt x="1" y="453"/>
                  </a:lnTo>
                  <a:lnTo>
                    <a:pt x="50" y="600"/>
                  </a:lnTo>
                  <a:lnTo>
                    <a:pt x="640" y="404"/>
                  </a:lnTo>
                  <a:lnTo>
                    <a:pt x="1142" y="1918"/>
                  </a:lnTo>
                  <a:lnTo>
                    <a:pt x="1319" y="1859"/>
                  </a:lnTo>
                  <a:lnTo>
                    <a:pt x="817" y="345"/>
                  </a:lnTo>
                  <a:lnTo>
                    <a:pt x="1407" y="1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>
              <a:extLst>
                <a:ext uri="{FF2B5EF4-FFF2-40B4-BE49-F238E27FC236}">
                  <a16:creationId xmlns:a16="http://schemas.microsoft.com/office/drawing/2014/main" id="{E2B4D82A-C1E3-1D18-AA88-D89312BC1FF5}"/>
                </a:ext>
              </a:extLst>
            </p:cNvPr>
            <p:cNvSpPr/>
            <p:nvPr/>
          </p:nvSpPr>
          <p:spPr>
            <a:xfrm rot="-573985">
              <a:off x="722931" y="4071340"/>
              <a:ext cx="46661" cy="52321"/>
            </a:xfrm>
            <a:custGeom>
              <a:avLst/>
              <a:gdLst/>
              <a:ahLst/>
              <a:cxnLst/>
              <a:rect l="l" t="t" r="r" b="b"/>
              <a:pathLst>
                <a:path w="1624" h="1821" extrusionOk="0">
                  <a:moveTo>
                    <a:pt x="866" y="0"/>
                  </a:moveTo>
                  <a:cubicBezTo>
                    <a:pt x="757" y="0"/>
                    <a:pt x="648" y="18"/>
                    <a:pt x="542" y="51"/>
                  </a:cubicBezTo>
                  <a:cubicBezTo>
                    <a:pt x="119" y="199"/>
                    <a:pt x="1" y="474"/>
                    <a:pt x="80" y="720"/>
                  </a:cubicBezTo>
                  <a:cubicBezTo>
                    <a:pt x="161" y="960"/>
                    <a:pt x="355" y="1010"/>
                    <a:pt x="570" y="1010"/>
                  </a:cubicBezTo>
                  <a:cubicBezTo>
                    <a:pt x="720" y="1010"/>
                    <a:pt x="881" y="985"/>
                    <a:pt x="1019" y="985"/>
                  </a:cubicBezTo>
                  <a:cubicBezTo>
                    <a:pt x="1185" y="985"/>
                    <a:pt x="1319" y="1020"/>
                    <a:pt x="1368" y="1173"/>
                  </a:cubicBezTo>
                  <a:cubicBezTo>
                    <a:pt x="1427" y="1330"/>
                    <a:pt x="1338" y="1507"/>
                    <a:pt x="1024" y="1615"/>
                  </a:cubicBezTo>
                  <a:cubicBezTo>
                    <a:pt x="931" y="1646"/>
                    <a:pt x="836" y="1661"/>
                    <a:pt x="742" y="1661"/>
                  </a:cubicBezTo>
                  <a:cubicBezTo>
                    <a:pt x="626" y="1661"/>
                    <a:pt x="512" y="1639"/>
                    <a:pt x="404" y="1595"/>
                  </a:cubicBezTo>
                  <a:lnTo>
                    <a:pt x="384" y="1753"/>
                  </a:lnTo>
                  <a:cubicBezTo>
                    <a:pt x="496" y="1798"/>
                    <a:pt x="615" y="1820"/>
                    <a:pt x="735" y="1820"/>
                  </a:cubicBezTo>
                  <a:cubicBezTo>
                    <a:pt x="849" y="1820"/>
                    <a:pt x="963" y="1801"/>
                    <a:pt x="1073" y="1763"/>
                  </a:cubicBezTo>
                  <a:cubicBezTo>
                    <a:pt x="1496" y="1625"/>
                    <a:pt x="1624" y="1350"/>
                    <a:pt x="1545" y="1104"/>
                  </a:cubicBezTo>
                  <a:cubicBezTo>
                    <a:pt x="1464" y="864"/>
                    <a:pt x="1270" y="814"/>
                    <a:pt x="1055" y="814"/>
                  </a:cubicBezTo>
                  <a:cubicBezTo>
                    <a:pt x="904" y="814"/>
                    <a:pt x="744" y="838"/>
                    <a:pt x="605" y="838"/>
                  </a:cubicBezTo>
                  <a:cubicBezTo>
                    <a:pt x="440" y="838"/>
                    <a:pt x="305" y="804"/>
                    <a:pt x="257" y="651"/>
                  </a:cubicBezTo>
                  <a:cubicBezTo>
                    <a:pt x="198" y="484"/>
                    <a:pt x="286" y="307"/>
                    <a:pt x="591" y="209"/>
                  </a:cubicBezTo>
                  <a:cubicBezTo>
                    <a:pt x="683" y="176"/>
                    <a:pt x="778" y="162"/>
                    <a:pt x="873" y="162"/>
                  </a:cubicBezTo>
                  <a:cubicBezTo>
                    <a:pt x="950" y="162"/>
                    <a:pt x="1027" y="171"/>
                    <a:pt x="1102" y="189"/>
                  </a:cubicBezTo>
                  <a:lnTo>
                    <a:pt x="1112" y="32"/>
                  </a:lnTo>
                  <a:cubicBezTo>
                    <a:pt x="1031" y="10"/>
                    <a:pt x="949" y="0"/>
                    <a:pt x="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>
              <a:extLst>
                <a:ext uri="{FF2B5EF4-FFF2-40B4-BE49-F238E27FC236}">
                  <a16:creationId xmlns:a16="http://schemas.microsoft.com/office/drawing/2014/main" id="{D858FAB4-A03F-B730-9A45-123CD9887C9B}"/>
                </a:ext>
              </a:extLst>
            </p:cNvPr>
            <p:cNvSpPr/>
            <p:nvPr/>
          </p:nvSpPr>
          <p:spPr>
            <a:xfrm rot="-573985">
              <a:off x="507566" y="4272369"/>
              <a:ext cx="65567" cy="64733"/>
            </a:xfrm>
            <a:custGeom>
              <a:avLst/>
              <a:gdLst/>
              <a:ahLst/>
              <a:cxnLst/>
              <a:rect l="l" t="t" r="r" b="b"/>
              <a:pathLst>
                <a:path w="2282" h="2253" extrusionOk="0">
                  <a:moveTo>
                    <a:pt x="1731" y="0"/>
                  </a:moveTo>
                  <a:lnTo>
                    <a:pt x="1584" y="49"/>
                  </a:lnTo>
                  <a:lnTo>
                    <a:pt x="1279" y="1525"/>
                  </a:lnTo>
                  <a:lnTo>
                    <a:pt x="138" y="531"/>
                  </a:lnTo>
                  <a:lnTo>
                    <a:pt x="0" y="581"/>
                  </a:lnTo>
                  <a:lnTo>
                    <a:pt x="551" y="2252"/>
                  </a:lnTo>
                  <a:lnTo>
                    <a:pt x="718" y="2193"/>
                  </a:lnTo>
                  <a:lnTo>
                    <a:pt x="276" y="866"/>
                  </a:lnTo>
                  <a:lnTo>
                    <a:pt x="1308" y="1761"/>
                  </a:lnTo>
                  <a:lnTo>
                    <a:pt x="1387" y="1731"/>
                  </a:lnTo>
                  <a:lnTo>
                    <a:pt x="1672" y="394"/>
                  </a:lnTo>
                  <a:lnTo>
                    <a:pt x="2115" y="1731"/>
                  </a:lnTo>
                  <a:lnTo>
                    <a:pt x="2282" y="1672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>
              <a:extLst>
                <a:ext uri="{FF2B5EF4-FFF2-40B4-BE49-F238E27FC236}">
                  <a16:creationId xmlns:a16="http://schemas.microsoft.com/office/drawing/2014/main" id="{026A8AC8-BB0B-D37A-1340-0739977D5F2D}"/>
                </a:ext>
              </a:extLst>
            </p:cNvPr>
            <p:cNvSpPr/>
            <p:nvPr/>
          </p:nvSpPr>
          <p:spPr>
            <a:xfrm rot="-573985">
              <a:off x="571694" y="4243407"/>
              <a:ext cx="64705" cy="53585"/>
            </a:xfrm>
            <a:custGeom>
              <a:avLst/>
              <a:gdLst/>
              <a:ahLst/>
              <a:cxnLst/>
              <a:rect l="l" t="t" r="r" b="b"/>
              <a:pathLst>
                <a:path w="2252" h="1865" extrusionOk="0">
                  <a:moveTo>
                    <a:pt x="1106" y="208"/>
                  </a:moveTo>
                  <a:cubicBezTo>
                    <a:pt x="1405" y="208"/>
                    <a:pt x="1703" y="384"/>
                    <a:pt x="1809" y="722"/>
                  </a:cubicBezTo>
                  <a:cubicBezTo>
                    <a:pt x="1946" y="1105"/>
                    <a:pt x="1740" y="1528"/>
                    <a:pt x="1346" y="1646"/>
                  </a:cubicBezTo>
                  <a:cubicBezTo>
                    <a:pt x="1265" y="1673"/>
                    <a:pt x="1184" y="1685"/>
                    <a:pt x="1107" y="1685"/>
                  </a:cubicBezTo>
                  <a:cubicBezTo>
                    <a:pt x="586" y="1685"/>
                    <a:pt x="195" y="1127"/>
                    <a:pt x="451" y="613"/>
                  </a:cubicBezTo>
                  <a:cubicBezTo>
                    <a:pt x="588" y="340"/>
                    <a:pt x="848" y="208"/>
                    <a:pt x="1106" y="208"/>
                  </a:cubicBezTo>
                  <a:close/>
                  <a:moveTo>
                    <a:pt x="1103" y="0"/>
                  </a:moveTo>
                  <a:cubicBezTo>
                    <a:pt x="503" y="0"/>
                    <a:pt x="1" y="605"/>
                    <a:pt x="235" y="1243"/>
                  </a:cubicBezTo>
                  <a:cubicBezTo>
                    <a:pt x="357" y="1625"/>
                    <a:pt x="705" y="1865"/>
                    <a:pt x="1076" y="1865"/>
                  </a:cubicBezTo>
                  <a:cubicBezTo>
                    <a:pt x="1182" y="1865"/>
                    <a:pt x="1290" y="1845"/>
                    <a:pt x="1396" y="1803"/>
                  </a:cubicBezTo>
                  <a:cubicBezTo>
                    <a:pt x="2182" y="1538"/>
                    <a:pt x="2251" y="456"/>
                    <a:pt x="1504" y="92"/>
                  </a:cubicBezTo>
                  <a:cubicBezTo>
                    <a:pt x="1370" y="29"/>
                    <a:pt x="1234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63A48670-1628-062B-25AC-5B3D874EAD59}"/>
                </a:ext>
              </a:extLst>
            </p:cNvPr>
            <p:cNvSpPr/>
            <p:nvPr/>
          </p:nvSpPr>
          <p:spPr>
            <a:xfrm rot="-573985">
              <a:off x="625472" y="4211836"/>
              <a:ext cx="47523" cy="56545"/>
            </a:xfrm>
            <a:custGeom>
              <a:avLst/>
              <a:gdLst/>
              <a:ahLst/>
              <a:cxnLst/>
              <a:rect l="l" t="t" r="r" b="b"/>
              <a:pathLst>
                <a:path w="1654" h="1968" extrusionOk="0">
                  <a:moveTo>
                    <a:pt x="1653" y="1"/>
                  </a:moveTo>
                  <a:lnTo>
                    <a:pt x="1476" y="60"/>
                  </a:lnTo>
                  <a:lnTo>
                    <a:pt x="1319" y="1722"/>
                  </a:lnTo>
                  <a:lnTo>
                    <a:pt x="198" y="483"/>
                  </a:lnTo>
                  <a:lnTo>
                    <a:pt x="1" y="551"/>
                  </a:lnTo>
                  <a:lnTo>
                    <a:pt x="1299" y="1968"/>
                  </a:lnTo>
                  <a:lnTo>
                    <a:pt x="1476" y="191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06AE1932-AE0F-A9D0-F11F-E4659F264FA3}"/>
                </a:ext>
              </a:extLst>
            </p:cNvPr>
            <p:cNvSpPr/>
            <p:nvPr/>
          </p:nvSpPr>
          <p:spPr>
            <a:xfrm rot="-573985">
              <a:off x="684780" y="4197740"/>
              <a:ext cx="20946" cy="49477"/>
            </a:xfrm>
            <a:custGeom>
              <a:avLst/>
              <a:gdLst/>
              <a:ahLst/>
              <a:cxnLst/>
              <a:rect l="l" t="t" r="r" b="b"/>
              <a:pathLst>
                <a:path w="729" h="1722" extrusionOk="0">
                  <a:moveTo>
                    <a:pt x="178" y="0"/>
                  </a:moveTo>
                  <a:lnTo>
                    <a:pt x="1" y="59"/>
                  </a:lnTo>
                  <a:lnTo>
                    <a:pt x="552" y="1721"/>
                  </a:lnTo>
                  <a:lnTo>
                    <a:pt x="729" y="1662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5">
              <a:extLst>
                <a:ext uri="{FF2B5EF4-FFF2-40B4-BE49-F238E27FC236}">
                  <a16:creationId xmlns:a16="http://schemas.microsoft.com/office/drawing/2014/main" id="{D33DAF2A-467E-36AE-9022-4B70113D458B}"/>
                </a:ext>
              </a:extLst>
            </p:cNvPr>
            <p:cNvSpPr/>
            <p:nvPr/>
          </p:nvSpPr>
          <p:spPr>
            <a:xfrm rot="-573985">
              <a:off x="709071" y="4172616"/>
              <a:ext cx="50023" cy="58815"/>
            </a:xfrm>
            <a:custGeom>
              <a:avLst/>
              <a:gdLst/>
              <a:ahLst/>
              <a:cxnLst/>
              <a:rect l="l" t="t" r="r" b="b"/>
              <a:pathLst>
                <a:path w="1741" h="2047" extrusionOk="0">
                  <a:moveTo>
                    <a:pt x="1151" y="1"/>
                  </a:moveTo>
                  <a:lnTo>
                    <a:pt x="0" y="375"/>
                  </a:lnTo>
                  <a:lnTo>
                    <a:pt x="561" y="2047"/>
                  </a:lnTo>
                  <a:lnTo>
                    <a:pt x="1741" y="1653"/>
                  </a:lnTo>
                  <a:lnTo>
                    <a:pt x="1682" y="1506"/>
                  </a:lnTo>
                  <a:lnTo>
                    <a:pt x="679" y="1830"/>
                  </a:lnTo>
                  <a:lnTo>
                    <a:pt x="472" y="1220"/>
                  </a:lnTo>
                  <a:lnTo>
                    <a:pt x="1338" y="925"/>
                  </a:lnTo>
                  <a:lnTo>
                    <a:pt x="1288" y="778"/>
                  </a:lnTo>
                  <a:lnTo>
                    <a:pt x="423" y="1063"/>
                  </a:lnTo>
                  <a:lnTo>
                    <a:pt x="226" y="473"/>
                  </a:lnTo>
                  <a:lnTo>
                    <a:pt x="1200" y="14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5">
              <a:extLst>
                <a:ext uri="{FF2B5EF4-FFF2-40B4-BE49-F238E27FC236}">
                  <a16:creationId xmlns:a16="http://schemas.microsoft.com/office/drawing/2014/main" id="{E72148F8-5195-3247-4596-BF60F435D09E}"/>
                </a:ext>
              </a:extLst>
            </p:cNvPr>
            <p:cNvSpPr/>
            <p:nvPr/>
          </p:nvSpPr>
          <p:spPr>
            <a:xfrm rot="-573985">
              <a:off x="756768" y="4151300"/>
              <a:ext cx="46632" cy="52321"/>
            </a:xfrm>
            <a:custGeom>
              <a:avLst/>
              <a:gdLst/>
              <a:ahLst/>
              <a:cxnLst/>
              <a:rect l="l" t="t" r="r" b="b"/>
              <a:pathLst>
                <a:path w="1623" h="1821" extrusionOk="0">
                  <a:moveTo>
                    <a:pt x="865" y="1"/>
                  </a:moveTo>
                  <a:cubicBezTo>
                    <a:pt x="756" y="1"/>
                    <a:pt x="647" y="18"/>
                    <a:pt x="541" y="52"/>
                  </a:cubicBezTo>
                  <a:cubicBezTo>
                    <a:pt x="118" y="199"/>
                    <a:pt x="0" y="475"/>
                    <a:pt x="79" y="721"/>
                  </a:cubicBezTo>
                  <a:cubicBezTo>
                    <a:pt x="160" y="961"/>
                    <a:pt x="354" y="1010"/>
                    <a:pt x="569" y="1010"/>
                  </a:cubicBezTo>
                  <a:cubicBezTo>
                    <a:pt x="719" y="1010"/>
                    <a:pt x="880" y="986"/>
                    <a:pt x="1019" y="986"/>
                  </a:cubicBezTo>
                  <a:cubicBezTo>
                    <a:pt x="1184" y="986"/>
                    <a:pt x="1319" y="1021"/>
                    <a:pt x="1367" y="1173"/>
                  </a:cubicBezTo>
                  <a:cubicBezTo>
                    <a:pt x="1426" y="1330"/>
                    <a:pt x="1328" y="1507"/>
                    <a:pt x="1023" y="1616"/>
                  </a:cubicBezTo>
                  <a:cubicBezTo>
                    <a:pt x="930" y="1647"/>
                    <a:pt x="835" y="1662"/>
                    <a:pt x="741" y="1662"/>
                  </a:cubicBezTo>
                  <a:cubicBezTo>
                    <a:pt x="626" y="1662"/>
                    <a:pt x="512" y="1639"/>
                    <a:pt x="403" y="1596"/>
                  </a:cubicBezTo>
                  <a:lnTo>
                    <a:pt x="384" y="1753"/>
                  </a:lnTo>
                  <a:cubicBezTo>
                    <a:pt x="495" y="1799"/>
                    <a:pt x="614" y="1821"/>
                    <a:pt x="735" y="1821"/>
                  </a:cubicBezTo>
                  <a:cubicBezTo>
                    <a:pt x="848" y="1821"/>
                    <a:pt x="962" y="1801"/>
                    <a:pt x="1072" y="1763"/>
                  </a:cubicBezTo>
                  <a:cubicBezTo>
                    <a:pt x="1495" y="1625"/>
                    <a:pt x="1623" y="1350"/>
                    <a:pt x="1544" y="1104"/>
                  </a:cubicBezTo>
                  <a:cubicBezTo>
                    <a:pt x="1463" y="864"/>
                    <a:pt x="1269" y="815"/>
                    <a:pt x="1054" y="815"/>
                  </a:cubicBezTo>
                  <a:cubicBezTo>
                    <a:pt x="904" y="815"/>
                    <a:pt x="743" y="839"/>
                    <a:pt x="604" y="839"/>
                  </a:cubicBezTo>
                  <a:cubicBezTo>
                    <a:pt x="439" y="839"/>
                    <a:pt x="305" y="804"/>
                    <a:pt x="256" y="652"/>
                  </a:cubicBezTo>
                  <a:cubicBezTo>
                    <a:pt x="197" y="485"/>
                    <a:pt x="285" y="308"/>
                    <a:pt x="590" y="209"/>
                  </a:cubicBezTo>
                  <a:cubicBezTo>
                    <a:pt x="682" y="177"/>
                    <a:pt x="774" y="162"/>
                    <a:pt x="866" y="162"/>
                  </a:cubicBezTo>
                  <a:cubicBezTo>
                    <a:pt x="942" y="162"/>
                    <a:pt x="1017" y="172"/>
                    <a:pt x="1092" y="190"/>
                  </a:cubicBezTo>
                  <a:lnTo>
                    <a:pt x="1112" y="32"/>
                  </a:lnTo>
                  <a:cubicBezTo>
                    <a:pt x="1031" y="11"/>
                    <a:pt x="948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5">
              <a:extLst>
                <a:ext uri="{FF2B5EF4-FFF2-40B4-BE49-F238E27FC236}">
                  <a16:creationId xmlns:a16="http://schemas.microsoft.com/office/drawing/2014/main" id="{0EF21AA9-65D5-29F5-1EE1-0C5B11F5097F}"/>
                </a:ext>
              </a:extLst>
            </p:cNvPr>
            <p:cNvSpPr/>
            <p:nvPr/>
          </p:nvSpPr>
          <p:spPr>
            <a:xfrm rot="-573985">
              <a:off x="870444" y="4610250"/>
              <a:ext cx="370213" cy="194861"/>
            </a:xfrm>
            <a:custGeom>
              <a:avLst/>
              <a:gdLst/>
              <a:ahLst/>
              <a:cxnLst/>
              <a:rect l="l" t="t" r="r" b="b"/>
              <a:pathLst>
                <a:path w="12885" h="6782" extrusionOk="0">
                  <a:moveTo>
                    <a:pt x="12048" y="1"/>
                  </a:moveTo>
                  <a:cubicBezTo>
                    <a:pt x="11881" y="837"/>
                    <a:pt x="11625" y="1663"/>
                    <a:pt x="11271" y="2440"/>
                  </a:cubicBezTo>
                  <a:cubicBezTo>
                    <a:pt x="10543" y="4033"/>
                    <a:pt x="9216" y="5843"/>
                    <a:pt x="6934" y="5931"/>
                  </a:cubicBezTo>
                  <a:cubicBezTo>
                    <a:pt x="6865" y="5934"/>
                    <a:pt x="6796" y="5936"/>
                    <a:pt x="6728" y="5936"/>
                  </a:cubicBezTo>
                  <a:cubicBezTo>
                    <a:pt x="4756" y="5936"/>
                    <a:pt x="3281" y="4718"/>
                    <a:pt x="2302" y="3482"/>
                  </a:cubicBezTo>
                  <a:cubicBezTo>
                    <a:pt x="1682" y="2696"/>
                    <a:pt x="1181" y="1830"/>
                    <a:pt x="797" y="906"/>
                  </a:cubicBezTo>
                  <a:lnTo>
                    <a:pt x="0" y="1201"/>
                  </a:lnTo>
                  <a:cubicBezTo>
                    <a:pt x="345" y="2047"/>
                    <a:pt x="777" y="2853"/>
                    <a:pt x="1308" y="3591"/>
                  </a:cubicBezTo>
                  <a:cubicBezTo>
                    <a:pt x="1918" y="4476"/>
                    <a:pt x="2685" y="5233"/>
                    <a:pt x="3580" y="5833"/>
                  </a:cubicBezTo>
                  <a:cubicBezTo>
                    <a:pt x="4508" y="6458"/>
                    <a:pt x="5608" y="6782"/>
                    <a:pt x="6726" y="6782"/>
                  </a:cubicBezTo>
                  <a:cubicBezTo>
                    <a:pt x="6805" y="6782"/>
                    <a:pt x="6884" y="6780"/>
                    <a:pt x="6964" y="6777"/>
                  </a:cubicBezTo>
                  <a:cubicBezTo>
                    <a:pt x="9953" y="6649"/>
                    <a:pt x="11497" y="4200"/>
                    <a:pt x="12255" y="2312"/>
                  </a:cubicBezTo>
                  <a:cubicBezTo>
                    <a:pt x="12530" y="1614"/>
                    <a:pt x="12746" y="886"/>
                    <a:pt x="12884" y="148"/>
                  </a:cubicBezTo>
                  <a:lnTo>
                    <a:pt x="12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5">
              <a:extLst>
                <a:ext uri="{FF2B5EF4-FFF2-40B4-BE49-F238E27FC236}">
                  <a16:creationId xmlns:a16="http://schemas.microsoft.com/office/drawing/2014/main" id="{FD66D296-D77B-09AC-C59D-864EDE39A67F}"/>
                </a:ext>
              </a:extLst>
            </p:cNvPr>
            <p:cNvSpPr/>
            <p:nvPr/>
          </p:nvSpPr>
          <p:spPr>
            <a:xfrm rot="-573985">
              <a:off x="867123" y="4661973"/>
              <a:ext cx="66141" cy="77462"/>
            </a:xfrm>
            <a:custGeom>
              <a:avLst/>
              <a:gdLst/>
              <a:ahLst/>
              <a:cxnLst/>
              <a:rect l="l" t="t" r="r" b="b"/>
              <a:pathLst>
                <a:path w="2302" h="2696" extrusionOk="0">
                  <a:moveTo>
                    <a:pt x="797" y="1"/>
                  </a:moveTo>
                  <a:lnTo>
                    <a:pt x="0" y="296"/>
                  </a:lnTo>
                  <a:cubicBezTo>
                    <a:pt x="335" y="1151"/>
                    <a:pt x="777" y="1948"/>
                    <a:pt x="1299" y="2695"/>
                  </a:cubicBezTo>
                  <a:lnTo>
                    <a:pt x="2302" y="2577"/>
                  </a:lnTo>
                  <a:cubicBezTo>
                    <a:pt x="1682" y="1791"/>
                    <a:pt x="1171" y="925"/>
                    <a:pt x="797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5">
              <a:extLst>
                <a:ext uri="{FF2B5EF4-FFF2-40B4-BE49-F238E27FC236}">
                  <a16:creationId xmlns:a16="http://schemas.microsoft.com/office/drawing/2014/main" id="{23D0CE9D-58E3-2896-B9E0-693FB7BFE111}"/>
                </a:ext>
              </a:extLst>
            </p:cNvPr>
            <p:cNvSpPr/>
            <p:nvPr/>
          </p:nvSpPr>
          <p:spPr>
            <a:xfrm rot="-573985">
              <a:off x="1181645" y="4584225"/>
              <a:ext cx="46374" cy="70106"/>
            </a:xfrm>
            <a:custGeom>
              <a:avLst/>
              <a:gdLst/>
              <a:ahLst/>
              <a:cxnLst/>
              <a:rect l="l" t="t" r="r" b="b"/>
              <a:pathLst>
                <a:path w="1614" h="2440" extrusionOk="0">
                  <a:moveTo>
                    <a:pt x="777" y="1"/>
                  </a:moveTo>
                  <a:cubicBezTo>
                    <a:pt x="610" y="837"/>
                    <a:pt x="344" y="1663"/>
                    <a:pt x="0" y="2440"/>
                  </a:cubicBezTo>
                  <a:lnTo>
                    <a:pt x="984" y="2312"/>
                  </a:lnTo>
                  <a:cubicBezTo>
                    <a:pt x="1259" y="1614"/>
                    <a:pt x="1475" y="886"/>
                    <a:pt x="1613" y="148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5">
              <a:extLst>
                <a:ext uri="{FF2B5EF4-FFF2-40B4-BE49-F238E27FC236}">
                  <a16:creationId xmlns:a16="http://schemas.microsoft.com/office/drawing/2014/main" id="{50BF0A15-2721-4459-640B-EE91E7F2FA6C}"/>
                </a:ext>
              </a:extLst>
            </p:cNvPr>
            <p:cNvSpPr/>
            <p:nvPr/>
          </p:nvSpPr>
          <p:spPr>
            <a:xfrm rot="-573985">
              <a:off x="400145" y="4001777"/>
              <a:ext cx="1306935" cy="696264"/>
            </a:xfrm>
            <a:custGeom>
              <a:avLst/>
              <a:gdLst/>
              <a:ahLst/>
              <a:cxnLst/>
              <a:rect l="l" t="t" r="r" b="b"/>
              <a:pathLst>
                <a:path w="45487" h="24233" extrusionOk="0">
                  <a:moveTo>
                    <a:pt x="32151" y="0"/>
                  </a:moveTo>
                  <a:cubicBezTo>
                    <a:pt x="32151" y="0"/>
                    <a:pt x="31639" y="325"/>
                    <a:pt x="30734" y="875"/>
                  </a:cubicBezTo>
                  <a:cubicBezTo>
                    <a:pt x="30646" y="934"/>
                    <a:pt x="30548" y="993"/>
                    <a:pt x="30449" y="1052"/>
                  </a:cubicBezTo>
                  <a:cubicBezTo>
                    <a:pt x="23870" y="5134"/>
                    <a:pt x="374" y="19670"/>
                    <a:pt x="1" y="19994"/>
                  </a:cubicBezTo>
                  <a:lnTo>
                    <a:pt x="1653" y="24233"/>
                  </a:lnTo>
                  <a:lnTo>
                    <a:pt x="38406" y="21459"/>
                  </a:lnTo>
                  <a:lnTo>
                    <a:pt x="38710" y="21440"/>
                  </a:lnTo>
                  <a:lnTo>
                    <a:pt x="39694" y="21361"/>
                  </a:lnTo>
                  <a:cubicBezTo>
                    <a:pt x="45487" y="10317"/>
                    <a:pt x="39301" y="4199"/>
                    <a:pt x="35190" y="1574"/>
                  </a:cubicBezTo>
                  <a:cubicBezTo>
                    <a:pt x="35150" y="1544"/>
                    <a:pt x="35101" y="1515"/>
                    <a:pt x="35062" y="1495"/>
                  </a:cubicBezTo>
                  <a:cubicBezTo>
                    <a:pt x="34137" y="905"/>
                    <a:pt x="33164" y="403"/>
                    <a:pt x="32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5">
              <a:extLst>
                <a:ext uri="{FF2B5EF4-FFF2-40B4-BE49-F238E27FC236}">
                  <a16:creationId xmlns:a16="http://schemas.microsoft.com/office/drawing/2014/main" id="{A6001871-62D3-2C52-AF32-1213E1E29568}"/>
                </a:ext>
              </a:extLst>
            </p:cNvPr>
            <p:cNvSpPr/>
            <p:nvPr/>
          </p:nvSpPr>
          <p:spPr>
            <a:xfrm rot="-573985">
              <a:off x="456169" y="4671615"/>
              <a:ext cx="93006" cy="123289"/>
            </a:xfrm>
            <a:custGeom>
              <a:avLst/>
              <a:gdLst/>
              <a:ahLst/>
              <a:cxnLst/>
              <a:rect l="l" t="t" r="r" b="b"/>
              <a:pathLst>
                <a:path w="3237" h="4291" extrusionOk="0">
                  <a:moveTo>
                    <a:pt x="426" y="0"/>
                  </a:moveTo>
                  <a:cubicBezTo>
                    <a:pt x="170" y="0"/>
                    <a:pt x="1" y="52"/>
                    <a:pt x="1" y="52"/>
                  </a:cubicBezTo>
                  <a:lnTo>
                    <a:pt x="1643" y="4291"/>
                  </a:lnTo>
                  <a:cubicBezTo>
                    <a:pt x="1643" y="4291"/>
                    <a:pt x="3236" y="3819"/>
                    <a:pt x="2479" y="1734"/>
                  </a:cubicBezTo>
                  <a:cubicBezTo>
                    <a:pt x="1929" y="238"/>
                    <a:pt x="977" y="0"/>
                    <a:pt x="426" y="0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5">
              <a:extLst>
                <a:ext uri="{FF2B5EF4-FFF2-40B4-BE49-F238E27FC236}">
                  <a16:creationId xmlns:a16="http://schemas.microsoft.com/office/drawing/2014/main" id="{A38BD8A1-CFBD-A7F8-3A8F-7D04D570BD2C}"/>
                </a:ext>
              </a:extLst>
            </p:cNvPr>
            <p:cNvSpPr/>
            <p:nvPr/>
          </p:nvSpPr>
          <p:spPr>
            <a:xfrm rot="-573985">
              <a:off x="433298" y="4066402"/>
              <a:ext cx="975769" cy="559787"/>
            </a:xfrm>
            <a:custGeom>
              <a:avLst/>
              <a:gdLst/>
              <a:ahLst/>
              <a:cxnLst/>
              <a:rect l="l" t="t" r="r" b="b"/>
              <a:pathLst>
                <a:path w="33961" h="19483" extrusionOk="0">
                  <a:moveTo>
                    <a:pt x="33823" y="0"/>
                  </a:moveTo>
                  <a:lnTo>
                    <a:pt x="552" y="19040"/>
                  </a:lnTo>
                  <a:lnTo>
                    <a:pt x="1" y="19355"/>
                  </a:lnTo>
                  <a:lnTo>
                    <a:pt x="70" y="19483"/>
                  </a:lnTo>
                  <a:lnTo>
                    <a:pt x="650" y="19148"/>
                  </a:lnTo>
                  <a:lnTo>
                    <a:pt x="33960" y="89"/>
                  </a:lnTo>
                  <a:cubicBezTo>
                    <a:pt x="33921" y="59"/>
                    <a:pt x="33872" y="30"/>
                    <a:pt x="3382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5">
              <a:extLst>
                <a:ext uri="{FF2B5EF4-FFF2-40B4-BE49-F238E27FC236}">
                  <a16:creationId xmlns:a16="http://schemas.microsoft.com/office/drawing/2014/main" id="{DCFF02D8-CC53-7462-10EA-79B4AEB75E80}"/>
                </a:ext>
              </a:extLst>
            </p:cNvPr>
            <p:cNvSpPr/>
            <p:nvPr/>
          </p:nvSpPr>
          <p:spPr>
            <a:xfrm rot="-573985">
              <a:off x="1324630" y="4450548"/>
              <a:ext cx="210836" cy="92575"/>
            </a:xfrm>
            <a:custGeom>
              <a:avLst/>
              <a:gdLst/>
              <a:ahLst/>
              <a:cxnLst/>
              <a:rect l="l" t="t" r="r" b="b"/>
              <a:pathLst>
                <a:path w="7338" h="3222" extrusionOk="0">
                  <a:moveTo>
                    <a:pt x="5970" y="1"/>
                  </a:moveTo>
                  <a:cubicBezTo>
                    <a:pt x="5905" y="1"/>
                    <a:pt x="5839" y="6"/>
                    <a:pt x="5774" y="17"/>
                  </a:cubicBezTo>
                  <a:lnTo>
                    <a:pt x="1072" y="794"/>
                  </a:lnTo>
                  <a:cubicBezTo>
                    <a:pt x="443" y="902"/>
                    <a:pt x="0" y="1472"/>
                    <a:pt x="59" y="2112"/>
                  </a:cubicBezTo>
                  <a:cubicBezTo>
                    <a:pt x="114" y="2743"/>
                    <a:pt x="655" y="3221"/>
                    <a:pt x="1276" y="3221"/>
                  </a:cubicBezTo>
                  <a:cubicBezTo>
                    <a:pt x="1323" y="3221"/>
                    <a:pt x="1370" y="3219"/>
                    <a:pt x="1417" y="3213"/>
                  </a:cubicBezTo>
                  <a:lnTo>
                    <a:pt x="6157" y="2653"/>
                  </a:lnTo>
                  <a:cubicBezTo>
                    <a:pt x="6855" y="2574"/>
                    <a:pt x="7337" y="1915"/>
                    <a:pt x="7209" y="1217"/>
                  </a:cubicBezTo>
                  <a:lnTo>
                    <a:pt x="7170" y="1000"/>
                  </a:lnTo>
                  <a:cubicBezTo>
                    <a:pt x="7064" y="417"/>
                    <a:pt x="6545" y="1"/>
                    <a:pt x="5970" y="1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5">
              <a:extLst>
                <a:ext uri="{FF2B5EF4-FFF2-40B4-BE49-F238E27FC236}">
                  <a16:creationId xmlns:a16="http://schemas.microsoft.com/office/drawing/2014/main" id="{C3B6688A-1D2D-0E42-F397-4113F9B17EC9}"/>
                </a:ext>
              </a:extLst>
            </p:cNvPr>
            <p:cNvSpPr/>
            <p:nvPr/>
          </p:nvSpPr>
          <p:spPr>
            <a:xfrm rot="-573985">
              <a:off x="1214075" y="4519515"/>
              <a:ext cx="86972" cy="69934"/>
            </a:xfrm>
            <a:custGeom>
              <a:avLst/>
              <a:gdLst/>
              <a:ahLst/>
              <a:cxnLst/>
              <a:rect l="l" t="t" r="r" b="b"/>
              <a:pathLst>
                <a:path w="3027" h="2434" extrusionOk="0">
                  <a:moveTo>
                    <a:pt x="1803" y="0"/>
                  </a:moveTo>
                  <a:cubicBezTo>
                    <a:pt x="1756" y="0"/>
                    <a:pt x="1708" y="3"/>
                    <a:pt x="1659" y="9"/>
                  </a:cubicBezTo>
                  <a:lnTo>
                    <a:pt x="1079" y="68"/>
                  </a:lnTo>
                  <a:cubicBezTo>
                    <a:pt x="509" y="137"/>
                    <a:pt x="66" y="599"/>
                    <a:pt x="37" y="1179"/>
                  </a:cubicBezTo>
                  <a:lnTo>
                    <a:pt x="37" y="1209"/>
                  </a:lnTo>
                  <a:cubicBezTo>
                    <a:pt x="1" y="1883"/>
                    <a:pt x="548" y="2434"/>
                    <a:pt x="1205" y="2434"/>
                  </a:cubicBezTo>
                  <a:cubicBezTo>
                    <a:pt x="1267" y="2434"/>
                    <a:pt x="1330" y="2429"/>
                    <a:pt x="1394" y="2418"/>
                  </a:cubicBezTo>
                  <a:lnTo>
                    <a:pt x="1974" y="2330"/>
                  </a:lnTo>
                  <a:cubicBezTo>
                    <a:pt x="2594" y="2232"/>
                    <a:pt x="3026" y="1661"/>
                    <a:pt x="2958" y="1042"/>
                  </a:cubicBezTo>
                  <a:cubicBezTo>
                    <a:pt x="2894" y="441"/>
                    <a:pt x="2392" y="0"/>
                    <a:pt x="1803" y="0"/>
                  </a:cubicBezTo>
                  <a:close/>
                </a:path>
              </a:pathLst>
            </a:custGeom>
            <a:solidFill>
              <a:srgbClr val="FFFFFF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5">
              <a:extLst>
                <a:ext uri="{FF2B5EF4-FFF2-40B4-BE49-F238E27FC236}">
                  <a16:creationId xmlns:a16="http://schemas.microsoft.com/office/drawing/2014/main" id="{E658CA07-547B-E07D-331E-64D5F3E4512C}"/>
                </a:ext>
              </a:extLst>
            </p:cNvPr>
            <p:cNvSpPr/>
            <p:nvPr/>
          </p:nvSpPr>
          <p:spPr>
            <a:xfrm rot="-573985">
              <a:off x="1265555" y="3965773"/>
              <a:ext cx="297578" cy="591449"/>
            </a:xfrm>
            <a:custGeom>
              <a:avLst/>
              <a:gdLst/>
              <a:ahLst/>
              <a:cxnLst/>
              <a:rect l="l" t="t" r="r" b="b"/>
              <a:pathLst>
                <a:path w="10357" h="20585" extrusionOk="0">
                  <a:moveTo>
                    <a:pt x="275" y="0"/>
                  </a:moveTo>
                  <a:cubicBezTo>
                    <a:pt x="187" y="50"/>
                    <a:pt x="98" y="118"/>
                    <a:pt x="0" y="177"/>
                  </a:cubicBezTo>
                  <a:cubicBezTo>
                    <a:pt x="895" y="649"/>
                    <a:pt x="1770" y="1171"/>
                    <a:pt x="2606" y="1761"/>
                  </a:cubicBezTo>
                  <a:cubicBezTo>
                    <a:pt x="2636" y="1790"/>
                    <a:pt x="2685" y="1820"/>
                    <a:pt x="2724" y="1849"/>
                  </a:cubicBezTo>
                  <a:cubicBezTo>
                    <a:pt x="4829" y="3334"/>
                    <a:pt x="7415" y="5675"/>
                    <a:pt x="8507" y="8714"/>
                  </a:cubicBezTo>
                  <a:cubicBezTo>
                    <a:pt x="10081" y="13120"/>
                    <a:pt x="8596" y="18578"/>
                    <a:pt x="7947" y="20584"/>
                  </a:cubicBezTo>
                  <a:lnTo>
                    <a:pt x="8251" y="20565"/>
                  </a:lnTo>
                  <a:cubicBezTo>
                    <a:pt x="8930" y="18440"/>
                    <a:pt x="10356" y="13022"/>
                    <a:pt x="8773" y="8616"/>
                  </a:cubicBezTo>
                  <a:cubicBezTo>
                    <a:pt x="7671" y="5567"/>
                    <a:pt x="5114" y="3206"/>
                    <a:pt x="3000" y="1692"/>
                  </a:cubicBezTo>
                  <a:lnTo>
                    <a:pt x="2872" y="1603"/>
                  </a:lnTo>
                  <a:cubicBezTo>
                    <a:pt x="2046" y="1013"/>
                    <a:pt x="1180" y="482"/>
                    <a:pt x="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5">
              <a:extLst>
                <a:ext uri="{FF2B5EF4-FFF2-40B4-BE49-F238E27FC236}">
                  <a16:creationId xmlns:a16="http://schemas.microsoft.com/office/drawing/2014/main" id="{5BF8C026-EEB5-2583-FEF8-D32502426162}"/>
                </a:ext>
              </a:extLst>
            </p:cNvPr>
            <p:cNvSpPr/>
            <p:nvPr/>
          </p:nvSpPr>
          <p:spPr>
            <a:xfrm rot="-573985">
              <a:off x="344102" y="3898743"/>
              <a:ext cx="232873" cy="146907"/>
            </a:xfrm>
            <a:custGeom>
              <a:avLst/>
              <a:gdLst/>
              <a:ahLst/>
              <a:cxnLst/>
              <a:rect l="l" t="t" r="r" b="b"/>
              <a:pathLst>
                <a:path w="8105" h="5113" extrusionOk="0">
                  <a:moveTo>
                    <a:pt x="3846" y="2664"/>
                  </a:moveTo>
                  <a:cubicBezTo>
                    <a:pt x="4387" y="3018"/>
                    <a:pt x="4712" y="3628"/>
                    <a:pt x="4702" y="4267"/>
                  </a:cubicBezTo>
                  <a:cubicBezTo>
                    <a:pt x="4702" y="4346"/>
                    <a:pt x="4702" y="4474"/>
                    <a:pt x="4613" y="4523"/>
                  </a:cubicBezTo>
                  <a:cubicBezTo>
                    <a:pt x="4598" y="4531"/>
                    <a:pt x="4582" y="4535"/>
                    <a:pt x="4564" y="4535"/>
                  </a:cubicBezTo>
                  <a:cubicBezTo>
                    <a:pt x="4476" y="4535"/>
                    <a:pt x="4361" y="4444"/>
                    <a:pt x="4279" y="4346"/>
                  </a:cubicBezTo>
                  <a:cubicBezTo>
                    <a:pt x="3915" y="3864"/>
                    <a:pt x="3768" y="3254"/>
                    <a:pt x="3846" y="2664"/>
                  </a:cubicBezTo>
                  <a:close/>
                  <a:moveTo>
                    <a:pt x="6724" y="1"/>
                  </a:moveTo>
                  <a:cubicBezTo>
                    <a:pt x="5854" y="1"/>
                    <a:pt x="5014" y="306"/>
                    <a:pt x="4417" y="884"/>
                  </a:cubicBezTo>
                  <a:cubicBezTo>
                    <a:pt x="4033" y="1248"/>
                    <a:pt x="3768" y="1720"/>
                    <a:pt x="3640" y="2231"/>
                  </a:cubicBezTo>
                  <a:lnTo>
                    <a:pt x="3532" y="2192"/>
                  </a:lnTo>
                  <a:cubicBezTo>
                    <a:pt x="3268" y="2106"/>
                    <a:pt x="2997" y="2064"/>
                    <a:pt x="2728" y="2064"/>
                  </a:cubicBezTo>
                  <a:cubicBezTo>
                    <a:pt x="2106" y="2064"/>
                    <a:pt x="1498" y="2290"/>
                    <a:pt x="1024" y="2723"/>
                  </a:cubicBezTo>
                  <a:cubicBezTo>
                    <a:pt x="355" y="3343"/>
                    <a:pt x="1" y="4208"/>
                    <a:pt x="40" y="5113"/>
                  </a:cubicBezTo>
                  <a:lnTo>
                    <a:pt x="316" y="5103"/>
                  </a:lnTo>
                  <a:cubicBezTo>
                    <a:pt x="286" y="4287"/>
                    <a:pt x="611" y="3490"/>
                    <a:pt x="1211" y="2940"/>
                  </a:cubicBezTo>
                  <a:cubicBezTo>
                    <a:pt x="1639" y="2552"/>
                    <a:pt x="2209" y="2345"/>
                    <a:pt x="2763" y="2345"/>
                  </a:cubicBezTo>
                  <a:cubicBezTo>
                    <a:pt x="2996" y="2345"/>
                    <a:pt x="3227" y="2382"/>
                    <a:pt x="3443" y="2458"/>
                  </a:cubicBezTo>
                  <a:cubicBezTo>
                    <a:pt x="3492" y="2477"/>
                    <a:pt x="3541" y="2497"/>
                    <a:pt x="3581" y="2517"/>
                  </a:cubicBezTo>
                  <a:cubicBezTo>
                    <a:pt x="3463" y="3225"/>
                    <a:pt x="3630" y="3943"/>
                    <a:pt x="4053" y="4523"/>
                  </a:cubicBezTo>
                  <a:cubicBezTo>
                    <a:pt x="4179" y="4672"/>
                    <a:pt x="4367" y="4820"/>
                    <a:pt x="4562" y="4820"/>
                  </a:cubicBezTo>
                  <a:cubicBezTo>
                    <a:pt x="4625" y="4820"/>
                    <a:pt x="4689" y="4805"/>
                    <a:pt x="4751" y="4769"/>
                  </a:cubicBezTo>
                  <a:cubicBezTo>
                    <a:pt x="4899" y="4680"/>
                    <a:pt x="4977" y="4523"/>
                    <a:pt x="4987" y="4287"/>
                  </a:cubicBezTo>
                  <a:cubicBezTo>
                    <a:pt x="4997" y="3490"/>
                    <a:pt x="4584" y="2762"/>
                    <a:pt x="3905" y="2369"/>
                  </a:cubicBezTo>
                  <a:cubicBezTo>
                    <a:pt x="4004" y="1877"/>
                    <a:pt x="4250" y="1435"/>
                    <a:pt x="4604" y="1091"/>
                  </a:cubicBezTo>
                  <a:cubicBezTo>
                    <a:pt x="5155" y="565"/>
                    <a:pt x="5927" y="286"/>
                    <a:pt x="6725" y="286"/>
                  </a:cubicBezTo>
                  <a:cubicBezTo>
                    <a:pt x="7152" y="286"/>
                    <a:pt x="7586" y="366"/>
                    <a:pt x="7997" y="530"/>
                  </a:cubicBezTo>
                  <a:lnTo>
                    <a:pt x="8105" y="264"/>
                  </a:lnTo>
                  <a:cubicBezTo>
                    <a:pt x="7658" y="87"/>
                    <a:pt x="7187" y="1"/>
                    <a:pt x="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5">
              <a:extLst>
                <a:ext uri="{FF2B5EF4-FFF2-40B4-BE49-F238E27FC236}">
                  <a16:creationId xmlns:a16="http://schemas.microsoft.com/office/drawing/2014/main" id="{B35E1BE1-BE93-A875-BEE1-A47B02EE4A65}"/>
                </a:ext>
              </a:extLst>
            </p:cNvPr>
            <p:cNvSpPr/>
            <p:nvPr/>
          </p:nvSpPr>
          <p:spPr>
            <a:xfrm rot="-573985">
              <a:off x="1086341" y="4634479"/>
              <a:ext cx="347888" cy="122772"/>
            </a:xfrm>
            <a:custGeom>
              <a:avLst/>
              <a:gdLst/>
              <a:ahLst/>
              <a:cxnLst/>
              <a:rect l="l" t="t" r="r" b="b"/>
              <a:pathLst>
                <a:path w="12108" h="4273" extrusionOk="0">
                  <a:moveTo>
                    <a:pt x="8231" y="278"/>
                  </a:moveTo>
                  <a:cubicBezTo>
                    <a:pt x="8241" y="278"/>
                    <a:pt x="8251" y="278"/>
                    <a:pt x="8262" y="279"/>
                  </a:cubicBezTo>
                  <a:cubicBezTo>
                    <a:pt x="8409" y="279"/>
                    <a:pt x="8557" y="318"/>
                    <a:pt x="8685" y="397"/>
                  </a:cubicBezTo>
                  <a:cubicBezTo>
                    <a:pt x="8950" y="613"/>
                    <a:pt x="9127" y="928"/>
                    <a:pt x="9147" y="1272"/>
                  </a:cubicBezTo>
                  <a:cubicBezTo>
                    <a:pt x="9186" y="1597"/>
                    <a:pt x="9147" y="1931"/>
                    <a:pt x="9029" y="2236"/>
                  </a:cubicBezTo>
                  <a:cubicBezTo>
                    <a:pt x="8626" y="2108"/>
                    <a:pt x="8272" y="1872"/>
                    <a:pt x="7996" y="1558"/>
                  </a:cubicBezTo>
                  <a:cubicBezTo>
                    <a:pt x="7731" y="1233"/>
                    <a:pt x="7583" y="751"/>
                    <a:pt x="7829" y="466"/>
                  </a:cubicBezTo>
                  <a:cubicBezTo>
                    <a:pt x="7931" y="346"/>
                    <a:pt x="8075" y="278"/>
                    <a:pt x="8231" y="278"/>
                  </a:cubicBezTo>
                  <a:close/>
                  <a:moveTo>
                    <a:pt x="5036" y="1528"/>
                  </a:moveTo>
                  <a:cubicBezTo>
                    <a:pt x="5125" y="1528"/>
                    <a:pt x="5223" y="1548"/>
                    <a:pt x="5302" y="1597"/>
                  </a:cubicBezTo>
                  <a:cubicBezTo>
                    <a:pt x="5538" y="1705"/>
                    <a:pt x="5695" y="1931"/>
                    <a:pt x="5734" y="2187"/>
                  </a:cubicBezTo>
                  <a:cubicBezTo>
                    <a:pt x="5784" y="2600"/>
                    <a:pt x="5538" y="3052"/>
                    <a:pt x="5076" y="3407"/>
                  </a:cubicBezTo>
                  <a:cubicBezTo>
                    <a:pt x="5026" y="3446"/>
                    <a:pt x="4977" y="3475"/>
                    <a:pt x="4928" y="3515"/>
                  </a:cubicBezTo>
                  <a:cubicBezTo>
                    <a:pt x="4456" y="3092"/>
                    <a:pt x="4279" y="2394"/>
                    <a:pt x="4535" y="1892"/>
                  </a:cubicBezTo>
                  <a:cubicBezTo>
                    <a:pt x="4594" y="1764"/>
                    <a:pt x="4682" y="1666"/>
                    <a:pt x="4800" y="1587"/>
                  </a:cubicBezTo>
                  <a:cubicBezTo>
                    <a:pt x="4869" y="1548"/>
                    <a:pt x="4948" y="1528"/>
                    <a:pt x="5036" y="1528"/>
                  </a:cubicBezTo>
                  <a:close/>
                  <a:moveTo>
                    <a:pt x="8273" y="1"/>
                  </a:moveTo>
                  <a:cubicBezTo>
                    <a:pt x="8016" y="1"/>
                    <a:pt x="7770" y="98"/>
                    <a:pt x="7613" y="289"/>
                  </a:cubicBezTo>
                  <a:cubicBezTo>
                    <a:pt x="7269" y="692"/>
                    <a:pt x="7436" y="1322"/>
                    <a:pt x="7780" y="1744"/>
                  </a:cubicBezTo>
                  <a:cubicBezTo>
                    <a:pt x="8075" y="2089"/>
                    <a:pt x="8469" y="2354"/>
                    <a:pt x="8911" y="2502"/>
                  </a:cubicBezTo>
                  <a:cubicBezTo>
                    <a:pt x="8469" y="3259"/>
                    <a:pt x="7711" y="3800"/>
                    <a:pt x="6846" y="3957"/>
                  </a:cubicBezTo>
                  <a:cubicBezTo>
                    <a:pt x="6689" y="3987"/>
                    <a:pt x="6530" y="4002"/>
                    <a:pt x="6371" y="4002"/>
                  </a:cubicBezTo>
                  <a:cubicBezTo>
                    <a:pt x="5952" y="4002"/>
                    <a:pt x="5535" y="3898"/>
                    <a:pt x="5164" y="3692"/>
                  </a:cubicBezTo>
                  <a:cubicBezTo>
                    <a:pt x="5194" y="3672"/>
                    <a:pt x="5223" y="3652"/>
                    <a:pt x="5253" y="3633"/>
                  </a:cubicBezTo>
                  <a:cubicBezTo>
                    <a:pt x="5793" y="3229"/>
                    <a:pt x="6079" y="2679"/>
                    <a:pt x="6020" y="2157"/>
                  </a:cubicBezTo>
                  <a:cubicBezTo>
                    <a:pt x="5970" y="1803"/>
                    <a:pt x="5744" y="1508"/>
                    <a:pt x="5430" y="1351"/>
                  </a:cubicBezTo>
                  <a:cubicBezTo>
                    <a:pt x="5312" y="1282"/>
                    <a:pt x="5179" y="1248"/>
                    <a:pt x="5046" y="1248"/>
                  </a:cubicBezTo>
                  <a:cubicBezTo>
                    <a:pt x="4913" y="1248"/>
                    <a:pt x="4780" y="1282"/>
                    <a:pt x="4662" y="1351"/>
                  </a:cubicBezTo>
                  <a:cubicBezTo>
                    <a:pt x="4495" y="1449"/>
                    <a:pt x="4367" y="1597"/>
                    <a:pt x="4279" y="1774"/>
                  </a:cubicBezTo>
                  <a:cubicBezTo>
                    <a:pt x="3984" y="2354"/>
                    <a:pt x="4161" y="3151"/>
                    <a:pt x="4672" y="3662"/>
                  </a:cubicBezTo>
                  <a:cubicBezTo>
                    <a:pt x="4257" y="3861"/>
                    <a:pt x="3808" y="3961"/>
                    <a:pt x="3358" y="3961"/>
                  </a:cubicBezTo>
                  <a:cubicBezTo>
                    <a:pt x="3008" y="3961"/>
                    <a:pt x="2657" y="3901"/>
                    <a:pt x="2322" y="3780"/>
                  </a:cubicBezTo>
                  <a:cubicBezTo>
                    <a:pt x="1397" y="3436"/>
                    <a:pt x="660" y="2728"/>
                    <a:pt x="256" y="1823"/>
                  </a:cubicBezTo>
                  <a:lnTo>
                    <a:pt x="1" y="1951"/>
                  </a:lnTo>
                  <a:cubicBezTo>
                    <a:pt x="433" y="2915"/>
                    <a:pt x="1240" y="3672"/>
                    <a:pt x="2233" y="4046"/>
                  </a:cubicBezTo>
                  <a:cubicBezTo>
                    <a:pt x="2594" y="4176"/>
                    <a:pt x="2972" y="4240"/>
                    <a:pt x="3349" y="4240"/>
                  </a:cubicBezTo>
                  <a:cubicBezTo>
                    <a:pt x="3887" y="4240"/>
                    <a:pt x="4423" y="4109"/>
                    <a:pt x="4908" y="3849"/>
                  </a:cubicBezTo>
                  <a:cubicBezTo>
                    <a:pt x="5318" y="4125"/>
                    <a:pt x="5811" y="4272"/>
                    <a:pt x="6306" y="4272"/>
                  </a:cubicBezTo>
                  <a:cubicBezTo>
                    <a:pt x="6322" y="4272"/>
                    <a:pt x="6338" y="4272"/>
                    <a:pt x="6354" y="4272"/>
                  </a:cubicBezTo>
                  <a:cubicBezTo>
                    <a:pt x="6531" y="4272"/>
                    <a:pt x="6718" y="4262"/>
                    <a:pt x="6895" y="4233"/>
                  </a:cubicBezTo>
                  <a:cubicBezTo>
                    <a:pt x="7869" y="4056"/>
                    <a:pt x="8714" y="3446"/>
                    <a:pt x="9186" y="2571"/>
                  </a:cubicBezTo>
                  <a:cubicBezTo>
                    <a:pt x="9357" y="2606"/>
                    <a:pt x="9529" y="2624"/>
                    <a:pt x="9701" y="2624"/>
                  </a:cubicBezTo>
                  <a:cubicBezTo>
                    <a:pt x="9906" y="2624"/>
                    <a:pt x="10110" y="2599"/>
                    <a:pt x="10308" y="2551"/>
                  </a:cubicBezTo>
                  <a:cubicBezTo>
                    <a:pt x="11232" y="2295"/>
                    <a:pt x="11930" y="1538"/>
                    <a:pt x="12107" y="604"/>
                  </a:cubicBezTo>
                  <a:lnTo>
                    <a:pt x="11832" y="554"/>
                  </a:lnTo>
                  <a:cubicBezTo>
                    <a:pt x="11665" y="1381"/>
                    <a:pt x="11045" y="2039"/>
                    <a:pt x="10239" y="2276"/>
                  </a:cubicBezTo>
                  <a:cubicBezTo>
                    <a:pt x="10065" y="2320"/>
                    <a:pt x="9887" y="2343"/>
                    <a:pt x="9708" y="2343"/>
                  </a:cubicBezTo>
                  <a:cubicBezTo>
                    <a:pt x="9574" y="2343"/>
                    <a:pt x="9439" y="2330"/>
                    <a:pt x="9304" y="2305"/>
                  </a:cubicBezTo>
                  <a:cubicBezTo>
                    <a:pt x="9432" y="1961"/>
                    <a:pt x="9472" y="1597"/>
                    <a:pt x="9432" y="1243"/>
                  </a:cubicBezTo>
                  <a:cubicBezTo>
                    <a:pt x="9393" y="820"/>
                    <a:pt x="9177" y="427"/>
                    <a:pt x="8842" y="171"/>
                  </a:cubicBezTo>
                  <a:cubicBezTo>
                    <a:pt x="8669" y="57"/>
                    <a:pt x="8468" y="1"/>
                    <a:pt x="8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5">
              <a:extLst>
                <a:ext uri="{FF2B5EF4-FFF2-40B4-BE49-F238E27FC236}">
                  <a16:creationId xmlns:a16="http://schemas.microsoft.com/office/drawing/2014/main" id="{7138698B-9683-70AF-747E-88A6D48BBB7F}"/>
                </a:ext>
              </a:extLst>
            </p:cNvPr>
            <p:cNvSpPr/>
            <p:nvPr/>
          </p:nvSpPr>
          <p:spPr>
            <a:xfrm rot="-573985">
              <a:off x="1014561" y="3889955"/>
              <a:ext cx="358634" cy="119439"/>
            </a:xfrm>
            <a:custGeom>
              <a:avLst/>
              <a:gdLst/>
              <a:ahLst/>
              <a:cxnLst/>
              <a:rect l="l" t="t" r="r" b="b"/>
              <a:pathLst>
                <a:path w="12482" h="4157" extrusionOk="0">
                  <a:moveTo>
                    <a:pt x="8331" y="1078"/>
                  </a:moveTo>
                  <a:cubicBezTo>
                    <a:pt x="8527" y="1383"/>
                    <a:pt x="8557" y="1767"/>
                    <a:pt x="8409" y="2111"/>
                  </a:cubicBezTo>
                  <a:cubicBezTo>
                    <a:pt x="8341" y="2239"/>
                    <a:pt x="8232" y="2347"/>
                    <a:pt x="8085" y="2386"/>
                  </a:cubicBezTo>
                  <a:cubicBezTo>
                    <a:pt x="8060" y="2395"/>
                    <a:pt x="8036" y="2399"/>
                    <a:pt x="8012" y="2399"/>
                  </a:cubicBezTo>
                  <a:cubicBezTo>
                    <a:pt x="7977" y="2399"/>
                    <a:pt x="7942" y="2390"/>
                    <a:pt x="7908" y="2367"/>
                  </a:cubicBezTo>
                  <a:cubicBezTo>
                    <a:pt x="7829" y="2288"/>
                    <a:pt x="7790" y="2190"/>
                    <a:pt x="7790" y="2072"/>
                  </a:cubicBezTo>
                  <a:cubicBezTo>
                    <a:pt x="7760" y="1678"/>
                    <a:pt x="7996" y="1324"/>
                    <a:pt x="8331" y="1078"/>
                  </a:cubicBezTo>
                  <a:close/>
                  <a:moveTo>
                    <a:pt x="3590" y="1944"/>
                  </a:moveTo>
                  <a:cubicBezTo>
                    <a:pt x="3807" y="2082"/>
                    <a:pt x="3984" y="2259"/>
                    <a:pt x="4121" y="2485"/>
                  </a:cubicBezTo>
                  <a:cubicBezTo>
                    <a:pt x="4279" y="2760"/>
                    <a:pt x="4387" y="3173"/>
                    <a:pt x="4200" y="3517"/>
                  </a:cubicBezTo>
                  <a:cubicBezTo>
                    <a:pt x="4102" y="3685"/>
                    <a:pt x="3944" y="3803"/>
                    <a:pt x="3767" y="3852"/>
                  </a:cubicBezTo>
                  <a:cubicBezTo>
                    <a:pt x="3720" y="3866"/>
                    <a:pt x="3674" y="3873"/>
                    <a:pt x="3627" y="3873"/>
                  </a:cubicBezTo>
                  <a:cubicBezTo>
                    <a:pt x="3547" y="3873"/>
                    <a:pt x="3468" y="3853"/>
                    <a:pt x="3394" y="3822"/>
                  </a:cubicBezTo>
                  <a:cubicBezTo>
                    <a:pt x="3207" y="3193"/>
                    <a:pt x="3276" y="2514"/>
                    <a:pt x="3590" y="1944"/>
                  </a:cubicBezTo>
                  <a:close/>
                  <a:moveTo>
                    <a:pt x="6630" y="1"/>
                  </a:moveTo>
                  <a:cubicBezTo>
                    <a:pt x="6514" y="1"/>
                    <a:pt x="6405" y="7"/>
                    <a:pt x="6305" y="16"/>
                  </a:cubicBezTo>
                  <a:cubicBezTo>
                    <a:pt x="5282" y="95"/>
                    <a:pt x="4348" y="538"/>
                    <a:pt x="3748" y="1226"/>
                  </a:cubicBezTo>
                  <a:cubicBezTo>
                    <a:pt x="3649" y="1334"/>
                    <a:pt x="3561" y="1442"/>
                    <a:pt x="3482" y="1560"/>
                  </a:cubicBezTo>
                  <a:cubicBezTo>
                    <a:pt x="3180" y="1418"/>
                    <a:pt x="2850" y="1345"/>
                    <a:pt x="2519" y="1345"/>
                  </a:cubicBezTo>
                  <a:cubicBezTo>
                    <a:pt x="2257" y="1345"/>
                    <a:pt x="1993" y="1390"/>
                    <a:pt x="1741" y="1482"/>
                  </a:cubicBezTo>
                  <a:cubicBezTo>
                    <a:pt x="866" y="1796"/>
                    <a:pt x="178" y="2662"/>
                    <a:pt x="1" y="3675"/>
                  </a:cubicBezTo>
                  <a:lnTo>
                    <a:pt x="276" y="3724"/>
                  </a:lnTo>
                  <a:cubicBezTo>
                    <a:pt x="443" y="2809"/>
                    <a:pt x="1053" y="2023"/>
                    <a:pt x="1840" y="1737"/>
                  </a:cubicBezTo>
                  <a:cubicBezTo>
                    <a:pt x="2051" y="1666"/>
                    <a:pt x="2271" y="1630"/>
                    <a:pt x="2491" y="1630"/>
                  </a:cubicBezTo>
                  <a:cubicBezTo>
                    <a:pt x="2784" y="1630"/>
                    <a:pt x="3075" y="1693"/>
                    <a:pt x="3345" y="1816"/>
                  </a:cubicBezTo>
                  <a:cubicBezTo>
                    <a:pt x="2981" y="2475"/>
                    <a:pt x="2912" y="3252"/>
                    <a:pt x="3148" y="3960"/>
                  </a:cubicBezTo>
                  <a:lnTo>
                    <a:pt x="3167" y="3999"/>
                  </a:lnTo>
                  <a:lnTo>
                    <a:pt x="3207" y="4029"/>
                  </a:lnTo>
                  <a:cubicBezTo>
                    <a:pt x="3325" y="4108"/>
                    <a:pt x="3472" y="4157"/>
                    <a:pt x="3620" y="4157"/>
                  </a:cubicBezTo>
                  <a:cubicBezTo>
                    <a:pt x="3689" y="4157"/>
                    <a:pt x="3758" y="4147"/>
                    <a:pt x="3826" y="4137"/>
                  </a:cubicBezTo>
                  <a:cubicBezTo>
                    <a:pt x="4092" y="4068"/>
                    <a:pt x="4318" y="3901"/>
                    <a:pt x="4446" y="3665"/>
                  </a:cubicBezTo>
                  <a:cubicBezTo>
                    <a:pt x="4643" y="3291"/>
                    <a:pt x="4613" y="2790"/>
                    <a:pt x="4358" y="2347"/>
                  </a:cubicBezTo>
                  <a:cubicBezTo>
                    <a:pt x="4200" y="2091"/>
                    <a:pt x="3984" y="1865"/>
                    <a:pt x="3728" y="1708"/>
                  </a:cubicBezTo>
                  <a:cubicBezTo>
                    <a:pt x="3797" y="1600"/>
                    <a:pt x="3876" y="1511"/>
                    <a:pt x="3954" y="1413"/>
                  </a:cubicBezTo>
                  <a:cubicBezTo>
                    <a:pt x="4505" y="793"/>
                    <a:pt x="5370" y="380"/>
                    <a:pt x="6324" y="302"/>
                  </a:cubicBezTo>
                  <a:cubicBezTo>
                    <a:pt x="6430" y="290"/>
                    <a:pt x="6546" y="283"/>
                    <a:pt x="6668" y="283"/>
                  </a:cubicBezTo>
                  <a:cubicBezTo>
                    <a:pt x="7088" y="283"/>
                    <a:pt x="7578" y="368"/>
                    <a:pt x="7967" y="665"/>
                  </a:cubicBezTo>
                  <a:cubicBezTo>
                    <a:pt x="8036" y="724"/>
                    <a:pt x="8105" y="783"/>
                    <a:pt x="8164" y="852"/>
                  </a:cubicBezTo>
                  <a:cubicBezTo>
                    <a:pt x="7760" y="1157"/>
                    <a:pt x="7475" y="1590"/>
                    <a:pt x="7514" y="2101"/>
                  </a:cubicBezTo>
                  <a:cubicBezTo>
                    <a:pt x="7514" y="2298"/>
                    <a:pt x="7603" y="2485"/>
                    <a:pt x="7760" y="2603"/>
                  </a:cubicBezTo>
                  <a:cubicBezTo>
                    <a:pt x="7839" y="2655"/>
                    <a:pt x="7935" y="2682"/>
                    <a:pt x="8031" y="2682"/>
                  </a:cubicBezTo>
                  <a:cubicBezTo>
                    <a:pt x="8079" y="2682"/>
                    <a:pt x="8128" y="2675"/>
                    <a:pt x="8173" y="2662"/>
                  </a:cubicBezTo>
                  <a:cubicBezTo>
                    <a:pt x="8390" y="2593"/>
                    <a:pt x="8567" y="2436"/>
                    <a:pt x="8675" y="2229"/>
                  </a:cubicBezTo>
                  <a:cubicBezTo>
                    <a:pt x="8852" y="1806"/>
                    <a:pt x="8813" y="1315"/>
                    <a:pt x="8567" y="931"/>
                  </a:cubicBezTo>
                  <a:cubicBezTo>
                    <a:pt x="8704" y="852"/>
                    <a:pt x="8862" y="793"/>
                    <a:pt x="9019" y="754"/>
                  </a:cubicBezTo>
                  <a:cubicBezTo>
                    <a:pt x="9217" y="703"/>
                    <a:pt x="9419" y="679"/>
                    <a:pt x="9622" y="679"/>
                  </a:cubicBezTo>
                  <a:cubicBezTo>
                    <a:pt x="10720" y="679"/>
                    <a:pt x="11825" y="1385"/>
                    <a:pt x="12216" y="2406"/>
                  </a:cubicBezTo>
                  <a:lnTo>
                    <a:pt x="12481" y="2308"/>
                  </a:lnTo>
                  <a:cubicBezTo>
                    <a:pt x="12040" y="1177"/>
                    <a:pt x="10827" y="398"/>
                    <a:pt x="9618" y="398"/>
                  </a:cubicBezTo>
                  <a:cubicBezTo>
                    <a:pt x="9397" y="398"/>
                    <a:pt x="9176" y="424"/>
                    <a:pt x="8960" y="479"/>
                  </a:cubicBezTo>
                  <a:cubicBezTo>
                    <a:pt x="8763" y="528"/>
                    <a:pt x="8586" y="597"/>
                    <a:pt x="8409" y="695"/>
                  </a:cubicBezTo>
                  <a:cubicBezTo>
                    <a:pt x="8331" y="606"/>
                    <a:pt x="8242" y="518"/>
                    <a:pt x="8144" y="439"/>
                  </a:cubicBezTo>
                  <a:cubicBezTo>
                    <a:pt x="7677" y="99"/>
                    <a:pt x="7103" y="1"/>
                    <a:pt x="6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35">
            <a:extLst>
              <a:ext uri="{FF2B5EF4-FFF2-40B4-BE49-F238E27FC236}">
                <a16:creationId xmlns:a16="http://schemas.microsoft.com/office/drawing/2014/main" id="{FABC2567-D08A-04F5-EAB8-2D705F844142}"/>
              </a:ext>
            </a:extLst>
          </p:cNvPr>
          <p:cNvGrpSpPr/>
          <p:nvPr/>
        </p:nvGrpSpPr>
        <p:grpSpPr>
          <a:xfrm>
            <a:off x="165258" y="4334765"/>
            <a:ext cx="1099685" cy="645981"/>
            <a:chOff x="3285175" y="1554625"/>
            <a:chExt cx="1458275" cy="856625"/>
          </a:xfrm>
        </p:grpSpPr>
        <p:sp>
          <p:nvSpPr>
            <p:cNvPr id="1610" name="Google Shape;1610;p35">
              <a:extLst>
                <a:ext uri="{FF2B5EF4-FFF2-40B4-BE49-F238E27FC236}">
                  <a16:creationId xmlns:a16="http://schemas.microsoft.com/office/drawing/2014/main" id="{DAC7A406-35FA-E43F-015C-05190674A413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5">
              <a:extLst>
                <a:ext uri="{FF2B5EF4-FFF2-40B4-BE49-F238E27FC236}">
                  <a16:creationId xmlns:a16="http://schemas.microsoft.com/office/drawing/2014/main" id="{5F0E38CA-BA0D-AE3D-D880-ABA6069FCFDC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5">
              <a:extLst>
                <a:ext uri="{FF2B5EF4-FFF2-40B4-BE49-F238E27FC236}">
                  <a16:creationId xmlns:a16="http://schemas.microsoft.com/office/drawing/2014/main" id="{6F041D04-E48D-8EC1-0EB0-B8D65665C6AB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5">
              <a:extLst>
                <a:ext uri="{FF2B5EF4-FFF2-40B4-BE49-F238E27FC236}">
                  <a16:creationId xmlns:a16="http://schemas.microsoft.com/office/drawing/2014/main" id="{3DE57CB7-77BA-3026-D3AF-5274488B1928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5">
              <a:extLst>
                <a:ext uri="{FF2B5EF4-FFF2-40B4-BE49-F238E27FC236}">
                  <a16:creationId xmlns:a16="http://schemas.microsoft.com/office/drawing/2014/main" id="{CA4B1284-7C6F-64C4-3304-6DD46CFEF37E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5">
              <a:extLst>
                <a:ext uri="{FF2B5EF4-FFF2-40B4-BE49-F238E27FC236}">
                  <a16:creationId xmlns:a16="http://schemas.microsoft.com/office/drawing/2014/main" id="{77140920-8071-5200-ABF9-EC3E9C6178FB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5">
              <a:extLst>
                <a:ext uri="{FF2B5EF4-FFF2-40B4-BE49-F238E27FC236}">
                  <a16:creationId xmlns:a16="http://schemas.microsoft.com/office/drawing/2014/main" id="{EAF47546-764D-6770-5A5F-BA1570E552F8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>
              <a:extLst>
                <a:ext uri="{FF2B5EF4-FFF2-40B4-BE49-F238E27FC236}">
                  <a16:creationId xmlns:a16="http://schemas.microsoft.com/office/drawing/2014/main" id="{F2240DBA-4A67-A1AD-9002-0E703461A4C8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5">
              <a:extLst>
                <a:ext uri="{FF2B5EF4-FFF2-40B4-BE49-F238E27FC236}">
                  <a16:creationId xmlns:a16="http://schemas.microsoft.com/office/drawing/2014/main" id="{B9F18707-4E2A-5013-BC19-5ECA2A49FD8C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5">
              <a:extLst>
                <a:ext uri="{FF2B5EF4-FFF2-40B4-BE49-F238E27FC236}">
                  <a16:creationId xmlns:a16="http://schemas.microsoft.com/office/drawing/2014/main" id="{D38A9B9A-9864-F5B8-5A9C-969DD19B9E5E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>
              <a:extLst>
                <a:ext uri="{FF2B5EF4-FFF2-40B4-BE49-F238E27FC236}">
                  <a16:creationId xmlns:a16="http://schemas.microsoft.com/office/drawing/2014/main" id="{CA13629D-13DF-E1BE-C023-280C122D9102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>
              <a:extLst>
                <a:ext uri="{FF2B5EF4-FFF2-40B4-BE49-F238E27FC236}">
                  <a16:creationId xmlns:a16="http://schemas.microsoft.com/office/drawing/2014/main" id="{B5A4079B-7401-E424-A88E-9B9F74E93245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5">
              <a:extLst>
                <a:ext uri="{FF2B5EF4-FFF2-40B4-BE49-F238E27FC236}">
                  <a16:creationId xmlns:a16="http://schemas.microsoft.com/office/drawing/2014/main" id="{7CAD0A6D-377B-9571-13ED-9448F550DAA8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5">
              <a:extLst>
                <a:ext uri="{FF2B5EF4-FFF2-40B4-BE49-F238E27FC236}">
                  <a16:creationId xmlns:a16="http://schemas.microsoft.com/office/drawing/2014/main" id="{599BE2AA-B902-D691-8CC1-A4A3DA15E0D8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>
              <a:extLst>
                <a:ext uri="{FF2B5EF4-FFF2-40B4-BE49-F238E27FC236}">
                  <a16:creationId xmlns:a16="http://schemas.microsoft.com/office/drawing/2014/main" id="{F34D2B02-3F11-8AD3-D907-F4B3ED005017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>
            <a:extLst>
              <a:ext uri="{FF2B5EF4-FFF2-40B4-BE49-F238E27FC236}">
                <a16:creationId xmlns:a16="http://schemas.microsoft.com/office/drawing/2014/main" id="{6426564E-C23C-A687-B806-0E1608F81EB8}"/>
              </a:ext>
            </a:extLst>
          </p:cNvPr>
          <p:cNvGrpSpPr/>
          <p:nvPr/>
        </p:nvGrpSpPr>
        <p:grpSpPr>
          <a:xfrm rot="-1936608">
            <a:off x="8032714" y="4321362"/>
            <a:ext cx="792377" cy="672780"/>
            <a:chOff x="8039217" y="153473"/>
            <a:chExt cx="898762" cy="763062"/>
          </a:xfrm>
        </p:grpSpPr>
        <p:sp>
          <p:nvSpPr>
            <p:cNvPr id="1626" name="Google Shape;1626;p35">
              <a:extLst>
                <a:ext uri="{FF2B5EF4-FFF2-40B4-BE49-F238E27FC236}">
                  <a16:creationId xmlns:a16="http://schemas.microsoft.com/office/drawing/2014/main" id="{F2A2A063-5663-1F6D-FCC9-8ACBB3515F8F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>
              <a:extLst>
                <a:ext uri="{FF2B5EF4-FFF2-40B4-BE49-F238E27FC236}">
                  <a16:creationId xmlns:a16="http://schemas.microsoft.com/office/drawing/2014/main" id="{71B0C0B1-D32C-DE35-235D-03926452156C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5">
              <a:extLst>
                <a:ext uri="{FF2B5EF4-FFF2-40B4-BE49-F238E27FC236}">
                  <a16:creationId xmlns:a16="http://schemas.microsoft.com/office/drawing/2014/main" id="{693FD9E9-E92E-4500-973E-BB89240741F2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5">
              <a:extLst>
                <a:ext uri="{FF2B5EF4-FFF2-40B4-BE49-F238E27FC236}">
                  <a16:creationId xmlns:a16="http://schemas.microsoft.com/office/drawing/2014/main" id="{8504D68A-F62C-B82A-F261-7CFFD356D2A2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>
              <a:extLst>
                <a:ext uri="{FF2B5EF4-FFF2-40B4-BE49-F238E27FC236}">
                  <a16:creationId xmlns:a16="http://schemas.microsoft.com/office/drawing/2014/main" id="{00938ED3-393A-A845-8CAE-5B291C1E2081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>
              <a:extLst>
                <a:ext uri="{FF2B5EF4-FFF2-40B4-BE49-F238E27FC236}">
                  <a16:creationId xmlns:a16="http://schemas.microsoft.com/office/drawing/2014/main" id="{01AAECB0-8893-BE96-8575-1852218363B5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>
              <a:extLst>
                <a:ext uri="{FF2B5EF4-FFF2-40B4-BE49-F238E27FC236}">
                  <a16:creationId xmlns:a16="http://schemas.microsoft.com/office/drawing/2014/main" id="{A815C18A-2B24-ED12-92CE-00E17D05652C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>
              <a:extLst>
                <a:ext uri="{FF2B5EF4-FFF2-40B4-BE49-F238E27FC236}">
                  <a16:creationId xmlns:a16="http://schemas.microsoft.com/office/drawing/2014/main" id="{C337ECDE-2586-E505-944B-45B17029AC58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>
              <a:extLst>
                <a:ext uri="{FF2B5EF4-FFF2-40B4-BE49-F238E27FC236}">
                  <a16:creationId xmlns:a16="http://schemas.microsoft.com/office/drawing/2014/main" id="{18F72359-6DCA-45B4-79B9-D459198A2895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>
              <a:extLst>
                <a:ext uri="{FF2B5EF4-FFF2-40B4-BE49-F238E27FC236}">
                  <a16:creationId xmlns:a16="http://schemas.microsoft.com/office/drawing/2014/main" id="{8BC76484-D970-8827-08CE-AAB8BDFE0534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>
              <a:extLst>
                <a:ext uri="{FF2B5EF4-FFF2-40B4-BE49-F238E27FC236}">
                  <a16:creationId xmlns:a16="http://schemas.microsoft.com/office/drawing/2014/main" id="{DDF6C6CA-9B06-ADC8-63B2-16726C9AE7A2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>
              <a:extLst>
                <a:ext uri="{FF2B5EF4-FFF2-40B4-BE49-F238E27FC236}">
                  <a16:creationId xmlns:a16="http://schemas.microsoft.com/office/drawing/2014/main" id="{12B6BEB0-9446-C5CE-7D3E-77F970EACB36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>
              <a:extLst>
                <a:ext uri="{FF2B5EF4-FFF2-40B4-BE49-F238E27FC236}">
                  <a16:creationId xmlns:a16="http://schemas.microsoft.com/office/drawing/2014/main" id="{70C6C17C-0947-3F79-4BDB-73D599752F70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2025D3E-D5AA-3F31-19EA-C1FF0DF1E63E}"/>
              </a:ext>
            </a:extLst>
          </p:cNvPr>
          <p:cNvSpPr txBox="1"/>
          <p:nvPr/>
        </p:nvSpPr>
        <p:spPr>
          <a:xfrm>
            <a:off x="1535247" y="1510426"/>
            <a:ext cx="54846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dk1"/>
              </a:buClr>
              <a:buSzPts val="2500"/>
            </a:pP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项目不支持多任务并行，可以进行并行化处理</a:t>
            </a:r>
            <a:endParaRPr lang="en-US" altLang="zh-CN" sz="1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Clr>
                <a:schemeClr val="dk1"/>
              </a:buClr>
              <a:buSzPts val="2500"/>
            </a:pPr>
            <a:endParaRPr lang="zh-CN" altLang="en-US" sz="1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Clr>
                <a:schemeClr val="dk1"/>
              </a:buClr>
              <a:buSzPts val="2500"/>
            </a:pP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时间对齐算法：</a:t>
            </a:r>
          </a:p>
          <a:p>
            <a:pPr>
              <a:buClr>
                <a:schemeClr val="dk1"/>
              </a:buClr>
              <a:buSzPts val="2500"/>
            </a:pP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引入动态时间规整（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DTW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）优化单词时间戳</a:t>
            </a:r>
          </a:p>
          <a:p>
            <a:pPr>
              <a:buClr>
                <a:schemeClr val="dk1"/>
              </a:buClr>
              <a:buSzPts val="2500"/>
            </a:pPr>
            <a:endParaRPr lang="zh-CN" altLang="en-US" sz="1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Clr>
                <a:schemeClr val="dk1"/>
              </a:buClr>
              <a:buSzPts val="2500"/>
            </a:pP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视频播放器不能预览字幕生成效果</a:t>
            </a:r>
            <a:endParaRPr lang="en-US" altLang="zh-CN" sz="1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Clr>
                <a:schemeClr val="dk1"/>
              </a:buClr>
              <a:buSzPts val="2500"/>
            </a:pPr>
            <a:endParaRPr lang="en-US" altLang="zh-CN" sz="1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Clr>
                <a:schemeClr val="dk1"/>
              </a:buClr>
              <a:buSzPts val="2500"/>
            </a:pP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......</a:t>
            </a:r>
          </a:p>
        </p:txBody>
      </p:sp>
    </p:spTree>
    <p:extLst>
      <p:ext uri="{BB962C8B-B14F-4D97-AF65-F5344CB8AC3E}">
        <p14:creationId xmlns:p14="http://schemas.microsoft.com/office/powerpoint/2010/main" val="1520886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>
          <a:extLst>
            <a:ext uri="{FF2B5EF4-FFF2-40B4-BE49-F238E27FC236}">
              <a16:creationId xmlns:a16="http://schemas.microsoft.com/office/drawing/2014/main" id="{6B2ACA5F-4608-EE56-CE34-B917EDD23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p27">
            <a:extLst>
              <a:ext uri="{FF2B5EF4-FFF2-40B4-BE49-F238E27FC236}">
                <a16:creationId xmlns:a16="http://schemas.microsoft.com/office/drawing/2014/main" id="{83A33519-FE4C-0601-43F6-8BB56D9212C8}"/>
              </a:ext>
            </a:extLst>
          </p:cNvPr>
          <p:cNvGrpSpPr/>
          <p:nvPr/>
        </p:nvGrpSpPr>
        <p:grpSpPr>
          <a:xfrm>
            <a:off x="143902" y="3787300"/>
            <a:ext cx="5007948" cy="1356325"/>
            <a:chOff x="143902" y="3787300"/>
            <a:chExt cx="5007948" cy="1356325"/>
          </a:xfrm>
        </p:grpSpPr>
        <p:sp>
          <p:nvSpPr>
            <p:cNvPr id="512" name="Google Shape;512;p27">
              <a:extLst>
                <a:ext uri="{FF2B5EF4-FFF2-40B4-BE49-F238E27FC236}">
                  <a16:creationId xmlns:a16="http://schemas.microsoft.com/office/drawing/2014/main" id="{7801D4E9-6C3F-F69C-FF1E-4AD36277784E}"/>
                </a:ext>
              </a:extLst>
            </p:cNvPr>
            <p:cNvSpPr/>
            <p:nvPr/>
          </p:nvSpPr>
          <p:spPr>
            <a:xfrm>
              <a:off x="416350" y="4817825"/>
              <a:ext cx="136200" cy="32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3" name="Google Shape;513;p27">
              <a:extLst>
                <a:ext uri="{FF2B5EF4-FFF2-40B4-BE49-F238E27FC236}">
                  <a16:creationId xmlns:a16="http://schemas.microsoft.com/office/drawing/2014/main" id="{7DA727F2-2A64-468A-2A5F-50AC8F436C18}"/>
                </a:ext>
              </a:extLst>
            </p:cNvPr>
            <p:cNvGrpSpPr/>
            <p:nvPr/>
          </p:nvGrpSpPr>
          <p:grpSpPr>
            <a:xfrm>
              <a:off x="143902" y="3787300"/>
              <a:ext cx="5007948" cy="1296765"/>
              <a:chOff x="143902" y="3787300"/>
              <a:chExt cx="5007948" cy="1296765"/>
            </a:xfrm>
          </p:grpSpPr>
          <p:sp>
            <p:nvSpPr>
              <p:cNvPr id="514" name="Google Shape;514;p27">
                <a:extLst>
                  <a:ext uri="{FF2B5EF4-FFF2-40B4-BE49-F238E27FC236}">
                    <a16:creationId xmlns:a16="http://schemas.microsoft.com/office/drawing/2014/main" id="{93040CE4-4632-6FDF-0B4F-8712736D9095}"/>
                  </a:ext>
                </a:extLst>
              </p:cNvPr>
              <p:cNvSpPr/>
              <p:nvPr/>
            </p:nvSpPr>
            <p:spPr>
              <a:xfrm>
                <a:off x="492250" y="3787300"/>
                <a:ext cx="4659600" cy="952225"/>
              </a:xfrm>
              <a:custGeom>
                <a:avLst/>
                <a:gdLst/>
                <a:ahLst/>
                <a:cxnLst/>
                <a:rect l="l" t="t" r="r" b="b"/>
                <a:pathLst>
                  <a:path w="186384" h="38089" extrusionOk="0">
                    <a:moveTo>
                      <a:pt x="0" y="29035"/>
                    </a:moveTo>
                    <a:lnTo>
                      <a:pt x="10927" y="0"/>
                    </a:lnTo>
                    <a:lnTo>
                      <a:pt x="186384" y="1873"/>
                    </a:lnTo>
                    <a:lnTo>
                      <a:pt x="2498" y="38089"/>
                    </a:lnTo>
                    <a:close/>
                  </a:path>
                </a:pathLst>
              </a:custGeom>
              <a:solidFill>
                <a:srgbClr val="9E855C">
                  <a:alpha val="14880"/>
                </a:srgbClr>
              </a:solidFill>
              <a:ln>
                <a:noFill/>
              </a:ln>
            </p:spPr>
          </p:sp>
          <p:grpSp>
            <p:nvGrpSpPr>
              <p:cNvPr id="515" name="Google Shape;515;p27">
                <a:extLst>
                  <a:ext uri="{FF2B5EF4-FFF2-40B4-BE49-F238E27FC236}">
                    <a16:creationId xmlns:a16="http://schemas.microsoft.com/office/drawing/2014/main" id="{14E320D2-BFD8-3303-892A-528D4C529263}"/>
                  </a:ext>
                </a:extLst>
              </p:cNvPr>
              <p:cNvGrpSpPr/>
              <p:nvPr/>
            </p:nvGrpSpPr>
            <p:grpSpPr>
              <a:xfrm rot="-3088787">
                <a:off x="247795" y="4300754"/>
                <a:ext cx="725754" cy="615483"/>
                <a:chOff x="5417612" y="4008755"/>
                <a:chExt cx="725743" cy="615474"/>
              </a:xfrm>
            </p:grpSpPr>
            <p:sp>
              <p:nvSpPr>
                <p:cNvPr id="516" name="Google Shape;516;p27">
                  <a:extLst>
                    <a:ext uri="{FF2B5EF4-FFF2-40B4-BE49-F238E27FC236}">
                      <a16:creationId xmlns:a16="http://schemas.microsoft.com/office/drawing/2014/main" id="{3303F4C2-B1FD-CFBF-AD03-1DA96FCA666A}"/>
                    </a:ext>
                  </a:extLst>
                </p:cNvPr>
                <p:cNvSpPr/>
                <p:nvPr/>
              </p:nvSpPr>
              <p:spPr>
                <a:xfrm>
                  <a:off x="5417612" y="4008755"/>
                  <a:ext cx="725743" cy="615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9" h="16248" extrusionOk="0">
                      <a:moveTo>
                        <a:pt x="9796" y="1"/>
                      </a:moveTo>
                      <a:lnTo>
                        <a:pt x="8616" y="2155"/>
                      </a:lnTo>
                      <a:lnTo>
                        <a:pt x="5125" y="80"/>
                      </a:lnTo>
                      <a:cubicBezTo>
                        <a:pt x="5125" y="80"/>
                        <a:pt x="1358" y="778"/>
                        <a:pt x="1643" y="5184"/>
                      </a:cubicBezTo>
                      <a:lnTo>
                        <a:pt x="1" y="9452"/>
                      </a:lnTo>
                      <a:lnTo>
                        <a:pt x="3935" y="11281"/>
                      </a:lnTo>
                      <a:lnTo>
                        <a:pt x="2961" y="13130"/>
                      </a:lnTo>
                      <a:lnTo>
                        <a:pt x="5685" y="11901"/>
                      </a:lnTo>
                      <a:lnTo>
                        <a:pt x="5439" y="15540"/>
                      </a:lnTo>
                      <a:lnTo>
                        <a:pt x="10554" y="14920"/>
                      </a:lnTo>
                      <a:lnTo>
                        <a:pt x="9767" y="10711"/>
                      </a:lnTo>
                      <a:lnTo>
                        <a:pt x="13179" y="16248"/>
                      </a:lnTo>
                      <a:lnTo>
                        <a:pt x="19159" y="5459"/>
                      </a:lnTo>
                      <a:lnTo>
                        <a:pt x="11999" y="5705"/>
                      </a:lnTo>
                      <a:lnTo>
                        <a:pt x="16887" y="3059"/>
                      </a:lnTo>
                      <a:lnTo>
                        <a:pt x="13130" y="965"/>
                      </a:lnTo>
                      <a:lnTo>
                        <a:pt x="10347" y="3669"/>
                      </a:lnTo>
                      <a:lnTo>
                        <a:pt x="979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7" name="Google Shape;517;p27">
                  <a:extLst>
                    <a:ext uri="{FF2B5EF4-FFF2-40B4-BE49-F238E27FC236}">
                      <a16:creationId xmlns:a16="http://schemas.microsoft.com/office/drawing/2014/main" id="{F6A629F0-E356-BBB3-6457-154568DD63AF}"/>
                    </a:ext>
                  </a:extLst>
                </p:cNvPr>
                <p:cNvSpPr/>
                <p:nvPr/>
              </p:nvSpPr>
              <p:spPr>
                <a:xfrm>
                  <a:off x="5673949" y="4155542"/>
                  <a:ext cx="193377" cy="232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5" h="6125" extrusionOk="0">
                      <a:moveTo>
                        <a:pt x="3442" y="1"/>
                      </a:moveTo>
                      <a:lnTo>
                        <a:pt x="0" y="6098"/>
                      </a:lnTo>
                      <a:cubicBezTo>
                        <a:pt x="0" y="6098"/>
                        <a:pt x="127" y="6125"/>
                        <a:pt x="342" y="6125"/>
                      </a:cubicBezTo>
                      <a:cubicBezTo>
                        <a:pt x="1038" y="6125"/>
                        <a:pt x="2655" y="5849"/>
                        <a:pt x="3865" y="3512"/>
                      </a:cubicBezTo>
                      <a:cubicBezTo>
                        <a:pt x="5104" y="1142"/>
                        <a:pt x="3442" y="1"/>
                        <a:pt x="344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8" name="Google Shape;518;p27">
                  <a:extLst>
                    <a:ext uri="{FF2B5EF4-FFF2-40B4-BE49-F238E27FC236}">
                      <a16:creationId xmlns:a16="http://schemas.microsoft.com/office/drawing/2014/main" id="{E7C3DE20-795E-39CF-7EB7-3E1468AE97AB}"/>
                    </a:ext>
                  </a:extLst>
                </p:cNvPr>
                <p:cNvSpPr/>
                <p:nvPr/>
              </p:nvSpPr>
              <p:spPr>
                <a:xfrm>
                  <a:off x="5529776" y="4008755"/>
                  <a:ext cx="258569" cy="497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6" h="13131" fill="none" extrusionOk="0">
                      <a:moveTo>
                        <a:pt x="6825" y="1"/>
                      </a:moveTo>
                      <a:lnTo>
                        <a:pt x="0" y="13130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" name="Google Shape;519;p27">
                  <a:extLst>
                    <a:ext uri="{FF2B5EF4-FFF2-40B4-BE49-F238E27FC236}">
                      <a16:creationId xmlns:a16="http://schemas.microsoft.com/office/drawing/2014/main" id="{DDA67A2A-666A-1D8A-4E5E-125984D28B82}"/>
                    </a:ext>
                  </a:extLst>
                </p:cNvPr>
                <p:cNvSpPr/>
                <p:nvPr/>
              </p:nvSpPr>
              <p:spPr>
                <a:xfrm>
                  <a:off x="5632963" y="4147359"/>
                  <a:ext cx="176256" cy="31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3" h="8242" fill="none" extrusionOk="0">
                      <a:moveTo>
                        <a:pt x="4652" y="0"/>
                      </a:moveTo>
                      <a:lnTo>
                        <a:pt x="0" y="8242"/>
                      </a:lnTo>
                    </a:path>
                  </a:pathLst>
                </a:custGeom>
                <a:noFill/>
                <a:ln w="2950" cap="rnd" cmpd="sng">
                  <a:solidFill>
                    <a:srgbClr val="FFDFD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20" name="Google Shape;520;p27">
            <a:extLst>
              <a:ext uri="{FF2B5EF4-FFF2-40B4-BE49-F238E27FC236}">
                <a16:creationId xmlns:a16="http://schemas.microsoft.com/office/drawing/2014/main" id="{9A39E95A-DED6-413E-B784-29999F6CC9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44555" y="1896174"/>
            <a:ext cx="5097671" cy="12382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zh-CN" altLang="en-US" sz="5400" dirty="0"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感谢观看</a:t>
            </a:r>
            <a:br>
              <a:rPr lang="en-US" altLang="zh-CN" sz="4000" dirty="0">
                <a:latin typeface="ID初心少女体简" panose="02010509060101010101" pitchFamily="49" charset="-122"/>
                <a:ea typeface="ID初心少女体简" panose="02010509060101010101" pitchFamily="49" charset="-122"/>
              </a:rPr>
            </a:br>
            <a:r>
              <a:rPr lang="en-US" altLang="zh-CN" sz="500" dirty="0">
                <a:latin typeface="ID初心少女体简" panose="02010509060101010101" pitchFamily="49" charset="-122"/>
                <a:ea typeface="ID初心少女体简" panose="02010509060101010101" pitchFamily="49" charset="-122"/>
              </a:rPr>
              <a:t> </a:t>
            </a:r>
            <a:endParaRPr sz="4800" b="1" dirty="0">
              <a:solidFill>
                <a:schemeClr val="lt1"/>
              </a:solidFill>
            </a:endParaRPr>
          </a:p>
        </p:txBody>
      </p:sp>
      <p:sp>
        <p:nvSpPr>
          <p:cNvPr id="521" name="Google Shape;521;p27">
            <a:extLst>
              <a:ext uri="{FF2B5EF4-FFF2-40B4-BE49-F238E27FC236}">
                <a16:creationId xmlns:a16="http://schemas.microsoft.com/office/drawing/2014/main" id="{DD74FB23-3747-D23C-F14E-4C7CE5F3459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01712" y="3353343"/>
            <a:ext cx="4350000" cy="4014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汇报人：李思源                  时间：</a:t>
            </a:r>
            <a:r>
              <a:rPr lang="en-US" altLang="zh-CN" dirty="0"/>
              <a:t>2025/7/11</a:t>
            </a:r>
            <a:endParaRPr dirty="0"/>
          </a:p>
        </p:txBody>
      </p:sp>
      <p:grpSp>
        <p:nvGrpSpPr>
          <p:cNvPr id="522" name="Google Shape;522;p27">
            <a:extLst>
              <a:ext uri="{FF2B5EF4-FFF2-40B4-BE49-F238E27FC236}">
                <a16:creationId xmlns:a16="http://schemas.microsoft.com/office/drawing/2014/main" id="{C985A3C1-50DA-101D-7155-67F0D223AC16}"/>
              </a:ext>
            </a:extLst>
          </p:cNvPr>
          <p:cNvGrpSpPr/>
          <p:nvPr/>
        </p:nvGrpSpPr>
        <p:grpSpPr>
          <a:xfrm>
            <a:off x="5454236" y="1140063"/>
            <a:ext cx="3090223" cy="2912418"/>
            <a:chOff x="5547025" y="1155975"/>
            <a:chExt cx="2881864" cy="2716048"/>
          </a:xfrm>
        </p:grpSpPr>
        <p:sp>
          <p:nvSpPr>
            <p:cNvPr id="523" name="Google Shape;523;p27">
              <a:extLst>
                <a:ext uri="{FF2B5EF4-FFF2-40B4-BE49-F238E27FC236}">
                  <a16:creationId xmlns:a16="http://schemas.microsoft.com/office/drawing/2014/main" id="{00C00AF4-83BD-245E-CD32-0816979724C3}"/>
                </a:ext>
              </a:extLst>
            </p:cNvPr>
            <p:cNvSpPr/>
            <p:nvPr/>
          </p:nvSpPr>
          <p:spPr>
            <a:xfrm>
              <a:off x="5547025" y="1155975"/>
              <a:ext cx="2881864" cy="2716048"/>
            </a:xfrm>
            <a:custGeom>
              <a:avLst/>
              <a:gdLst/>
              <a:ahLst/>
              <a:cxnLst/>
              <a:rect l="l" t="t" r="r" b="b"/>
              <a:pathLst>
                <a:path w="58970" h="55577" extrusionOk="0">
                  <a:moveTo>
                    <a:pt x="12396" y="1"/>
                  </a:moveTo>
                  <a:cubicBezTo>
                    <a:pt x="11278" y="1"/>
                    <a:pt x="10211" y="462"/>
                    <a:pt x="9432" y="1260"/>
                  </a:cubicBezTo>
                  <a:cubicBezTo>
                    <a:pt x="8695" y="2017"/>
                    <a:pt x="8311" y="3049"/>
                    <a:pt x="8360" y="4102"/>
                  </a:cubicBezTo>
                  <a:lnTo>
                    <a:pt x="8567" y="8734"/>
                  </a:lnTo>
                  <a:cubicBezTo>
                    <a:pt x="8596" y="9472"/>
                    <a:pt x="8842" y="10180"/>
                    <a:pt x="9265" y="10789"/>
                  </a:cubicBezTo>
                  <a:cubicBezTo>
                    <a:pt x="9226" y="10839"/>
                    <a:pt x="9186" y="10888"/>
                    <a:pt x="9147" y="10937"/>
                  </a:cubicBezTo>
                  <a:lnTo>
                    <a:pt x="7731" y="10032"/>
                  </a:lnTo>
                  <a:cubicBezTo>
                    <a:pt x="7475" y="9875"/>
                    <a:pt x="7170" y="9786"/>
                    <a:pt x="6865" y="9786"/>
                  </a:cubicBezTo>
                  <a:lnTo>
                    <a:pt x="6767" y="9786"/>
                  </a:lnTo>
                  <a:lnTo>
                    <a:pt x="2115" y="10081"/>
                  </a:lnTo>
                  <a:cubicBezTo>
                    <a:pt x="1269" y="10140"/>
                    <a:pt x="610" y="10839"/>
                    <a:pt x="610" y="11684"/>
                  </a:cubicBezTo>
                  <a:lnTo>
                    <a:pt x="571" y="22129"/>
                  </a:lnTo>
                  <a:cubicBezTo>
                    <a:pt x="571" y="23024"/>
                    <a:pt x="1289" y="23742"/>
                    <a:pt x="2174" y="23742"/>
                  </a:cubicBezTo>
                  <a:lnTo>
                    <a:pt x="2233" y="23742"/>
                  </a:lnTo>
                  <a:lnTo>
                    <a:pt x="7288" y="23565"/>
                  </a:lnTo>
                  <a:cubicBezTo>
                    <a:pt x="7504" y="23555"/>
                    <a:pt x="7711" y="23506"/>
                    <a:pt x="7908" y="23417"/>
                  </a:cubicBezTo>
                  <a:lnTo>
                    <a:pt x="8980" y="22916"/>
                  </a:lnTo>
                  <a:cubicBezTo>
                    <a:pt x="9108" y="23103"/>
                    <a:pt x="9255" y="23289"/>
                    <a:pt x="9412" y="23466"/>
                  </a:cubicBezTo>
                  <a:lnTo>
                    <a:pt x="9422" y="23486"/>
                  </a:lnTo>
                  <a:cubicBezTo>
                    <a:pt x="9481" y="23545"/>
                    <a:pt x="9540" y="23604"/>
                    <a:pt x="9599" y="23663"/>
                  </a:cubicBezTo>
                  <a:cubicBezTo>
                    <a:pt x="9678" y="23742"/>
                    <a:pt x="9757" y="23811"/>
                    <a:pt x="9845" y="23879"/>
                  </a:cubicBezTo>
                  <a:lnTo>
                    <a:pt x="9393" y="26476"/>
                  </a:lnTo>
                  <a:cubicBezTo>
                    <a:pt x="8821" y="26314"/>
                    <a:pt x="8250" y="26238"/>
                    <a:pt x="7692" y="26238"/>
                  </a:cubicBezTo>
                  <a:cubicBezTo>
                    <a:pt x="4377" y="26238"/>
                    <a:pt x="1495" y="28929"/>
                    <a:pt x="1495" y="32455"/>
                  </a:cubicBezTo>
                  <a:cubicBezTo>
                    <a:pt x="1495" y="32927"/>
                    <a:pt x="1554" y="33390"/>
                    <a:pt x="1663" y="33852"/>
                  </a:cubicBezTo>
                  <a:cubicBezTo>
                    <a:pt x="335" y="36497"/>
                    <a:pt x="1" y="39645"/>
                    <a:pt x="748" y="42624"/>
                  </a:cubicBezTo>
                  <a:cubicBezTo>
                    <a:pt x="1623" y="46057"/>
                    <a:pt x="3944" y="49253"/>
                    <a:pt x="7121" y="51397"/>
                  </a:cubicBezTo>
                  <a:cubicBezTo>
                    <a:pt x="8862" y="52597"/>
                    <a:pt x="10838" y="53423"/>
                    <a:pt x="12914" y="53826"/>
                  </a:cubicBezTo>
                  <a:cubicBezTo>
                    <a:pt x="12835" y="54770"/>
                    <a:pt x="13573" y="55577"/>
                    <a:pt x="14517" y="55577"/>
                  </a:cubicBezTo>
                  <a:lnTo>
                    <a:pt x="37432" y="55577"/>
                  </a:lnTo>
                  <a:cubicBezTo>
                    <a:pt x="38140" y="55577"/>
                    <a:pt x="38769" y="55105"/>
                    <a:pt x="38976" y="54426"/>
                  </a:cubicBezTo>
                  <a:lnTo>
                    <a:pt x="40205" y="50217"/>
                  </a:lnTo>
                  <a:cubicBezTo>
                    <a:pt x="41612" y="50187"/>
                    <a:pt x="43008" y="50010"/>
                    <a:pt x="44385" y="49676"/>
                  </a:cubicBezTo>
                  <a:cubicBezTo>
                    <a:pt x="46047" y="49273"/>
                    <a:pt x="47640" y="48604"/>
                    <a:pt x="49096" y="47689"/>
                  </a:cubicBezTo>
                  <a:cubicBezTo>
                    <a:pt x="49616" y="47824"/>
                    <a:pt x="50143" y="47890"/>
                    <a:pt x="50664" y="47890"/>
                  </a:cubicBezTo>
                  <a:cubicBezTo>
                    <a:pt x="52501" y="47890"/>
                    <a:pt x="54276" y="47077"/>
                    <a:pt x="55479" y="45614"/>
                  </a:cubicBezTo>
                  <a:cubicBezTo>
                    <a:pt x="57023" y="43746"/>
                    <a:pt x="57328" y="41139"/>
                    <a:pt x="56265" y="38956"/>
                  </a:cubicBezTo>
                  <a:cubicBezTo>
                    <a:pt x="58114" y="34737"/>
                    <a:pt x="58970" y="29643"/>
                    <a:pt x="58596" y="24853"/>
                  </a:cubicBezTo>
                  <a:cubicBezTo>
                    <a:pt x="58154" y="19080"/>
                    <a:pt x="56275" y="13927"/>
                    <a:pt x="53148" y="9953"/>
                  </a:cubicBezTo>
                  <a:cubicBezTo>
                    <a:pt x="48702" y="4299"/>
                    <a:pt x="41828" y="925"/>
                    <a:pt x="34737" y="925"/>
                  </a:cubicBezTo>
                  <a:cubicBezTo>
                    <a:pt x="33095" y="925"/>
                    <a:pt x="31462" y="1102"/>
                    <a:pt x="29859" y="1456"/>
                  </a:cubicBezTo>
                  <a:cubicBezTo>
                    <a:pt x="29082" y="591"/>
                    <a:pt x="27971" y="99"/>
                    <a:pt x="26800" y="89"/>
                  </a:cubicBezTo>
                  <a:lnTo>
                    <a:pt x="13799" y="1"/>
                  </a:lnTo>
                  <a:lnTo>
                    <a:pt x="12432" y="1"/>
                  </a:lnTo>
                  <a:cubicBezTo>
                    <a:pt x="12420" y="1"/>
                    <a:pt x="12408" y="1"/>
                    <a:pt x="123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7">
              <a:extLst>
                <a:ext uri="{FF2B5EF4-FFF2-40B4-BE49-F238E27FC236}">
                  <a16:creationId xmlns:a16="http://schemas.microsoft.com/office/drawing/2014/main" id="{A19E7CA6-D05F-EF4E-80AD-73E4656B0672}"/>
                </a:ext>
              </a:extLst>
            </p:cNvPr>
            <p:cNvSpPr/>
            <p:nvPr/>
          </p:nvSpPr>
          <p:spPr>
            <a:xfrm>
              <a:off x="6396291" y="1282939"/>
              <a:ext cx="1954751" cy="2252125"/>
            </a:xfrm>
            <a:custGeom>
              <a:avLst/>
              <a:gdLst/>
              <a:ahLst/>
              <a:cxnLst/>
              <a:rect l="l" t="t" r="r" b="b"/>
              <a:pathLst>
                <a:path w="39999" h="46084" extrusionOk="0">
                  <a:moveTo>
                    <a:pt x="17318" y="0"/>
                  </a:moveTo>
                  <a:cubicBezTo>
                    <a:pt x="13852" y="0"/>
                    <a:pt x="10349" y="851"/>
                    <a:pt x="7111" y="2645"/>
                  </a:cubicBezTo>
                  <a:cubicBezTo>
                    <a:pt x="5380" y="3608"/>
                    <a:pt x="3767" y="4818"/>
                    <a:pt x="2568" y="6392"/>
                  </a:cubicBezTo>
                  <a:cubicBezTo>
                    <a:pt x="758" y="8762"/>
                    <a:pt x="1" y="11820"/>
                    <a:pt x="60" y="14800"/>
                  </a:cubicBezTo>
                  <a:cubicBezTo>
                    <a:pt x="99" y="16915"/>
                    <a:pt x="551" y="19069"/>
                    <a:pt x="1653" y="20878"/>
                  </a:cubicBezTo>
                  <a:cubicBezTo>
                    <a:pt x="4161" y="25009"/>
                    <a:pt x="9678" y="26868"/>
                    <a:pt x="11468" y="31362"/>
                  </a:cubicBezTo>
                  <a:cubicBezTo>
                    <a:pt x="12491" y="33919"/>
                    <a:pt x="12058" y="36850"/>
                    <a:pt x="12845" y="39495"/>
                  </a:cubicBezTo>
                  <a:cubicBezTo>
                    <a:pt x="13514" y="41728"/>
                    <a:pt x="15009" y="43626"/>
                    <a:pt x="17025" y="44796"/>
                  </a:cubicBezTo>
                  <a:cubicBezTo>
                    <a:pt x="18623" y="45719"/>
                    <a:pt x="20576" y="46084"/>
                    <a:pt x="22525" y="46084"/>
                  </a:cubicBezTo>
                  <a:cubicBezTo>
                    <a:pt x="23921" y="46084"/>
                    <a:pt x="25314" y="45897"/>
                    <a:pt x="26574" y="45593"/>
                  </a:cubicBezTo>
                  <a:cubicBezTo>
                    <a:pt x="30449" y="44659"/>
                    <a:pt x="33400" y="42279"/>
                    <a:pt x="35504" y="39181"/>
                  </a:cubicBezTo>
                  <a:cubicBezTo>
                    <a:pt x="38750" y="34421"/>
                    <a:pt x="39999" y="27949"/>
                    <a:pt x="39576" y="22442"/>
                  </a:cubicBezTo>
                  <a:cubicBezTo>
                    <a:pt x="39192" y="17387"/>
                    <a:pt x="37638" y="12450"/>
                    <a:pt x="34472" y="8418"/>
                  </a:cubicBezTo>
                  <a:cubicBezTo>
                    <a:pt x="30216" y="3006"/>
                    <a:pt x="23832" y="0"/>
                    <a:pt x="173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7">
              <a:extLst>
                <a:ext uri="{FF2B5EF4-FFF2-40B4-BE49-F238E27FC236}">
                  <a16:creationId xmlns:a16="http://schemas.microsoft.com/office/drawing/2014/main" id="{390566F2-A40E-5EF5-E633-F04377A25AA8}"/>
                </a:ext>
              </a:extLst>
            </p:cNvPr>
            <p:cNvSpPr/>
            <p:nvPr/>
          </p:nvSpPr>
          <p:spPr>
            <a:xfrm>
              <a:off x="5618180" y="2603945"/>
              <a:ext cx="1155433" cy="1118243"/>
            </a:xfrm>
            <a:custGeom>
              <a:avLst/>
              <a:gdLst/>
              <a:ahLst/>
              <a:cxnLst/>
              <a:rect l="l" t="t" r="r" b="b"/>
              <a:pathLst>
                <a:path w="23643" h="22882" extrusionOk="0">
                  <a:moveTo>
                    <a:pt x="9691" y="0"/>
                  </a:moveTo>
                  <a:cubicBezTo>
                    <a:pt x="7092" y="0"/>
                    <a:pt x="4588" y="960"/>
                    <a:pt x="2705" y="3289"/>
                  </a:cubicBezTo>
                  <a:cubicBezTo>
                    <a:pt x="620" y="5855"/>
                    <a:pt x="0" y="9465"/>
                    <a:pt x="807" y="12671"/>
                  </a:cubicBezTo>
                  <a:cubicBezTo>
                    <a:pt x="1623" y="15867"/>
                    <a:pt x="3777" y="18660"/>
                    <a:pt x="6521" y="20509"/>
                  </a:cubicBezTo>
                  <a:cubicBezTo>
                    <a:pt x="8615" y="21925"/>
                    <a:pt x="11074" y="22830"/>
                    <a:pt x="13592" y="22879"/>
                  </a:cubicBezTo>
                  <a:cubicBezTo>
                    <a:pt x="13660" y="22881"/>
                    <a:pt x="13729" y="22881"/>
                    <a:pt x="13797" y="22881"/>
                  </a:cubicBezTo>
                  <a:cubicBezTo>
                    <a:pt x="16249" y="22881"/>
                    <a:pt x="18726" y="22026"/>
                    <a:pt x="20515" y="20362"/>
                  </a:cubicBezTo>
                  <a:cubicBezTo>
                    <a:pt x="22620" y="18395"/>
                    <a:pt x="23643" y="15425"/>
                    <a:pt x="23456" y="12553"/>
                  </a:cubicBezTo>
                  <a:cubicBezTo>
                    <a:pt x="23269" y="9681"/>
                    <a:pt x="21951" y="6947"/>
                    <a:pt x="20014" y="4833"/>
                  </a:cubicBezTo>
                  <a:cubicBezTo>
                    <a:pt x="17450" y="2030"/>
                    <a:pt x="13470" y="0"/>
                    <a:pt x="96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7">
              <a:extLst>
                <a:ext uri="{FF2B5EF4-FFF2-40B4-BE49-F238E27FC236}">
                  <a16:creationId xmlns:a16="http://schemas.microsoft.com/office/drawing/2014/main" id="{A02E4147-F2D1-1F28-13E8-6E29A85A1100}"/>
                </a:ext>
              </a:extLst>
            </p:cNvPr>
            <p:cNvSpPr/>
            <p:nvPr/>
          </p:nvSpPr>
          <p:spPr>
            <a:xfrm>
              <a:off x="7502712" y="1628939"/>
              <a:ext cx="450386" cy="450386"/>
            </a:xfrm>
            <a:custGeom>
              <a:avLst/>
              <a:gdLst/>
              <a:ahLst/>
              <a:cxnLst/>
              <a:rect l="l" t="t" r="r" b="b"/>
              <a:pathLst>
                <a:path w="9216" h="9216" extrusionOk="0">
                  <a:moveTo>
                    <a:pt x="4603" y="0"/>
                  </a:moveTo>
                  <a:cubicBezTo>
                    <a:pt x="2056" y="0"/>
                    <a:pt x="0" y="2065"/>
                    <a:pt x="0" y="4603"/>
                  </a:cubicBezTo>
                  <a:cubicBezTo>
                    <a:pt x="0" y="7150"/>
                    <a:pt x="2056" y="9215"/>
                    <a:pt x="4603" y="9215"/>
                  </a:cubicBezTo>
                  <a:cubicBezTo>
                    <a:pt x="7150" y="9215"/>
                    <a:pt x="9216" y="7150"/>
                    <a:pt x="9216" y="4603"/>
                  </a:cubicBezTo>
                  <a:cubicBezTo>
                    <a:pt x="9216" y="2065"/>
                    <a:pt x="7150" y="0"/>
                    <a:pt x="4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7">
              <a:extLst>
                <a:ext uri="{FF2B5EF4-FFF2-40B4-BE49-F238E27FC236}">
                  <a16:creationId xmlns:a16="http://schemas.microsoft.com/office/drawing/2014/main" id="{1E699F18-E787-4BFC-AD95-9A3C69623554}"/>
                </a:ext>
              </a:extLst>
            </p:cNvPr>
            <p:cNvSpPr/>
            <p:nvPr/>
          </p:nvSpPr>
          <p:spPr>
            <a:xfrm>
              <a:off x="5696519" y="2520475"/>
              <a:ext cx="450386" cy="449897"/>
            </a:xfrm>
            <a:custGeom>
              <a:avLst/>
              <a:gdLst/>
              <a:ahLst/>
              <a:cxnLst/>
              <a:rect l="l" t="t" r="r" b="b"/>
              <a:pathLst>
                <a:path w="9216" h="9206" extrusionOk="0">
                  <a:moveTo>
                    <a:pt x="4603" y="1"/>
                  </a:moveTo>
                  <a:cubicBezTo>
                    <a:pt x="2065" y="1"/>
                    <a:pt x="0" y="2056"/>
                    <a:pt x="0" y="4603"/>
                  </a:cubicBezTo>
                  <a:cubicBezTo>
                    <a:pt x="0" y="7150"/>
                    <a:pt x="2065" y="9206"/>
                    <a:pt x="4603" y="9206"/>
                  </a:cubicBezTo>
                  <a:cubicBezTo>
                    <a:pt x="7150" y="9206"/>
                    <a:pt x="9215" y="7150"/>
                    <a:pt x="9215" y="4603"/>
                  </a:cubicBezTo>
                  <a:cubicBezTo>
                    <a:pt x="9215" y="2056"/>
                    <a:pt x="7150" y="1"/>
                    <a:pt x="46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7">
              <a:extLst>
                <a:ext uri="{FF2B5EF4-FFF2-40B4-BE49-F238E27FC236}">
                  <a16:creationId xmlns:a16="http://schemas.microsoft.com/office/drawing/2014/main" id="{09A4FDB3-9382-E2D2-5193-38A563A5F27D}"/>
                </a:ext>
              </a:extLst>
            </p:cNvPr>
            <p:cNvSpPr/>
            <p:nvPr/>
          </p:nvSpPr>
          <p:spPr>
            <a:xfrm>
              <a:off x="7796373" y="2970813"/>
              <a:ext cx="450386" cy="450386"/>
            </a:xfrm>
            <a:custGeom>
              <a:avLst/>
              <a:gdLst/>
              <a:ahLst/>
              <a:cxnLst/>
              <a:rect l="l" t="t" r="r" b="b"/>
              <a:pathLst>
                <a:path w="9216" h="9216" extrusionOk="0">
                  <a:moveTo>
                    <a:pt x="4603" y="1"/>
                  </a:moveTo>
                  <a:cubicBezTo>
                    <a:pt x="2066" y="1"/>
                    <a:pt x="0" y="2066"/>
                    <a:pt x="0" y="4603"/>
                  </a:cubicBezTo>
                  <a:cubicBezTo>
                    <a:pt x="0" y="7151"/>
                    <a:pt x="2066" y="9216"/>
                    <a:pt x="4603" y="9216"/>
                  </a:cubicBezTo>
                  <a:cubicBezTo>
                    <a:pt x="7150" y="9216"/>
                    <a:pt x="9216" y="7151"/>
                    <a:pt x="9216" y="4603"/>
                  </a:cubicBezTo>
                  <a:cubicBezTo>
                    <a:pt x="9216" y="2066"/>
                    <a:pt x="7150" y="1"/>
                    <a:pt x="4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7">
              <a:extLst>
                <a:ext uri="{FF2B5EF4-FFF2-40B4-BE49-F238E27FC236}">
                  <a16:creationId xmlns:a16="http://schemas.microsoft.com/office/drawing/2014/main" id="{9F1DFF4A-9F77-C39C-706F-7E5D0821D4FB}"/>
                </a:ext>
              </a:extLst>
            </p:cNvPr>
            <p:cNvSpPr/>
            <p:nvPr/>
          </p:nvSpPr>
          <p:spPr>
            <a:xfrm>
              <a:off x="6033919" y="2214793"/>
              <a:ext cx="294197" cy="598413"/>
            </a:xfrm>
            <a:custGeom>
              <a:avLst/>
              <a:gdLst/>
              <a:ahLst/>
              <a:cxnLst/>
              <a:rect l="l" t="t" r="r" b="b"/>
              <a:pathLst>
                <a:path w="6020" h="12245" extrusionOk="0">
                  <a:moveTo>
                    <a:pt x="1869" y="1"/>
                  </a:moveTo>
                  <a:lnTo>
                    <a:pt x="0" y="10652"/>
                  </a:lnTo>
                  <a:lnTo>
                    <a:pt x="5380" y="12245"/>
                  </a:lnTo>
                  <a:lnTo>
                    <a:pt x="6019" y="40"/>
                  </a:lnTo>
                  <a:lnTo>
                    <a:pt x="1869" y="1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7">
              <a:extLst>
                <a:ext uri="{FF2B5EF4-FFF2-40B4-BE49-F238E27FC236}">
                  <a16:creationId xmlns:a16="http://schemas.microsoft.com/office/drawing/2014/main" id="{6B39A2D3-E964-6A60-59CB-5D5BB827DD6D}"/>
                </a:ext>
              </a:extLst>
            </p:cNvPr>
            <p:cNvSpPr/>
            <p:nvPr/>
          </p:nvSpPr>
          <p:spPr>
            <a:xfrm>
              <a:off x="7165312" y="2142221"/>
              <a:ext cx="362420" cy="236042"/>
            </a:xfrm>
            <a:custGeom>
              <a:avLst/>
              <a:gdLst/>
              <a:ahLst/>
              <a:cxnLst/>
              <a:rect l="l" t="t" r="r" b="b"/>
              <a:pathLst>
                <a:path w="7416" h="4830" extrusionOk="0">
                  <a:moveTo>
                    <a:pt x="7416" y="1"/>
                  </a:moveTo>
                  <a:lnTo>
                    <a:pt x="915" y="1781"/>
                  </a:lnTo>
                  <a:lnTo>
                    <a:pt x="0" y="2027"/>
                  </a:lnTo>
                  <a:lnTo>
                    <a:pt x="0" y="4829"/>
                  </a:lnTo>
                  <a:lnTo>
                    <a:pt x="7416" y="3669"/>
                  </a:lnTo>
                  <a:lnTo>
                    <a:pt x="7416" y="1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7">
              <a:extLst>
                <a:ext uri="{FF2B5EF4-FFF2-40B4-BE49-F238E27FC236}">
                  <a16:creationId xmlns:a16="http://schemas.microsoft.com/office/drawing/2014/main" id="{6C3A123D-72AF-6841-8420-E968C9561D23}"/>
                </a:ext>
              </a:extLst>
            </p:cNvPr>
            <p:cNvSpPr/>
            <p:nvPr/>
          </p:nvSpPr>
          <p:spPr>
            <a:xfrm>
              <a:off x="7164824" y="2214207"/>
              <a:ext cx="290337" cy="129652"/>
            </a:xfrm>
            <a:custGeom>
              <a:avLst/>
              <a:gdLst/>
              <a:ahLst/>
              <a:cxnLst/>
              <a:rect l="l" t="t" r="r" b="b"/>
              <a:pathLst>
                <a:path w="5941" h="2653" extrusionOk="0">
                  <a:moveTo>
                    <a:pt x="3885" y="0"/>
                  </a:moveTo>
                  <a:cubicBezTo>
                    <a:pt x="2893" y="0"/>
                    <a:pt x="1902" y="104"/>
                    <a:pt x="925" y="308"/>
                  </a:cubicBezTo>
                  <a:lnTo>
                    <a:pt x="0" y="554"/>
                  </a:lnTo>
                  <a:lnTo>
                    <a:pt x="0" y="2619"/>
                  </a:lnTo>
                  <a:cubicBezTo>
                    <a:pt x="145" y="2635"/>
                    <a:pt x="290" y="2651"/>
                    <a:pt x="434" y="2651"/>
                  </a:cubicBezTo>
                  <a:cubicBezTo>
                    <a:pt x="467" y="2651"/>
                    <a:pt x="499" y="2650"/>
                    <a:pt x="532" y="2648"/>
                  </a:cubicBezTo>
                  <a:cubicBezTo>
                    <a:pt x="600" y="2651"/>
                    <a:pt x="668" y="2652"/>
                    <a:pt x="736" y="2652"/>
                  </a:cubicBezTo>
                  <a:cubicBezTo>
                    <a:pt x="1661" y="2652"/>
                    <a:pt x="2583" y="2410"/>
                    <a:pt x="3462" y="2117"/>
                  </a:cubicBezTo>
                  <a:cubicBezTo>
                    <a:pt x="4131" y="1901"/>
                    <a:pt x="4790" y="1635"/>
                    <a:pt x="5331" y="1183"/>
                  </a:cubicBezTo>
                  <a:cubicBezTo>
                    <a:pt x="5655" y="917"/>
                    <a:pt x="5931" y="554"/>
                    <a:pt x="5941" y="150"/>
                  </a:cubicBezTo>
                  <a:cubicBezTo>
                    <a:pt x="5258" y="50"/>
                    <a:pt x="4571" y="0"/>
                    <a:pt x="3885" y="0"/>
                  </a:cubicBezTo>
                  <a:close/>
                </a:path>
              </a:pathLst>
            </a:custGeom>
            <a:solidFill>
              <a:srgbClr val="000000">
                <a:alpha val="3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7">
              <a:extLst>
                <a:ext uri="{FF2B5EF4-FFF2-40B4-BE49-F238E27FC236}">
                  <a16:creationId xmlns:a16="http://schemas.microsoft.com/office/drawing/2014/main" id="{6D5882DB-7892-AE2A-C650-B9BC84FB060C}"/>
                </a:ext>
              </a:extLst>
            </p:cNvPr>
            <p:cNvSpPr/>
            <p:nvPr/>
          </p:nvSpPr>
          <p:spPr>
            <a:xfrm>
              <a:off x="6932202" y="1473679"/>
              <a:ext cx="690240" cy="798145"/>
            </a:xfrm>
            <a:custGeom>
              <a:avLst/>
              <a:gdLst/>
              <a:ahLst/>
              <a:cxnLst/>
              <a:rect l="l" t="t" r="r" b="b"/>
              <a:pathLst>
                <a:path w="14124" h="16332" extrusionOk="0">
                  <a:moveTo>
                    <a:pt x="7052" y="0"/>
                  </a:moveTo>
                  <a:cubicBezTo>
                    <a:pt x="3157" y="0"/>
                    <a:pt x="0" y="3266"/>
                    <a:pt x="0" y="7288"/>
                  </a:cubicBezTo>
                  <a:cubicBezTo>
                    <a:pt x="0" y="7593"/>
                    <a:pt x="20" y="7888"/>
                    <a:pt x="50" y="8193"/>
                  </a:cubicBezTo>
                  <a:cubicBezTo>
                    <a:pt x="50" y="10081"/>
                    <a:pt x="295" y="14733"/>
                    <a:pt x="669" y="15294"/>
                  </a:cubicBezTo>
                  <a:cubicBezTo>
                    <a:pt x="1182" y="16065"/>
                    <a:pt x="2759" y="16331"/>
                    <a:pt x="4545" y="16331"/>
                  </a:cubicBezTo>
                  <a:cubicBezTo>
                    <a:pt x="7040" y="16331"/>
                    <a:pt x="9943" y="15811"/>
                    <a:pt x="10917" y="15421"/>
                  </a:cubicBezTo>
                  <a:cubicBezTo>
                    <a:pt x="11743" y="15087"/>
                    <a:pt x="12255" y="13425"/>
                    <a:pt x="12559" y="11851"/>
                  </a:cubicBezTo>
                  <a:cubicBezTo>
                    <a:pt x="13572" y="10543"/>
                    <a:pt x="14123" y="8940"/>
                    <a:pt x="14113" y="7288"/>
                  </a:cubicBezTo>
                  <a:cubicBezTo>
                    <a:pt x="14113" y="3266"/>
                    <a:pt x="10956" y="0"/>
                    <a:pt x="7052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7">
              <a:extLst>
                <a:ext uri="{FF2B5EF4-FFF2-40B4-BE49-F238E27FC236}">
                  <a16:creationId xmlns:a16="http://schemas.microsoft.com/office/drawing/2014/main" id="{2F71119F-92D3-7638-667E-A591FB3C0201}"/>
                </a:ext>
              </a:extLst>
            </p:cNvPr>
            <p:cNvSpPr/>
            <p:nvPr/>
          </p:nvSpPr>
          <p:spPr>
            <a:xfrm>
              <a:off x="7293157" y="1505396"/>
              <a:ext cx="446525" cy="761834"/>
            </a:xfrm>
            <a:custGeom>
              <a:avLst/>
              <a:gdLst/>
              <a:ahLst/>
              <a:cxnLst/>
              <a:rect l="l" t="t" r="r" b="b"/>
              <a:pathLst>
                <a:path w="9137" h="15589" extrusionOk="0">
                  <a:moveTo>
                    <a:pt x="6265" y="1"/>
                  </a:moveTo>
                  <a:cubicBezTo>
                    <a:pt x="4505" y="197"/>
                    <a:pt x="2036" y="699"/>
                    <a:pt x="286" y="1023"/>
                  </a:cubicBezTo>
                  <a:cubicBezTo>
                    <a:pt x="0" y="1790"/>
                    <a:pt x="59" y="2646"/>
                    <a:pt x="453" y="3374"/>
                  </a:cubicBezTo>
                  <a:cubicBezTo>
                    <a:pt x="866" y="4052"/>
                    <a:pt x="1554" y="4515"/>
                    <a:pt x="2341" y="4623"/>
                  </a:cubicBezTo>
                  <a:cubicBezTo>
                    <a:pt x="1800" y="5597"/>
                    <a:pt x="1544" y="6806"/>
                    <a:pt x="1977" y="7839"/>
                  </a:cubicBezTo>
                  <a:cubicBezTo>
                    <a:pt x="2380" y="8832"/>
                    <a:pt x="3325" y="9481"/>
                    <a:pt x="4249" y="10022"/>
                  </a:cubicBezTo>
                  <a:cubicBezTo>
                    <a:pt x="4524" y="9727"/>
                    <a:pt x="4770" y="9452"/>
                    <a:pt x="5154" y="9324"/>
                  </a:cubicBezTo>
                  <a:cubicBezTo>
                    <a:pt x="5296" y="9271"/>
                    <a:pt x="5451" y="9243"/>
                    <a:pt x="5603" y="9243"/>
                  </a:cubicBezTo>
                  <a:cubicBezTo>
                    <a:pt x="5850" y="9243"/>
                    <a:pt x="6093" y="9317"/>
                    <a:pt x="6275" y="9481"/>
                  </a:cubicBezTo>
                  <a:cubicBezTo>
                    <a:pt x="6708" y="9865"/>
                    <a:pt x="6639" y="10563"/>
                    <a:pt x="6413" y="11094"/>
                  </a:cubicBezTo>
                  <a:cubicBezTo>
                    <a:pt x="6236" y="11488"/>
                    <a:pt x="6000" y="11842"/>
                    <a:pt x="5695" y="12146"/>
                  </a:cubicBezTo>
                  <a:cubicBezTo>
                    <a:pt x="5400" y="12451"/>
                    <a:pt x="5046" y="12697"/>
                    <a:pt x="4800" y="13032"/>
                  </a:cubicBezTo>
                  <a:cubicBezTo>
                    <a:pt x="4318" y="13681"/>
                    <a:pt x="4760" y="14782"/>
                    <a:pt x="4780" y="15589"/>
                  </a:cubicBezTo>
                  <a:cubicBezTo>
                    <a:pt x="5016" y="14910"/>
                    <a:pt x="5282" y="14310"/>
                    <a:pt x="5960" y="14064"/>
                  </a:cubicBezTo>
                  <a:cubicBezTo>
                    <a:pt x="6629" y="13818"/>
                    <a:pt x="7367" y="13632"/>
                    <a:pt x="7888" y="13130"/>
                  </a:cubicBezTo>
                  <a:cubicBezTo>
                    <a:pt x="8566" y="12481"/>
                    <a:pt x="8694" y="11360"/>
                    <a:pt x="8281" y="10514"/>
                  </a:cubicBezTo>
                  <a:cubicBezTo>
                    <a:pt x="8212" y="10396"/>
                    <a:pt x="8173" y="10268"/>
                    <a:pt x="8163" y="10140"/>
                  </a:cubicBezTo>
                  <a:cubicBezTo>
                    <a:pt x="8183" y="10003"/>
                    <a:pt x="8242" y="9875"/>
                    <a:pt x="8340" y="9766"/>
                  </a:cubicBezTo>
                  <a:cubicBezTo>
                    <a:pt x="9107" y="8635"/>
                    <a:pt x="9137" y="7170"/>
                    <a:pt x="9117" y="5803"/>
                  </a:cubicBezTo>
                  <a:cubicBezTo>
                    <a:pt x="9098" y="4564"/>
                    <a:pt x="9127" y="3256"/>
                    <a:pt x="8557" y="2145"/>
                  </a:cubicBezTo>
                  <a:cubicBezTo>
                    <a:pt x="8055" y="1191"/>
                    <a:pt x="7249" y="433"/>
                    <a:pt x="6265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7">
              <a:extLst>
                <a:ext uri="{FF2B5EF4-FFF2-40B4-BE49-F238E27FC236}">
                  <a16:creationId xmlns:a16="http://schemas.microsoft.com/office/drawing/2014/main" id="{22C7E738-B5EA-5E69-DDDD-E404368A9DA2}"/>
                </a:ext>
              </a:extLst>
            </p:cNvPr>
            <p:cNvSpPr/>
            <p:nvPr/>
          </p:nvSpPr>
          <p:spPr>
            <a:xfrm>
              <a:off x="6966313" y="1895672"/>
              <a:ext cx="75504" cy="31765"/>
            </a:xfrm>
            <a:custGeom>
              <a:avLst/>
              <a:gdLst/>
              <a:ahLst/>
              <a:cxnLst/>
              <a:rect l="l" t="t" r="r" b="b"/>
              <a:pathLst>
                <a:path w="1545" h="650" fill="none" extrusionOk="0">
                  <a:moveTo>
                    <a:pt x="1" y="286"/>
                  </a:moveTo>
                  <a:cubicBezTo>
                    <a:pt x="532" y="0"/>
                    <a:pt x="1191" y="158"/>
                    <a:pt x="1545" y="649"/>
                  </a:cubicBez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7">
              <a:extLst>
                <a:ext uri="{FF2B5EF4-FFF2-40B4-BE49-F238E27FC236}">
                  <a16:creationId xmlns:a16="http://schemas.microsoft.com/office/drawing/2014/main" id="{EDBAE0D3-2396-E576-ECA1-609D87FE0AC7}"/>
                </a:ext>
              </a:extLst>
            </p:cNvPr>
            <p:cNvSpPr/>
            <p:nvPr/>
          </p:nvSpPr>
          <p:spPr>
            <a:xfrm>
              <a:off x="7219607" y="1897920"/>
              <a:ext cx="69591" cy="58839"/>
            </a:xfrm>
            <a:custGeom>
              <a:avLst/>
              <a:gdLst/>
              <a:ahLst/>
              <a:cxnLst/>
              <a:rect l="l" t="t" r="r" b="b"/>
              <a:pathLst>
                <a:path w="1424" h="1204" extrusionOk="0">
                  <a:moveTo>
                    <a:pt x="640" y="1"/>
                  </a:moveTo>
                  <a:cubicBezTo>
                    <a:pt x="621" y="1"/>
                    <a:pt x="601" y="2"/>
                    <a:pt x="581" y="4"/>
                  </a:cubicBezTo>
                  <a:cubicBezTo>
                    <a:pt x="247" y="33"/>
                    <a:pt x="1" y="318"/>
                    <a:pt x="40" y="653"/>
                  </a:cubicBezTo>
                  <a:cubicBezTo>
                    <a:pt x="65" y="992"/>
                    <a:pt x="352" y="1203"/>
                    <a:pt x="645" y="1203"/>
                  </a:cubicBezTo>
                  <a:cubicBezTo>
                    <a:pt x="810" y="1203"/>
                    <a:pt x="978" y="1136"/>
                    <a:pt x="1102" y="987"/>
                  </a:cubicBezTo>
                  <a:cubicBezTo>
                    <a:pt x="1424" y="590"/>
                    <a:pt x="1135" y="1"/>
                    <a:pt x="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7">
              <a:extLst>
                <a:ext uri="{FF2B5EF4-FFF2-40B4-BE49-F238E27FC236}">
                  <a16:creationId xmlns:a16="http://schemas.microsoft.com/office/drawing/2014/main" id="{0248A833-1F43-DC57-7485-94B875A6C22A}"/>
                </a:ext>
              </a:extLst>
            </p:cNvPr>
            <p:cNvSpPr/>
            <p:nvPr/>
          </p:nvSpPr>
          <p:spPr>
            <a:xfrm>
              <a:off x="7054768" y="1864493"/>
              <a:ext cx="55810" cy="151839"/>
            </a:xfrm>
            <a:custGeom>
              <a:avLst/>
              <a:gdLst/>
              <a:ahLst/>
              <a:cxnLst/>
              <a:rect l="l" t="t" r="r" b="b"/>
              <a:pathLst>
                <a:path w="1142" h="3107" extrusionOk="0">
                  <a:moveTo>
                    <a:pt x="857" y="0"/>
                  </a:moveTo>
                  <a:cubicBezTo>
                    <a:pt x="797" y="0"/>
                    <a:pt x="737" y="46"/>
                    <a:pt x="748" y="127"/>
                  </a:cubicBezTo>
                  <a:lnTo>
                    <a:pt x="876" y="1042"/>
                  </a:lnTo>
                  <a:cubicBezTo>
                    <a:pt x="915" y="1356"/>
                    <a:pt x="758" y="1661"/>
                    <a:pt x="482" y="1819"/>
                  </a:cubicBezTo>
                  <a:lnTo>
                    <a:pt x="69" y="2045"/>
                  </a:lnTo>
                  <a:cubicBezTo>
                    <a:pt x="20" y="2064"/>
                    <a:pt x="0" y="2114"/>
                    <a:pt x="10" y="2163"/>
                  </a:cubicBezTo>
                  <a:lnTo>
                    <a:pt x="246" y="3028"/>
                  </a:lnTo>
                  <a:cubicBezTo>
                    <a:pt x="256" y="3077"/>
                    <a:pt x="295" y="3107"/>
                    <a:pt x="345" y="3107"/>
                  </a:cubicBezTo>
                  <a:cubicBezTo>
                    <a:pt x="413" y="3107"/>
                    <a:pt x="472" y="3038"/>
                    <a:pt x="453" y="2969"/>
                  </a:cubicBezTo>
                  <a:lnTo>
                    <a:pt x="246" y="2192"/>
                  </a:lnTo>
                  <a:lnTo>
                    <a:pt x="590" y="2005"/>
                  </a:lnTo>
                  <a:cubicBezTo>
                    <a:pt x="944" y="1809"/>
                    <a:pt x="1141" y="1415"/>
                    <a:pt x="1092" y="1012"/>
                  </a:cubicBezTo>
                  <a:lnTo>
                    <a:pt x="964" y="97"/>
                  </a:lnTo>
                  <a:cubicBezTo>
                    <a:pt x="955" y="31"/>
                    <a:pt x="906" y="0"/>
                    <a:pt x="8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7">
              <a:extLst>
                <a:ext uri="{FF2B5EF4-FFF2-40B4-BE49-F238E27FC236}">
                  <a16:creationId xmlns:a16="http://schemas.microsoft.com/office/drawing/2014/main" id="{C43E6DA4-56DE-F71F-9D45-CF88A3A99B37}"/>
                </a:ext>
              </a:extLst>
            </p:cNvPr>
            <p:cNvSpPr/>
            <p:nvPr/>
          </p:nvSpPr>
          <p:spPr>
            <a:xfrm>
              <a:off x="7084090" y="2017749"/>
              <a:ext cx="89481" cy="53415"/>
            </a:xfrm>
            <a:custGeom>
              <a:avLst/>
              <a:gdLst/>
              <a:ahLst/>
              <a:cxnLst/>
              <a:rect l="l" t="t" r="r" b="b"/>
              <a:pathLst>
                <a:path w="1831" h="1093" extrusionOk="0">
                  <a:moveTo>
                    <a:pt x="1708" y="1"/>
                  </a:moveTo>
                  <a:cubicBezTo>
                    <a:pt x="1658" y="1"/>
                    <a:pt x="1608" y="31"/>
                    <a:pt x="1603" y="99"/>
                  </a:cubicBezTo>
                  <a:cubicBezTo>
                    <a:pt x="1556" y="573"/>
                    <a:pt x="1158" y="879"/>
                    <a:pt x="742" y="879"/>
                  </a:cubicBezTo>
                  <a:cubicBezTo>
                    <a:pt x="554" y="879"/>
                    <a:pt x="362" y="817"/>
                    <a:pt x="197" y="679"/>
                  </a:cubicBezTo>
                  <a:cubicBezTo>
                    <a:pt x="176" y="663"/>
                    <a:pt x="152" y="655"/>
                    <a:pt x="129" y="655"/>
                  </a:cubicBezTo>
                  <a:cubicBezTo>
                    <a:pt x="95" y="655"/>
                    <a:pt x="62" y="670"/>
                    <a:pt x="40" y="699"/>
                  </a:cubicBezTo>
                  <a:cubicBezTo>
                    <a:pt x="0" y="738"/>
                    <a:pt x="10" y="807"/>
                    <a:pt x="59" y="846"/>
                  </a:cubicBezTo>
                  <a:cubicBezTo>
                    <a:pt x="256" y="1013"/>
                    <a:pt x="502" y="1092"/>
                    <a:pt x="748" y="1092"/>
                  </a:cubicBezTo>
                  <a:cubicBezTo>
                    <a:pt x="895" y="1092"/>
                    <a:pt x="1033" y="1072"/>
                    <a:pt x="1161" y="1013"/>
                  </a:cubicBezTo>
                  <a:cubicBezTo>
                    <a:pt x="1525" y="856"/>
                    <a:pt x="1780" y="522"/>
                    <a:pt x="1820" y="118"/>
                  </a:cubicBezTo>
                  <a:cubicBezTo>
                    <a:pt x="1830" y="44"/>
                    <a:pt x="1769" y="1"/>
                    <a:pt x="17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7">
              <a:extLst>
                <a:ext uri="{FF2B5EF4-FFF2-40B4-BE49-F238E27FC236}">
                  <a16:creationId xmlns:a16="http://schemas.microsoft.com/office/drawing/2014/main" id="{75D9E44A-2540-A100-29F4-185109C5F374}"/>
                </a:ext>
              </a:extLst>
            </p:cNvPr>
            <p:cNvSpPr/>
            <p:nvPr/>
          </p:nvSpPr>
          <p:spPr>
            <a:xfrm>
              <a:off x="7204702" y="1785763"/>
              <a:ext cx="110495" cy="66561"/>
            </a:xfrm>
            <a:custGeom>
              <a:avLst/>
              <a:gdLst/>
              <a:ahLst/>
              <a:cxnLst/>
              <a:rect l="l" t="t" r="r" b="b"/>
              <a:pathLst>
                <a:path w="2261" h="1362" extrusionOk="0">
                  <a:moveTo>
                    <a:pt x="868" y="1"/>
                  </a:moveTo>
                  <a:cubicBezTo>
                    <a:pt x="689" y="1"/>
                    <a:pt x="524" y="31"/>
                    <a:pt x="404" y="96"/>
                  </a:cubicBezTo>
                  <a:cubicBezTo>
                    <a:pt x="266" y="164"/>
                    <a:pt x="158" y="273"/>
                    <a:pt x="79" y="400"/>
                  </a:cubicBezTo>
                  <a:cubicBezTo>
                    <a:pt x="11" y="528"/>
                    <a:pt x="1" y="695"/>
                    <a:pt x="70" y="833"/>
                  </a:cubicBezTo>
                  <a:cubicBezTo>
                    <a:pt x="138" y="961"/>
                    <a:pt x="256" y="1059"/>
                    <a:pt x="394" y="1118"/>
                  </a:cubicBezTo>
                  <a:cubicBezTo>
                    <a:pt x="552" y="1197"/>
                    <a:pt x="709" y="1266"/>
                    <a:pt x="886" y="1315"/>
                  </a:cubicBezTo>
                  <a:cubicBezTo>
                    <a:pt x="984" y="1346"/>
                    <a:pt x="1103" y="1362"/>
                    <a:pt x="1228" y="1362"/>
                  </a:cubicBezTo>
                  <a:cubicBezTo>
                    <a:pt x="1704" y="1362"/>
                    <a:pt x="2260" y="1127"/>
                    <a:pt x="2027" y="558"/>
                  </a:cubicBezTo>
                  <a:cubicBezTo>
                    <a:pt x="1872" y="198"/>
                    <a:pt x="1323" y="1"/>
                    <a:pt x="868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7">
              <a:extLst>
                <a:ext uri="{FF2B5EF4-FFF2-40B4-BE49-F238E27FC236}">
                  <a16:creationId xmlns:a16="http://schemas.microsoft.com/office/drawing/2014/main" id="{7192A07D-5A78-DF85-8629-5E332683A119}"/>
                </a:ext>
              </a:extLst>
            </p:cNvPr>
            <p:cNvSpPr/>
            <p:nvPr/>
          </p:nvSpPr>
          <p:spPr>
            <a:xfrm>
              <a:off x="6955268" y="1800571"/>
              <a:ext cx="118754" cy="65339"/>
            </a:xfrm>
            <a:custGeom>
              <a:avLst/>
              <a:gdLst/>
              <a:ahLst/>
              <a:cxnLst/>
              <a:rect l="l" t="t" r="r" b="b"/>
              <a:pathLst>
                <a:path w="2430" h="1337" extrusionOk="0">
                  <a:moveTo>
                    <a:pt x="1200" y="1"/>
                  </a:moveTo>
                  <a:cubicBezTo>
                    <a:pt x="822" y="1"/>
                    <a:pt x="421" y="132"/>
                    <a:pt x="237" y="333"/>
                  </a:cubicBezTo>
                  <a:cubicBezTo>
                    <a:pt x="128" y="432"/>
                    <a:pt x="50" y="570"/>
                    <a:pt x="30" y="717"/>
                  </a:cubicBezTo>
                  <a:cubicBezTo>
                    <a:pt x="0" y="865"/>
                    <a:pt x="50" y="1022"/>
                    <a:pt x="148" y="1130"/>
                  </a:cubicBezTo>
                  <a:cubicBezTo>
                    <a:pt x="266" y="1228"/>
                    <a:pt x="404" y="1287"/>
                    <a:pt x="551" y="1297"/>
                  </a:cubicBezTo>
                  <a:cubicBezTo>
                    <a:pt x="728" y="1327"/>
                    <a:pt x="895" y="1337"/>
                    <a:pt x="1072" y="1337"/>
                  </a:cubicBezTo>
                  <a:cubicBezTo>
                    <a:pt x="1564" y="1327"/>
                    <a:pt x="2430" y="845"/>
                    <a:pt x="1918" y="255"/>
                  </a:cubicBezTo>
                  <a:cubicBezTo>
                    <a:pt x="1761" y="77"/>
                    <a:pt x="1487" y="1"/>
                    <a:pt x="1200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7">
              <a:extLst>
                <a:ext uri="{FF2B5EF4-FFF2-40B4-BE49-F238E27FC236}">
                  <a16:creationId xmlns:a16="http://schemas.microsoft.com/office/drawing/2014/main" id="{703F02A4-C96D-E5D6-247F-4BE6E86906DF}"/>
                </a:ext>
              </a:extLst>
            </p:cNvPr>
            <p:cNvSpPr/>
            <p:nvPr/>
          </p:nvSpPr>
          <p:spPr>
            <a:xfrm>
              <a:off x="7435907" y="1927389"/>
              <a:ext cx="238437" cy="218693"/>
            </a:xfrm>
            <a:custGeom>
              <a:avLst/>
              <a:gdLst/>
              <a:ahLst/>
              <a:cxnLst/>
              <a:rect l="l" t="t" r="r" b="b"/>
              <a:pathLst>
                <a:path w="4879" h="4475" extrusionOk="0">
                  <a:moveTo>
                    <a:pt x="2442" y="1"/>
                  </a:moveTo>
                  <a:cubicBezTo>
                    <a:pt x="2288" y="1"/>
                    <a:pt x="2133" y="16"/>
                    <a:pt x="1977" y="50"/>
                  </a:cubicBezTo>
                  <a:cubicBezTo>
                    <a:pt x="767" y="305"/>
                    <a:pt x="0" y="1495"/>
                    <a:pt x="256" y="2705"/>
                  </a:cubicBezTo>
                  <a:cubicBezTo>
                    <a:pt x="479" y="3750"/>
                    <a:pt x="1411" y="4475"/>
                    <a:pt x="2441" y="4475"/>
                  </a:cubicBezTo>
                  <a:cubicBezTo>
                    <a:pt x="2593" y="4475"/>
                    <a:pt x="2747" y="4459"/>
                    <a:pt x="2902" y="4426"/>
                  </a:cubicBezTo>
                  <a:cubicBezTo>
                    <a:pt x="4111" y="4161"/>
                    <a:pt x="4878" y="2980"/>
                    <a:pt x="4623" y="1771"/>
                  </a:cubicBezTo>
                  <a:cubicBezTo>
                    <a:pt x="4400" y="718"/>
                    <a:pt x="3470" y="1"/>
                    <a:pt x="2442" y="1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7">
              <a:extLst>
                <a:ext uri="{FF2B5EF4-FFF2-40B4-BE49-F238E27FC236}">
                  <a16:creationId xmlns:a16="http://schemas.microsoft.com/office/drawing/2014/main" id="{3376294C-2D4B-DF45-3304-E6B7F770BFED}"/>
                </a:ext>
              </a:extLst>
            </p:cNvPr>
            <p:cNvSpPr/>
            <p:nvPr/>
          </p:nvSpPr>
          <p:spPr>
            <a:xfrm>
              <a:off x="7512779" y="1961011"/>
              <a:ext cx="99548" cy="144264"/>
            </a:xfrm>
            <a:custGeom>
              <a:avLst/>
              <a:gdLst/>
              <a:ahLst/>
              <a:cxnLst/>
              <a:rect l="l" t="t" r="r" b="b"/>
              <a:pathLst>
                <a:path w="2037" h="2952" extrusionOk="0">
                  <a:moveTo>
                    <a:pt x="1722" y="0"/>
                  </a:moveTo>
                  <a:cubicBezTo>
                    <a:pt x="1706" y="0"/>
                    <a:pt x="1690" y="4"/>
                    <a:pt x="1673" y="11"/>
                  </a:cubicBezTo>
                  <a:cubicBezTo>
                    <a:pt x="620" y="552"/>
                    <a:pt x="1" y="1663"/>
                    <a:pt x="89" y="2843"/>
                  </a:cubicBezTo>
                  <a:cubicBezTo>
                    <a:pt x="99" y="2902"/>
                    <a:pt x="148" y="2942"/>
                    <a:pt x="207" y="2951"/>
                  </a:cubicBezTo>
                  <a:lnTo>
                    <a:pt x="227" y="2951"/>
                  </a:lnTo>
                  <a:cubicBezTo>
                    <a:pt x="286" y="2942"/>
                    <a:pt x="335" y="2882"/>
                    <a:pt x="335" y="2823"/>
                  </a:cubicBezTo>
                  <a:cubicBezTo>
                    <a:pt x="335" y="2676"/>
                    <a:pt x="384" y="2528"/>
                    <a:pt x="483" y="2410"/>
                  </a:cubicBezTo>
                  <a:cubicBezTo>
                    <a:pt x="650" y="2174"/>
                    <a:pt x="856" y="1978"/>
                    <a:pt x="1102" y="1820"/>
                  </a:cubicBezTo>
                  <a:cubicBezTo>
                    <a:pt x="1306" y="1688"/>
                    <a:pt x="1549" y="1611"/>
                    <a:pt x="1795" y="1611"/>
                  </a:cubicBezTo>
                  <a:cubicBezTo>
                    <a:pt x="1823" y="1611"/>
                    <a:pt x="1851" y="1612"/>
                    <a:pt x="1879" y="1614"/>
                  </a:cubicBezTo>
                  <a:cubicBezTo>
                    <a:pt x="2027" y="1614"/>
                    <a:pt x="2037" y="1397"/>
                    <a:pt x="1899" y="1378"/>
                  </a:cubicBezTo>
                  <a:cubicBezTo>
                    <a:pt x="1869" y="1376"/>
                    <a:pt x="1839" y="1375"/>
                    <a:pt x="1810" y="1375"/>
                  </a:cubicBezTo>
                  <a:cubicBezTo>
                    <a:pt x="1515" y="1375"/>
                    <a:pt x="1225" y="1463"/>
                    <a:pt x="975" y="1624"/>
                  </a:cubicBezTo>
                  <a:cubicBezTo>
                    <a:pt x="729" y="1781"/>
                    <a:pt x="512" y="1988"/>
                    <a:pt x="335" y="2224"/>
                  </a:cubicBezTo>
                  <a:cubicBezTo>
                    <a:pt x="463" y="1368"/>
                    <a:pt x="1004" y="621"/>
                    <a:pt x="1781" y="227"/>
                  </a:cubicBezTo>
                  <a:cubicBezTo>
                    <a:pt x="1902" y="167"/>
                    <a:pt x="1833" y="0"/>
                    <a:pt x="17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7">
              <a:extLst>
                <a:ext uri="{FF2B5EF4-FFF2-40B4-BE49-F238E27FC236}">
                  <a16:creationId xmlns:a16="http://schemas.microsoft.com/office/drawing/2014/main" id="{7D16B54C-4A9D-6068-3577-119C1A8D277A}"/>
                </a:ext>
              </a:extLst>
            </p:cNvPr>
            <p:cNvSpPr/>
            <p:nvPr/>
          </p:nvSpPr>
          <p:spPr>
            <a:xfrm>
              <a:off x="6899996" y="1438102"/>
              <a:ext cx="717167" cy="234723"/>
            </a:xfrm>
            <a:custGeom>
              <a:avLst/>
              <a:gdLst/>
              <a:ahLst/>
              <a:cxnLst/>
              <a:rect l="l" t="t" r="r" b="b"/>
              <a:pathLst>
                <a:path w="14675" h="4803" extrusionOk="0">
                  <a:moveTo>
                    <a:pt x="6039" y="1"/>
                  </a:moveTo>
                  <a:cubicBezTo>
                    <a:pt x="4111" y="1"/>
                    <a:pt x="2184" y="45"/>
                    <a:pt x="286" y="99"/>
                  </a:cubicBezTo>
                  <a:cubicBezTo>
                    <a:pt x="0" y="679"/>
                    <a:pt x="276" y="1437"/>
                    <a:pt x="797" y="1830"/>
                  </a:cubicBezTo>
                  <a:cubicBezTo>
                    <a:pt x="1249" y="2180"/>
                    <a:pt x="1828" y="2300"/>
                    <a:pt x="2397" y="2300"/>
                  </a:cubicBezTo>
                  <a:cubicBezTo>
                    <a:pt x="2484" y="2300"/>
                    <a:pt x="2570" y="2297"/>
                    <a:pt x="2656" y="2292"/>
                  </a:cubicBezTo>
                  <a:cubicBezTo>
                    <a:pt x="3536" y="3793"/>
                    <a:pt x="5232" y="4802"/>
                    <a:pt x="6957" y="4802"/>
                  </a:cubicBezTo>
                  <a:cubicBezTo>
                    <a:pt x="7198" y="4802"/>
                    <a:pt x="7441" y="4782"/>
                    <a:pt x="7681" y="4741"/>
                  </a:cubicBezTo>
                  <a:cubicBezTo>
                    <a:pt x="8478" y="4603"/>
                    <a:pt x="9216" y="4249"/>
                    <a:pt x="9953" y="3905"/>
                  </a:cubicBezTo>
                  <a:cubicBezTo>
                    <a:pt x="9970" y="3888"/>
                    <a:pt x="9994" y="3871"/>
                    <a:pt x="10001" y="3855"/>
                  </a:cubicBezTo>
                  <a:lnTo>
                    <a:pt x="10001" y="3855"/>
                  </a:lnTo>
                  <a:lnTo>
                    <a:pt x="10553" y="3836"/>
                  </a:lnTo>
                  <a:cubicBezTo>
                    <a:pt x="11065" y="3866"/>
                    <a:pt x="11556" y="4121"/>
                    <a:pt x="12078" y="4131"/>
                  </a:cubicBezTo>
                  <a:cubicBezTo>
                    <a:pt x="12343" y="4131"/>
                    <a:pt x="12599" y="4082"/>
                    <a:pt x="12855" y="4003"/>
                  </a:cubicBezTo>
                  <a:cubicBezTo>
                    <a:pt x="13238" y="3895"/>
                    <a:pt x="13622" y="3748"/>
                    <a:pt x="13986" y="3581"/>
                  </a:cubicBezTo>
                  <a:cubicBezTo>
                    <a:pt x="14271" y="3443"/>
                    <a:pt x="14654" y="3276"/>
                    <a:pt x="14654" y="2961"/>
                  </a:cubicBezTo>
                  <a:cubicBezTo>
                    <a:pt x="14674" y="2125"/>
                    <a:pt x="14448" y="1220"/>
                    <a:pt x="13789" y="699"/>
                  </a:cubicBezTo>
                  <a:cubicBezTo>
                    <a:pt x="13238" y="276"/>
                    <a:pt x="12491" y="207"/>
                    <a:pt x="11792" y="168"/>
                  </a:cubicBezTo>
                  <a:cubicBezTo>
                    <a:pt x="9894" y="45"/>
                    <a:pt x="7967" y="1"/>
                    <a:pt x="6039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7">
              <a:extLst>
                <a:ext uri="{FF2B5EF4-FFF2-40B4-BE49-F238E27FC236}">
                  <a16:creationId xmlns:a16="http://schemas.microsoft.com/office/drawing/2014/main" id="{97C6F47B-8FAF-A377-9B99-8D1670DB4C9D}"/>
                </a:ext>
              </a:extLst>
            </p:cNvPr>
            <p:cNvSpPr/>
            <p:nvPr/>
          </p:nvSpPr>
          <p:spPr>
            <a:xfrm>
              <a:off x="6254519" y="2283553"/>
              <a:ext cx="1638025" cy="1513504"/>
            </a:xfrm>
            <a:custGeom>
              <a:avLst/>
              <a:gdLst/>
              <a:ahLst/>
              <a:cxnLst/>
              <a:rect l="l" t="t" r="r" b="b"/>
              <a:pathLst>
                <a:path w="33518" h="30970" extrusionOk="0">
                  <a:moveTo>
                    <a:pt x="26505" y="0"/>
                  </a:moveTo>
                  <a:lnTo>
                    <a:pt x="17939" y="915"/>
                  </a:lnTo>
                  <a:lnTo>
                    <a:pt x="17260" y="2783"/>
                  </a:lnTo>
                  <a:cubicBezTo>
                    <a:pt x="17260" y="2783"/>
                    <a:pt x="12304" y="2960"/>
                    <a:pt x="10160" y="3737"/>
                  </a:cubicBezTo>
                  <a:cubicBezTo>
                    <a:pt x="8016" y="4514"/>
                    <a:pt x="3639" y="20682"/>
                    <a:pt x="3639" y="20682"/>
                  </a:cubicBezTo>
                  <a:lnTo>
                    <a:pt x="0" y="30970"/>
                  </a:lnTo>
                  <a:lnTo>
                    <a:pt x="22906" y="30970"/>
                  </a:lnTo>
                  <a:lnTo>
                    <a:pt x="25777" y="21184"/>
                  </a:lnTo>
                  <a:cubicBezTo>
                    <a:pt x="25777" y="21184"/>
                    <a:pt x="30596" y="17171"/>
                    <a:pt x="32062" y="11428"/>
                  </a:cubicBezTo>
                  <a:cubicBezTo>
                    <a:pt x="33517" y="5694"/>
                    <a:pt x="26731" y="1515"/>
                    <a:pt x="26731" y="1515"/>
                  </a:cubicBezTo>
                  <a:lnTo>
                    <a:pt x="265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7">
              <a:extLst>
                <a:ext uri="{FF2B5EF4-FFF2-40B4-BE49-F238E27FC236}">
                  <a16:creationId xmlns:a16="http://schemas.microsoft.com/office/drawing/2014/main" id="{B1859DE0-3A0F-32FF-3656-BB5BF8EB67FB}"/>
                </a:ext>
              </a:extLst>
            </p:cNvPr>
            <p:cNvSpPr/>
            <p:nvPr/>
          </p:nvSpPr>
          <p:spPr>
            <a:xfrm>
              <a:off x="5891658" y="2466181"/>
              <a:ext cx="1083839" cy="916117"/>
            </a:xfrm>
            <a:custGeom>
              <a:avLst/>
              <a:gdLst/>
              <a:ahLst/>
              <a:cxnLst/>
              <a:rect l="l" t="t" r="r" b="b"/>
              <a:pathLst>
                <a:path w="22178" h="18746" extrusionOk="0">
                  <a:moveTo>
                    <a:pt x="17575" y="0"/>
                  </a:moveTo>
                  <a:lnTo>
                    <a:pt x="8743" y="6786"/>
                  </a:lnTo>
                  <a:lnTo>
                    <a:pt x="8832" y="4957"/>
                  </a:lnTo>
                  <a:lnTo>
                    <a:pt x="2547" y="4455"/>
                  </a:lnTo>
                  <a:lnTo>
                    <a:pt x="2233" y="7288"/>
                  </a:lnTo>
                  <a:cubicBezTo>
                    <a:pt x="2233" y="7288"/>
                    <a:pt x="0" y="9019"/>
                    <a:pt x="413" y="12618"/>
                  </a:cubicBezTo>
                  <a:cubicBezTo>
                    <a:pt x="775" y="15848"/>
                    <a:pt x="2095" y="18745"/>
                    <a:pt x="5659" y="18745"/>
                  </a:cubicBezTo>
                  <a:cubicBezTo>
                    <a:pt x="6067" y="18745"/>
                    <a:pt x="6504" y="18707"/>
                    <a:pt x="6973" y="18627"/>
                  </a:cubicBezTo>
                  <a:cubicBezTo>
                    <a:pt x="11526" y="17850"/>
                    <a:pt x="17899" y="12933"/>
                    <a:pt x="17899" y="12933"/>
                  </a:cubicBezTo>
                  <a:lnTo>
                    <a:pt x="22178" y="7199"/>
                  </a:lnTo>
                  <a:lnTo>
                    <a:pt x="175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7">
              <a:extLst>
                <a:ext uri="{FF2B5EF4-FFF2-40B4-BE49-F238E27FC236}">
                  <a16:creationId xmlns:a16="http://schemas.microsoft.com/office/drawing/2014/main" id="{B0E29832-ECD2-1D8C-F2B7-8BE0BCB911EF}"/>
                </a:ext>
              </a:extLst>
            </p:cNvPr>
            <p:cNvSpPr/>
            <p:nvPr/>
          </p:nvSpPr>
          <p:spPr>
            <a:xfrm>
              <a:off x="6784174" y="2599889"/>
              <a:ext cx="72034" cy="254173"/>
            </a:xfrm>
            <a:custGeom>
              <a:avLst/>
              <a:gdLst/>
              <a:ahLst/>
              <a:cxnLst/>
              <a:rect l="l" t="t" r="r" b="b"/>
              <a:pathLst>
                <a:path w="1474" h="5201" extrusionOk="0">
                  <a:moveTo>
                    <a:pt x="1344" y="1"/>
                  </a:moveTo>
                  <a:cubicBezTo>
                    <a:pt x="1300" y="1"/>
                    <a:pt x="1256" y="26"/>
                    <a:pt x="1239" y="87"/>
                  </a:cubicBezTo>
                  <a:lnTo>
                    <a:pt x="10" y="5073"/>
                  </a:lnTo>
                  <a:cubicBezTo>
                    <a:pt x="0" y="5132"/>
                    <a:pt x="30" y="5191"/>
                    <a:pt x="89" y="5201"/>
                  </a:cubicBezTo>
                  <a:lnTo>
                    <a:pt x="118" y="5201"/>
                  </a:lnTo>
                  <a:cubicBezTo>
                    <a:pt x="167" y="5201"/>
                    <a:pt x="207" y="5171"/>
                    <a:pt x="227" y="5122"/>
                  </a:cubicBezTo>
                  <a:lnTo>
                    <a:pt x="1456" y="136"/>
                  </a:lnTo>
                  <a:cubicBezTo>
                    <a:pt x="1473" y="55"/>
                    <a:pt x="1408" y="1"/>
                    <a:pt x="13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7">
              <a:extLst>
                <a:ext uri="{FF2B5EF4-FFF2-40B4-BE49-F238E27FC236}">
                  <a16:creationId xmlns:a16="http://schemas.microsoft.com/office/drawing/2014/main" id="{43E6AE9C-3196-FACE-B6CD-31EA5C4143E9}"/>
                </a:ext>
              </a:extLst>
            </p:cNvPr>
            <p:cNvSpPr/>
            <p:nvPr/>
          </p:nvSpPr>
          <p:spPr>
            <a:xfrm>
              <a:off x="6028641" y="1237686"/>
              <a:ext cx="882446" cy="454344"/>
            </a:xfrm>
            <a:custGeom>
              <a:avLst/>
              <a:gdLst/>
              <a:ahLst/>
              <a:cxnLst/>
              <a:rect l="l" t="t" r="r" b="b"/>
              <a:pathLst>
                <a:path w="18057" h="9297" extrusionOk="0">
                  <a:moveTo>
                    <a:pt x="2529" y="1"/>
                  </a:moveTo>
                  <a:cubicBezTo>
                    <a:pt x="1131" y="1"/>
                    <a:pt x="0" y="1098"/>
                    <a:pt x="59" y="2430"/>
                  </a:cubicBezTo>
                  <a:lnTo>
                    <a:pt x="266" y="7062"/>
                  </a:lnTo>
                  <a:cubicBezTo>
                    <a:pt x="323" y="8310"/>
                    <a:pt x="1412" y="9296"/>
                    <a:pt x="2727" y="9296"/>
                  </a:cubicBezTo>
                  <a:cubicBezTo>
                    <a:pt x="2759" y="9296"/>
                    <a:pt x="2791" y="9296"/>
                    <a:pt x="2823" y="9294"/>
                  </a:cubicBezTo>
                  <a:lnTo>
                    <a:pt x="15372" y="8881"/>
                  </a:lnTo>
                  <a:cubicBezTo>
                    <a:pt x="16660" y="8832"/>
                    <a:pt x="17693" y="7878"/>
                    <a:pt x="17762" y="6669"/>
                  </a:cubicBezTo>
                  <a:lnTo>
                    <a:pt x="17978" y="2538"/>
                  </a:lnTo>
                  <a:cubicBezTo>
                    <a:pt x="18057" y="1220"/>
                    <a:pt x="16936" y="99"/>
                    <a:pt x="15519" y="89"/>
                  </a:cubicBezTo>
                  <a:lnTo>
                    <a:pt x="2547" y="1"/>
                  </a:lnTo>
                  <a:cubicBezTo>
                    <a:pt x="2541" y="1"/>
                    <a:pt x="2535" y="1"/>
                    <a:pt x="25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7">
              <a:extLst>
                <a:ext uri="{FF2B5EF4-FFF2-40B4-BE49-F238E27FC236}">
                  <a16:creationId xmlns:a16="http://schemas.microsoft.com/office/drawing/2014/main" id="{EC3CF781-4F8A-AB80-2F24-2F585CA004AB}"/>
                </a:ext>
              </a:extLst>
            </p:cNvPr>
            <p:cNvSpPr/>
            <p:nvPr/>
          </p:nvSpPr>
          <p:spPr>
            <a:xfrm>
              <a:off x="6095446" y="1237686"/>
              <a:ext cx="882446" cy="454344"/>
            </a:xfrm>
            <a:custGeom>
              <a:avLst/>
              <a:gdLst/>
              <a:ahLst/>
              <a:cxnLst/>
              <a:rect l="l" t="t" r="r" b="b"/>
              <a:pathLst>
                <a:path w="18057" h="9297" extrusionOk="0">
                  <a:moveTo>
                    <a:pt x="2528" y="1"/>
                  </a:moveTo>
                  <a:cubicBezTo>
                    <a:pt x="1121" y="1"/>
                    <a:pt x="0" y="1098"/>
                    <a:pt x="59" y="2430"/>
                  </a:cubicBezTo>
                  <a:lnTo>
                    <a:pt x="266" y="7062"/>
                  </a:lnTo>
                  <a:cubicBezTo>
                    <a:pt x="323" y="8310"/>
                    <a:pt x="1412" y="9296"/>
                    <a:pt x="2727" y="9296"/>
                  </a:cubicBezTo>
                  <a:cubicBezTo>
                    <a:pt x="2759" y="9296"/>
                    <a:pt x="2791" y="9296"/>
                    <a:pt x="2823" y="9294"/>
                  </a:cubicBezTo>
                  <a:lnTo>
                    <a:pt x="15372" y="8881"/>
                  </a:lnTo>
                  <a:cubicBezTo>
                    <a:pt x="16660" y="8832"/>
                    <a:pt x="17693" y="7878"/>
                    <a:pt x="17762" y="6669"/>
                  </a:cubicBezTo>
                  <a:lnTo>
                    <a:pt x="17978" y="2538"/>
                  </a:lnTo>
                  <a:cubicBezTo>
                    <a:pt x="18057" y="1220"/>
                    <a:pt x="16936" y="99"/>
                    <a:pt x="15529" y="89"/>
                  </a:cubicBezTo>
                  <a:lnTo>
                    <a:pt x="2547" y="1"/>
                  </a:lnTo>
                  <a:cubicBezTo>
                    <a:pt x="2541" y="1"/>
                    <a:pt x="2535" y="1"/>
                    <a:pt x="25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7">
              <a:extLst>
                <a:ext uri="{FF2B5EF4-FFF2-40B4-BE49-F238E27FC236}">
                  <a16:creationId xmlns:a16="http://schemas.microsoft.com/office/drawing/2014/main" id="{E0206486-3137-E0B1-FF99-3D14DE4C6CE3}"/>
                </a:ext>
              </a:extLst>
            </p:cNvPr>
            <p:cNvSpPr/>
            <p:nvPr/>
          </p:nvSpPr>
          <p:spPr>
            <a:xfrm>
              <a:off x="6215569" y="1349207"/>
              <a:ext cx="246598" cy="246598"/>
            </a:xfrm>
            <a:custGeom>
              <a:avLst/>
              <a:gdLst/>
              <a:ahLst/>
              <a:cxnLst/>
              <a:rect l="l" t="t" r="r" b="b"/>
              <a:pathLst>
                <a:path w="5046" h="5046" fill="none" extrusionOk="0">
                  <a:moveTo>
                    <a:pt x="2902" y="207"/>
                  </a:moveTo>
                  <a:cubicBezTo>
                    <a:pt x="4181" y="413"/>
                    <a:pt x="5046" y="1613"/>
                    <a:pt x="4839" y="2892"/>
                  </a:cubicBezTo>
                  <a:cubicBezTo>
                    <a:pt x="4633" y="4170"/>
                    <a:pt x="3433" y="5046"/>
                    <a:pt x="2155" y="4839"/>
                  </a:cubicBezTo>
                  <a:cubicBezTo>
                    <a:pt x="876" y="4632"/>
                    <a:pt x="1" y="3433"/>
                    <a:pt x="207" y="2144"/>
                  </a:cubicBezTo>
                  <a:cubicBezTo>
                    <a:pt x="414" y="866"/>
                    <a:pt x="1623" y="0"/>
                    <a:pt x="2902" y="207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7">
              <a:extLst>
                <a:ext uri="{FF2B5EF4-FFF2-40B4-BE49-F238E27FC236}">
                  <a16:creationId xmlns:a16="http://schemas.microsoft.com/office/drawing/2014/main" id="{08998299-187B-8593-785F-1909A90C3C2C}"/>
                </a:ext>
              </a:extLst>
            </p:cNvPr>
            <p:cNvSpPr/>
            <p:nvPr/>
          </p:nvSpPr>
          <p:spPr>
            <a:xfrm>
              <a:off x="6613079" y="1341486"/>
              <a:ext cx="261992" cy="261552"/>
            </a:xfrm>
            <a:custGeom>
              <a:avLst/>
              <a:gdLst/>
              <a:ahLst/>
              <a:cxnLst/>
              <a:rect l="l" t="t" r="r" b="b"/>
              <a:pathLst>
                <a:path w="5361" h="5352" fill="none" extrusionOk="0">
                  <a:moveTo>
                    <a:pt x="3855" y="650"/>
                  </a:moveTo>
                  <a:cubicBezTo>
                    <a:pt x="4977" y="1299"/>
                    <a:pt x="5360" y="2735"/>
                    <a:pt x="4711" y="3856"/>
                  </a:cubicBezTo>
                  <a:cubicBezTo>
                    <a:pt x="4052" y="4977"/>
                    <a:pt x="2616" y="5351"/>
                    <a:pt x="1505" y="4702"/>
                  </a:cubicBezTo>
                  <a:cubicBezTo>
                    <a:pt x="384" y="4053"/>
                    <a:pt x="0" y="2617"/>
                    <a:pt x="649" y="1496"/>
                  </a:cubicBezTo>
                  <a:cubicBezTo>
                    <a:pt x="1308" y="375"/>
                    <a:pt x="2744" y="1"/>
                    <a:pt x="3855" y="65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7">
              <a:extLst>
                <a:ext uri="{FF2B5EF4-FFF2-40B4-BE49-F238E27FC236}">
                  <a16:creationId xmlns:a16="http://schemas.microsoft.com/office/drawing/2014/main" id="{E5D6D12E-2F09-0BF6-E26B-055EDE07BC0A}"/>
                </a:ext>
              </a:extLst>
            </p:cNvPr>
            <p:cNvSpPr/>
            <p:nvPr/>
          </p:nvSpPr>
          <p:spPr>
            <a:xfrm>
              <a:off x="6821169" y="1897089"/>
              <a:ext cx="141821" cy="82737"/>
            </a:xfrm>
            <a:custGeom>
              <a:avLst/>
              <a:gdLst/>
              <a:ahLst/>
              <a:cxnLst/>
              <a:rect l="l" t="t" r="r" b="b"/>
              <a:pathLst>
                <a:path w="2902" h="1693" extrusionOk="0">
                  <a:moveTo>
                    <a:pt x="1" y="1"/>
                  </a:moveTo>
                  <a:lnTo>
                    <a:pt x="1" y="1692"/>
                  </a:lnTo>
                  <a:lnTo>
                    <a:pt x="2902" y="169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7">
              <a:extLst>
                <a:ext uri="{FF2B5EF4-FFF2-40B4-BE49-F238E27FC236}">
                  <a16:creationId xmlns:a16="http://schemas.microsoft.com/office/drawing/2014/main" id="{963AF857-AD83-108D-6337-52BA5945E611}"/>
                </a:ext>
              </a:extLst>
            </p:cNvPr>
            <p:cNvSpPr/>
            <p:nvPr/>
          </p:nvSpPr>
          <p:spPr>
            <a:xfrm>
              <a:off x="6908157" y="1847144"/>
              <a:ext cx="57276" cy="175443"/>
            </a:xfrm>
            <a:custGeom>
              <a:avLst/>
              <a:gdLst/>
              <a:ahLst/>
              <a:cxnLst/>
              <a:rect l="l" t="t" r="r" b="b"/>
              <a:pathLst>
                <a:path w="1172" h="3590" extrusionOk="0">
                  <a:moveTo>
                    <a:pt x="1171" y="0"/>
                  </a:moveTo>
                  <a:lnTo>
                    <a:pt x="1" y="1938"/>
                  </a:lnTo>
                  <a:lnTo>
                    <a:pt x="1171" y="3590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7">
              <a:extLst>
                <a:ext uri="{FF2B5EF4-FFF2-40B4-BE49-F238E27FC236}">
                  <a16:creationId xmlns:a16="http://schemas.microsoft.com/office/drawing/2014/main" id="{72809E17-E245-84D3-07A5-C89262CD2ED5}"/>
                </a:ext>
              </a:extLst>
            </p:cNvPr>
            <p:cNvSpPr/>
            <p:nvPr/>
          </p:nvSpPr>
          <p:spPr>
            <a:xfrm>
              <a:off x="5986808" y="1694278"/>
              <a:ext cx="869006" cy="589177"/>
            </a:xfrm>
            <a:custGeom>
              <a:avLst/>
              <a:gdLst/>
              <a:ahLst/>
              <a:cxnLst/>
              <a:rect l="l" t="t" r="r" b="b"/>
              <a:pathLst>
                <a:path w="17782" h="12056" extrusionOk="0">
                  <a:moveTo>
                    <a:pt x="16582" y="1"/>
                  </a:moveTo>
                  <a:lnTo>
                    <a:pt x="8488" y="69"/>
                  </a:lnTo>
                  <a:lnTo>
                    <a:pt x="8232" y="69"/>
                  </a:lnTo>
                  <a:lnTo>
                    <a:pt x="6796" y="79"/>
                  </a:lnTo>
                  <a:lnTo>
                    <a:pt x="6531" y="79"/>
                  </a:lnTo>
                  <a:lnTo>
                    <a:pt x="3128" y="109"/>
                  </a:lnTo>
                  <a:cubicBezTo>
                    <a:pt x="3000" y="109"/>
                    <a:pt x="2872" y="119"/>
                    <a:pt x="2744" y="148"/>
                  </a:cubicBezTo>
                  <a:cubicBezTo>
                    <a:pt x="1662" y="315"/>
                    <a:pt x="1131" y="1181"/>
                    <a:pt x="836" y="2341"/>
                  </a:cubicBezTo>
                  <a:lnTo>
                    <a:pt x="836" y="2371"/>
                  </a:lnTo>
                  <a:cubicBezTo>
                    <a:pt x="374" y="4239"/>
                    <a:pt x="0" y="7032"/>
                    <a:pt x="836" y="9796"/>
                  </a:cubicBezTo>
                  <a:cubicBezTo>
                    <a:pt x="856" y="9855"/>
                    <a:pt x="876" y="9924"/>
                    <a:pt x="895" y="9993"/>
                  </a:cubicBezTo>
                  <a:cubicBezTo>
                    <a:pt x="1092" y="10602"/>
                    <a:pt x="1299" y="11124"/>
                    <a:pt x="1594" y="11478"/>
                  </a:cubicBezTo>
                  <a:cubicBezTo>
                    <a:pt x="1603" y="11488"/>
                    <a:pt x="1603" y="11488"/>
                    <a:pt x="1613" y="11497"/>
                  </a:cubicBezTo>
                  <a:cubicBezTo>
                    <a:pt x="1731" y="11645"/>
                    <a:pt x="1889" y="11773"/>
                    <a:pt x="2056" y="11871"/>
                  </a:cubicBezTo>
                  <a:cubicBezTo>
                    <a:pt x="2076" y="11881"/>
                    <a:pt x="2105" y="11891"/>
                    <a:pt x="2125" y="11901"/>
                  </a:cubicBezTo>
                  <a:lnTo>
                    <a:pt x="2135" y="11901"/>
                  </a:lnTo>
                  <a:cubicBezTo>
                    <a:pt x="2331" y="11989"/>
                    <a:pt x="2548" y="12038"/>
                    <a:pt x="2774" y="12048"/>
                  </a:cubicBezTo>
                  <a:cubicBezTo>
                    <a:pt x="2823" y="12053"/>
                    <a:pt x="2872" y="12056"/>
                    <a:pt x="2920" y="12056"/>
                  </a:cubicBezTo>
                  <a:cubicBezTo>
                    <a:pt x="2968" y="12056"/>
                    <a:pt x="3015" y="12053"/>
                    <a:pt x="3059" y="12048"/>
                  </a:cubicBezTo>
                  <a:lnTo>
                    <a:pt x="7426" y="11832"/>
                  </a:lnTo>
                  <a:lnTo>
                    <a:pt x="7652" y="11822"/>
                  </a:lnTo>
                  <a:lnTo>
                    <a:pt x="9147" y="11743"/>
                  </a:lnTo>
                  <a:lnTo>
                    <a:pt x="9383" y="11733"/>
                  </a:lnTo>
                  <a:lnTo>
                    <a:pt x="16680" y="11379"/>
                  </a:lnTo>
                  <a:cubicBezTo>
                    <a:pt x="16680" y="11379"/>
                    <a:pt x="17782" y="9678"/>
                    <a:pt x="17693" y="5852"/>
                  </a:cubicBezTo>
                  <a:cubicBezTo>
                    <a:pt x="17683" y="5715"/>
                    <a:pt x="17683" y="5567"/>
                    <a:pt x="17674" y="5420"/>
                  </a:cubicBezTo>
                  <a:cubicBezTo>
                    <a:pt x="17654" y="4967"/>
                    <a:pt x="17624" y="4544"/>
                    <a:pt x="17595" y="4161"/>
                  </a:cubicBezTo>
                  <a:cubicBezTo>
                    <a:pt x="17310" y="1014"/>
                    <a:pt x="16582" y="1"/>
                    <a:pt x="16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7">
              <a:extLst>
                <a:ext uri="{FF2B5EF4-FFF2-40B4-BE49-F238E27FC236}">
                  <a16:creationId xmlns:a16="http://schemas.microsoft.com/office/drawing/2014/main" id="{44E7492C-0370-5FF7-0347-BAC7F08A1BCE}"/>
                </a:ext>
              </a:extLst>
            </p:cNvPr>
            <p:cNvSpPr/>
            <p:nvPr/>
          </p:nvSpPr>
          <p:spPr>
            <a:xfrm>
              <a:off x="5991108" y="1701023"/>
              <a:ext cx="256225" cy="582091"/>
            </a:xfrm>
            <a:custGeom>
              <a:avLst/>
              <a:gdLst/>
              <a:ahLst/>
              <a:cxnLst/>
              <a:rect l="l" t="t" r="r" b="b"/>
              <a:pathLst>
                <a:path w="5243" h="11911" extrusionOk="0">
                  <a:moveTo>
                    <a:pt x="2627" y="0"/>
                  </a:moveTo>
                  <a:cubicBezTo>
                    <a:pt x="1171" y="0"/>
                    <a:pt x="1" y="2666"/>
                    <a:pt x="1" y="5950"/>
                  </a:cubicBezTo>
                  <a:cubicBezTo>
                    <a:pt x="1" y="9245"/>
                    <a:pt x="1171" y="11910"/>
                    <a:pt x="2627" y="11910"/>
                  </a:cubicBezTo>
                  <a:cubicBezTo>
                    <a:pt x="4072" y="11910"/>
                    <a:pt x="5243" y="9245"/>
                    <a:pt x="5243" y="5950"/>
                  </a:cubicBezTo>
                  <a:cubicBezTo>
                    <a:pt x="5243" y="2666"/>
                    <a:pt x="4072" y="0"/>
                    <a:pt x="26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7">
              <a:extLst>
                <a:ext uri="{FF2B5EF4-FFF2-40B4-BE49-F238E27FC236}">
                  <a16:creationId xmlns:a16="http://schemas.microsoft.com/office/drawing/2014/main" id="{B881CE8A-61CA-5EC1-F3F7-55DA0C65429D}"/>
                </a:ext>
              </a:extLst>
            </p:cNvPr>
            <p:cNvSpPr/>
            <p:nvPr/>
          </p:nvSpPr>
          <p:spPr>
            <a:xfrm>
              <a:off x="5864730" y="1715928"/>
              <a:ext cx="316287" cy="516703"/>
            </a:xfrm>
            <a:custGeom>
              <a:avLst/>
              <a:gdLst/>
              <a:ahLst/>
              <a:cxnLst/>
              <a:rect l="l" t="t" r="r" b="b"/>
              <a:pathLst>
                <a:path w="6472" h="10573" extrusionOk="0">
                  <a:moveTo>
                    <a:pt x="325" y="0"/>
                  </a:moveTo>
                  <a:lnTo>
                    <a:pt x="0" y="40"/>
                  </a:lnTo>
                  <a:lnTo>
                    <a:pt x="0" y="10573"/>
                  </a:lnTo>
                  <a:lnTo>
                    <a:pt x="689" y="10573"/>
                  </a:lnTo>
                  <a:lnTo>
                    <a:pt x="6472" y="7878"/>
                  </a:lnTo>
                  <a:lnTo>
                    <a:pt x="6472" y="3924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7">
              <a:extLst>
                <a:ext uri="{FF2B5EF4-FFF2-40B4-BE49-F238E27FC236}">
                  <a16:creationId xmlns:a16="http://schemas.microsoft.com/office/drawing/2014/main" id="{39B7D3A5-5D76-3E91-D0BB-AF6C1AC085A9}"/>
                </a:ext>
              </a:extLst>
            </p:cNvPr>
            <p:cNvSpPr/>
            <p:nvPr/>
          </p:nvSpPr>
          <p:spPr>
            <a:xfrm>
              <a:off x="6306419" y="1698139"/>
              <a:ext cx="91387" cy="574369"/>
            </a:xfrm>
            <a:custGeom>
              <a:avLst/>
              <a:gdLst/>
              <a:ahLst/>
              <a:cxnLst/>
              <a:rect l="l" t="t" r="r" b="b"/>
              <a:pathLst>
                <a:path w="1870" h="11753" extrusionOk="0">
                  <a:moveTo>
                    <a:pt x="1" y="0"/>
                  </a:moveTo>
                  <a:cubicBezTo>
                    <a:pt x="718" y="1151"/>
                    <a:pt x="1181" y="2636"/>
                    <a:pt x="1387" y="4485"/>
                  </a:cubicBezTo>
                  <a:cubicBezTo>
                    <a:pt x="1653" y="6924"/>
                    <a:pt x="1476" y="9383"/>
                    <a:pt x="876" y="11753"/>
                  </a:cubicBezTo>
                  <a:lnTo>
                    <a:pt x="1112" y="11743"/>
                  </a:lnTo>
                  <a:cubicBezTo>
                    <a:pt x="1702" y="9363"/>
                    <a:pt x="1869" y="6894"/>
                    <a:pt x="1604" y="4465"/>
                  </a:cubicBezTo>
                  <a:cubicBezTo>
                    <a:pt x="1397" y="2636"/>
                    <a:pt x="954" y="1161"/>
                    <a:pt x="256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7">
              <a:extLst>
                <a:ext uri="{FF2B5EF4-FFF2-40B4-BE49-F238E27FC236}">
                  <a16:creationId xmlns:a16="http://schemas.microsoft.com/office/drawing/2014/main" id="{DBB52306-A54B-0912-D7B9-8968FD8D6B67}"/>
                </a:ext>
              </a:extLst>
            </p:cNvPr>
            <p:cNvSpPr/>
            <p:nvPr/>
          </p:nvSpPr>
          <p:spPr>
            <a:xfrm>
              <a:off x="6389107" y="1697162"/>
              <a:ext cx="91827" cy="571046"/>
            </a:xfrm>
            <a:custGeom>
              <a:avLst/>
              <a:gdLst/>
              <a:ahLst/>
              <a:cxnLst/>
              <a:rect l="l" t="t" r="r" b="b"/>
              <a:pathLst>
                <a:path w="1879" h="11685" extrusionOk="0">
                  <a:moveTo>
                    <a:pt x="0" y="1"/>
                  </a:moveTo>
                  <a:cubicBezTo>
                    <a:pt x="728" y="1161"/>
                    <a:pt x="1190" y="2646"/>
                    <a:pt x="1397" y="4505"/>
                  </a:cubicBezTo>
                  <a:cubicBezTo>
                    <a:pt x="1662" y="6914"/>
                    <a:pt x="1495" y="9344"/>
                    <a:pt x="915" y="11684"/>
                  </a:cubicBezTo>
                  <a:lnTo>
                    <a:pt x="1151" y="11674"/>
                  </a:lnTo>
                  <a:cubicBezTo>
                    <a:pt x="1721" y="9324"/>
                    <a:pt x="1879" y="6895"/>
                    <a:pt x="1613" y="4485"/>
                  </a:cubicBezTo>
                  <a:cubicBezTo>
                    <a:pt x="1416" y="2646"/>
                    <a:pt x="974" y="1171"/>
                    <a:pt x="266" y="1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7">
              <a:extLst>
                <a:ext uri="{FF2B5EF4-FFF2-40B4-BE49-F238E27FC236}">
                  <a16:creationId xmlns:a16="http://schemas.microsoft.com/office/drawing/2014/main" id="{B04789A0-6FBA-9BFE-EDEA-82956434736F}"/>
                </a:ext>
              </a:extLst>
            </p:cNvPr>
            <p:cNvSpPr/>
            <p:nvPr/>
          </p:nvSpPr>
          <p:spPr>
            <a:xfrm>
              <a:off x="6565480" y="1913949"/>
              <a:ext cx="206231" cy="90849"/>
            </a:xfrm>
            <a:custGeom>
              <a:avLst/>
              <a:gdLst/>
              <a:ahLst/>
              <a:cxnLst/>
              <a:rect l="l" t="t" r="r" b="b"/>
              <a:pathLst>
                <a:path w="4220" h="1859" extrusionOk="0">
                  <a:moveTo>
                    <a:pt x="4003" y="226"/>
                  </a:moveTo>
                  <a:lnTo>
                    <a:pt x="4003" y="1633"/>
                  </a:lnTo>
                  <a:lnTo>
                    <a:pt x="227" y="1633"/>
                  </a:lnTo>
                  <a:lnTo>
                    <a:pt x="227" y="226"/>
                  </a:lnTo>
                  <a:close/>
                  <a:moveTo>
                    <a:pt x="118" y="0"/>
                  </a:moveTo>
                  <a:cubicBezTo>
                    <a:pt x="50" y="0"/>
                    <a:pt x="0" y="49"/>
                    <a:pt x="0" y="108"/>
                  </a:cubicBezTo>
                  <a:lnTo>
                    <a:pt x="0" y="1751"/>
                  </a:lnTo>
                  <a:cubicBezTo>
                    <a:pt x="0" y="1810"/>
                    <a:pt x="50" y="1859"/>
                    <a:pt x="118" y="1859"/>
                  </a:cubicBezTo>
                  <a:lnTo>
                    <a:pt x="4111" y="1859"/>
                  </a:lnTo>
                  <a:cubicBezTo>
                    <a:pt x="4170" y="1859"/>
                    <a:pt x="4220" y="1810"/>
                    <a:pt x="4220" y="1751"/>
                  </a:cubicBezTo>
                  <a:lnTo>
                    <a:pt x="4220" y="108"/>
                  </a:lnTo>
                  <a:cubicBezTo>
                    <a:pt x="4220" y="49"/>
                    <a:pt x="4170" y="0"/>
                    <a:pt x="4111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7">
              <a:extLst>
                <a:ext uri="{FF2B5EF4-FFF2-40B4-BE49-F238E27FC236}">
                  <a16:creationId xmlns:a16="http://schemas.microsoft.com/office/drawing/2014/main" id="{8D0A4E24-60E0-1435-DA38-58FF89488CD3}"/>
                </a:ext>
              </a:extLst>
            </p:cNvPr>
            <p:cNvSpPr/>
            <p:nvPr/>
          </p:nvSpPr>
          <p:spPr>
            <a:xfrm>
              <a:off x="5651314" y="1715928"/>
              <a:ext cx="247087" cy="525353"/>
            </a:xfrm>
            <a:custGeom>
              <a:avLst/>
              <a:gdLst/>
              <a:ahLst/>
              <a:cxnLst/>
              <a:rect l="l" t="t" r="r" b="b"/>
              <a:pathLst>
                <a:path w="5056" h="10750" extrusionOk="0">
                  <a:moveTo>
                    <a:pt x="4692" y="0"/>
                  </a:moveTo>
                  <a:lnTo>
                    <a:pt x="30" y="295"/>
                  </a:lnTo>
                  <a:lnTo>
                    <a:pt x="1" y="10750"/>
                  </a:lnTo>
                  <a:lnTo>
                    <a:pt x="5056" y="10573"/>
                  </a:lnTo>
                  <a:lnTo>
                    <a:pt x="46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7">
              <a:extLst>
                <a:ext uri="{FF2B5EF4-FFF2-40B4-BE49-F238E27FC236}">
                  <a16:creationId xmlns:a16="http://schemas.microsoft.com/office/drawing/2014/main" id="{F7E7B651-19E1-5EDB-3405-06639C60237B}"/>
                </a:ext>
              </a:extLst>
            </p:cNvPr>
            <p:cNvSpPr/>
            <p:nvPr/>
          </p:nvSpPr>
          <p:spPr>
            <a:xfrm>
              <a:off x="6263657" y="2170517"/>
              <a:ext cx="513819" cy="787833"/>
            </a:xfrm>
            <a:custGeom>
              <a:avLst/>
              <a:gdLst/>
              <a:ahLst/>
              <a:cxnLst/>
              <a:rect l="l" t="t" r="r" b="b"/>
              <a:pathLst>
                <a:path w="10514" h="16121" extrusionOk="0">
                  <a:moveTo>
                    <a:pt x="6783" y="0"/>
                  </a:moveTo>
                  <a:cubicBezTo>
                    <a:pt x="6781" y="0"/>
                    <a:pt x="6779" y="1"/>
                    <a:pt x="6776" y="2"/>
                  </a:cubicBezTo>
                  <a:cubicBezTo>
                    <a:pt x="6413" y="179"/>
                    <a:pt x="5960" y="3011"/>
                    <a:pt x="5960" y="3011"/>
                  </a:cubicBezTo>
                  <a:lnTo>
                    <a:pt x="3728" y="1870"/>
                  </a:lnTo>
                  <a:cubicBezTo>
                    <a:pt x="3728" y="1870"/>
                    <a:pt x="876" y="2047"/>
                    <a:pt x="777" y="2175"/>
                  </a:cubicBezTo>
                  <a:cubicBezTo>
                    <a:pt x="689" y="2303"/>
                    <a:pt x="777" y="3778"/>
                    <a:pt x="777" y="3778"/>
                  </a:cubicBezTo>
                  <a:cubicBezTo>
                    <a:pt x="777" y="3778"/>
                    <a:pt x="177" y="4516"/>
                    <a:pt x="89" y="5283"/>
                  </a:cubicBezTo>
                  <a:cubicBezTo>
                    <a:pt x="0" y="6050"/>
                    <a:pt x="4101" y="9837"/>
                    <a:pt x="4101" y="9837"/>
                  </a:cubicBezTo>
                  <a:lnTo>
                    <a:pt x="4957" y="16121"/>
                  </a:lnTo>
                  <a:lnTo>
                    <a:pt x="10514" y="15029"/>
                  </a:lnTo>
                  <a:cubicBezTo>
                    <a:pt x="10514" y="15029"/>
                    <a:pt x="7189" y="0"/>
                    <a:pt x="6783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7">
              <a:extLst>
                <a:ext uri="{FF2B5EF4-FFF2-40B4-BE49-F238E27FC236}">
                  <a16:creationId xmlns:a16="http://schemas.microsoft.com/office/drawing/2014/main" id="{2425A111-09F6-518A-9E5B-ED5B09596FFA}"/>
                </a:ext>
              </a:extLst>
            </p:cNvPr>
            <p:cNvSpPr/>
            <p:nvPr/>
          </p:nvSpPr>
          <p:spPr>
            <a:xfrm>
              <a:off x="6258379" y="2229112"/>
              <a:ext cx="211021" cy="426928"/>
            </a:xfrm>
            <a:custGeom>
              <a:avLst/>
              <a:gdLst/>
              <a:ahLst/>
              <a:cxnLst/>
              <a:rect l="l" t="t" r="r" b="b"/>
              <a:pathLst>
                <a:path w="4318" h="8736" extrusionOk="0">
                  <a:moveTo>
                    <a:pt x="1059" y="1"/>
                  </a:moveTo>
                  <a:cubicBezTo>
                    <a:pt x="1018" y="1"/>
                    <a:pt x="976" y="28"/>
                    <a:pt x="954" y="72"/>
                  </a:cubicBezTo>
                  <a:cubicBezTo>
                    <a:pt x="944" y="101"/>
                    <a:pt x="541" y="986"/>
                    <a:pt x="826" y="2432"/>
                  </a:cubicBezTo>
                  <a:cubicBezTo>
                    <a:pt x="679" y="2658"/>
                    <a:pt x="0" y="3740"/>
                    <a:pt x="226" y="4359"/>
                  </a:cubicBezTo>
                  <a:cubicBezTo>
                    <a:pt x="462" y="5018"/>
                    <a:pt x="3973" y="8559"/>
                    <a:pt x="4121" y="8706"/>
                  </a:cubicBezTo>
                  <a:cubicBezTo>
                    <a:pt x="4140" y="8726"/>
                    <a:pt x="4170" y="8736"/>
                    <a:pt x="4199" y="8736"/>
                  </a:cubicBezTo>
                  <a:cubicBezTo>
                    <a:pt x="4229" y="8736"/>
                    <a:pt x="4259" y="8726"/>
                    <a:pt x="4278" y="8706"/>
                  </a:cubicBezTo>
                  <a:cubicBezTo>
                    <a:pt x="4318" y="8667"/>
                    <a:pt x="4318" y="8598"/>
                    <a:pt x="4278" y="8549"/>
                  </a:cubicBezTo>
                  <a:cubicBezTo>
                    <a:pt x="3265" y="7536"/>
                    <a:pt x="610" y="4792"/>
                    <a:pt x="433" y="4291"/>
                  </a:cubicBezTo>
                  <a:cubicBezTo>
                    <a:pt x="266" y="3809"/>
                    <a:pt x="806" y="2845"/>
                    <a:pt x="1033" y="2520"/>
                  </a:cubicBezTo>
                  <a:cubicBezTo>
                    <a:pt x="1052" y="2491"/>
                    <a:pt x="1062" y="2461"/>
                    <a:pt x="1052" y="2432"/>
                  </a:cubicBezTo>
                  <a:cubicBezTo>
                    <a:pt x="767" y="1035"/>
                    <a:pt x="1161" y="170"/>
                    <a:pt x="1161" y="160"/>
                  </a:cubicBezTo>
                  <a:cubicBezTo>
                    <a:pt x="1180" y="101"/>
                    <a:pt x="1161" y="42"/>
                    <a:pt x="1102" y="13"/>
                  </a:cubicBezTo>
                  <a:cubicBezTo>
                    <a:pt x="1088" y="5"/>
                    <a:pt x="1074" y="1"/>
                    <a:pt x="10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7">
              <a:extLst>
                <a:ext uri="{FF2B5EF4-FFF2-40B4-BE49-F238E27FC236}">
                  <a16:creationId xmlns:a16="http://schemas.microsoft.com/office/drawing/2014/main" id="{E15D9809-3247-9AAF-20D9-3CF4DADA2B4F}"/>
                </a:ext>
              </a:extLst>
            </p:cNvPr>
            <p:cNvSpPr/>
            <p:nvPr/>
          </p:nvSpPr>
          <p:spPr>
            <a:xfrm>
              <a:off x="6439248" y="2253401"/>
              <a:ext cx="169530" cy="134490"/>
            </a:xfrm>
            <a:custGeom>
              <a:avLst/>
              <a:gdLst/>
              <a:ahLst/>
              <a:cxnLst/>
              <a:rect l="l" t="t" r="r" b="b"/>
              <a:pathLst>
                <a:path w="3469" h="2752" extrusionOk="0">
                  <a:moveTo>
                    <a:pt x="164" y="0"/>
                  </a:moveTo>
                  <a:cubicBezTo>
                    <a:pt x="59" y="0"/>
                    <a:pt x="1" y="164"/>
                    <a:pt x="135" y="214"/>
                  </a:cubicBezTo>
                  <a:cubicBezTo>
                    <a:pt x="744" y="519"/>
                    <a:pt x="2397" y="1374"/>
                    <a:pt x="2662" y="1728"/>
                  </a:cubicBezTo>
                  <a:cubicBezTo>
                    <a:pt x="2888" y="2033"/>
                    <a:pt x="3075" y="2358"/>
                    <a:pt x="3242" y="2692"/>
                  </a:cubicBezTo>
                  <a:cubicBezTo>
                    <a:pt x="3262" y="2731"/>
                    <a:pt x="3301" y="2751"/>
                    <a:pt x="3341" y="2751"/>
                  </a:cubicBezTo>
                  <a:cubicBezTo>
                    <a:pt x="3360" y="2751"/>
                    <a:pt x="3380" y="2751"/>
                    <a:pt x="3390" y="2741"/>
                  </a:cubicBezTo>
                  <a:cubicBezTo>
                    <a:pt x="3449" y="2712"/>
                    <a:pt x="3469" y="2653"/>
                    <a:pt x="3449" y="2594"/>
                  </a:cubicBezTo>
                  <a:cubicBezTo>
                    <a:pt x="3272" y="2250"/>
                    <a:pt x="3075" y="1915"/>
                    <a:pt x="2839" y="1600"/>
                  </a:cubicBezTo>
                  <a:cubicBezTo>
                    <a:pt x="2485" y="1128"/>
                    <a:pt x="321" y="66"/>
                    <a:pt x="223" y="17"/>
                  </a:cubicBezTo>
                  <a:cubicBezTo>
                    <a:pt x="202" y="5"/>
                    <a:pt x="182" y="0"/>
                    <a:pt x="1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7">
              <a:extLst>
                <a:ext uri="{FF2B5EF4-FFF2-40B4-BE49-F238E27FC236}">
                  <a16:creationId xmlns:a16="http://schemas.microsoft.com/office/drawing/2014/main" id="{A439C1EB-2359-5A02-63C6-47C3FD132C02}"/>
                </a:ext>
              </a:extLst>
            </p:cNvPr>
            <p:cNvSpPr/>
            <p:nvPr/>
          </p:nvSpPr>
          <p:spPr>
            <a:xfrm>
              <a:off x="6392430" y="2565191"/>
              <a:ext cx="1275165" cy="1094932"/>
            </a:xfrm>
            <a:custGeom>
              <a:avLst/>
              <a:gdLst/>
              <a:ahLst/>
              <a:cxnLst/>
              <a:rect l="l" t="t" r="r" b="b"/>
              <a:pathLst>
                <a:path w="26093" h="22405" extrusionOk="0">
                  <a:moveTo>
                    <a:pt x="20152" y="0"/>
                  </a:moveTo>
                  <a:lnTo>
                    <a:pt x="8469" y="7278"/>
                  </a:lnTo>
                  <a:lnTo>
                    <a:pt x="7682" y="4711"/>
                  </a:lnTo>
                  <a:lnTo>
                    <a:pt x="817" y="5872"/>
                  </a:lnTo>
                  <a:lnTo>
                    <a:pt x="1643" y="10582"/>
                  </a:lnTo>
                  <a:cubicBezTo>
                    <a:pt x="1643" y="10582"/>
                    <a:pt x="1" y="12431"/>
                    <a:pt x="748" y="15441"/>
                  </a:cubicBezTo>
                  <a:cubicBezTo>
                    <a:pt x="1454" y="18235"/>
                    <a:pt x="3218" y="22404"/>
                    <a:pt x="8204" y="22404"/>
                  </a:cubicBezTo>
                  <a:cubicBezTo>
                    <a:pt x="8570" y="22404"/>
                    <a:pt x="8953" y="22382"/>
                    <a:pt x="9354" y="22335"/>
                  </a:cubicBezTo>
                  <a:cubicBezTo>
                    <a:pt x="15235" y="21656"/>
                    <a:pt x="21795" y="17073"/>
                    <a:pt x="21795" y="17073"/>
                  </a:cubicBezTo>
                  <a:lnTo>
                    <a:pt x="26093" y="8055"/>
                  </a:lnTo>
                  <a:lnTo>
                    <a:pt x="201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7">
              <a:extLst>
                <a:ext uri="{FF2B5EF4-FFF2-40B4-BE49-F238E27FC236}">
                  <a16:creationId xmlns:a16="http://schemas.microsoft.com/office/drawing/2014/main" id="{DDDCD2F1-AD2C-3FD9-80F7-B0C5F1172DBF}"/>
                </a:ext>
              </a:extLst>
            </p:cNvPr>
            <p:cNvSpPr/>
            <p:nvPr/>
          </p:nvSpPr>
          <p:spPr>
            <a:xfrm>
              <a:off x="6398197" y="2540707"/>
              <a:ext cx="1032916" cy="1113601"/>
            </a:xfrm>
            <a:custGeom>
              <a:avLst/>
              <a:gdLst/>
              <a:ahLst/>
              <a:cxnLst/>
              <a:rect l="l" t="t" r="r" b="b"/>
              <a:pathLst>
                <a:path w="21136" h="22787" extrusionOk="0">
                  <a:moveTo>
                    <a:pt x="21004" y="1"/>
                  </a:moveTo>
                  <a:cubicBezTo>
                    <a:pt x="20974" y="1"/>
                    <a:pt x="20945" y="13"/>
                    <a:pt x="20929" y="39"/>
                  </a:cubicBezTo>
                  <a:lnTo>
                    <a:pt x="12029" y="10385"/>
                  </a:lnTo>
                  <a:cubicBezTo>
                    <a:pt x="11606" y="9549"/>
                    <a:pt x="11104" y="8753"/>
                    <a:pt x="10524" y="8025"/>
                  </a:cubicBezTo>
                  <a:cubicBezTo>
                    <a:pt x="10233" y="7644"/>
                    <a:pt x="9577" y="7558"/>
                    <a:pt x="9051" y="7558"/>
                  </a:cubicBezTo>
                  <a:cubicBezTo>
                    <a:pt x="8761" y="7558"/>
                    <a:pt x="8510" y="7584"/>
                    <a:pt x="8380" y="7602"/>
                  </a:cubicBezTo>
                  <a:lnTo>
                    <a:pt x="7672" y="5143"/>
                  </a:lnTo>
                  <a:cubicBezTo>
                    <a:pt x="7664" y="5092"/>
                    <a:pt x="7617" y="5063"/>
                    <a:pt x="7573" y="5063"/>
                  </a:cubicBezTo>
                  <a:cubicBezTo>
                    <a:pt x="7567" y="5063"/>
                    <a:pt x="7560" y="5063"/>
                    <a:pt x="7554" y="5065"/>
                  </a:cubicBezTo>
                  <a:lnTo>
                    <a:pt x="355" y="6569"/>
                  </a:lnTo>
                  <a:cubicBezTo>
                    <a:pt x="296" y="6579"/>
                    <a:pt x="267" y="6628"/>
                    <a:pt x="276" y="6687"/>
                  </a:cubicBezTo>
                  <a:lnTo>
                    <a:pt x="866" y="9893"/>
                  </a:lnTo>
                  <a:cubicBezTo>
                    <a:pt x="1" y="11280"/>
                    <a:pt x="21" y="12775"/>
                    <a:pt x="178" y="13788"/>
                  </a:cubicBezTo>
                  <a:cubicBezTo>
                    <a:pt x="571" y="16188"/>
                    <a:pt x="1083" y="18676"/>
                    <a:pt x="2676" y="20515"/>
                  </a:cubicBezTo>
                  <a:cubicBezTo>
                    <a:pt x="3886" y="21892"/>
                    <a:pt x="5459" y="22649"/>
                    <a:pt x="7357" y="22767"/>
                  </a:cubicBezTo>
                  <a:cubicBezTo>
                    <a:pt x="7534" y="22787"/>
                    <a:pt x="7702" y="22787"/>
                    <a:pt x="7879" y="22787"/>
                  </a:cubicBezTo>
                  <a:cubicBezTo>
                    <a:pt x="11488" y="22787"/>
                    <a:pt x="15609" y="20554"/>
                    <a:pt x="18195" y="18253"/>
                  </a:cubicBezTo>
                  <a:cubicBezTo>
                    <a:pt x="18280" y="18176"/>
                    <a:pt x="18207" y="18056"/>
                    <a:pt x="18120" y="18056"/>
                  </a:cubicBezTo>
                  <a:cubicBezTo>
                    <a:pt x="18096" y="18056"/>
                    <a:pt x="18071" y="18065"/>
                    <a:pt x="18048" y="18086"/>
                  </a:cubicBezTo>
                  <a:cubicBezTo>
                    <a:pt x="15495" y="20366"/>
                    <a:pt x="11429" y="22566"/>
                    <a:pt x="7883" y="22566"/>
                  </a:cubicBezTo>
                  <a:cubicBezTo>
                    <a:pt x="7713" y="22566"/>
                    <a:pt x="7544" y="22561"/>
                    <a:pt x="7377" y="22551"/>
                  </a:cubicBezTo>
                  <a:cubicBezTo>
                    <a:pt x="5528" y="22433"/>
                    <a:pt x="4014" y="21695"/>
                    <a:pt x="2843" y="20358"/>
                  </a:cubicBezTo>
                  <a:cubicBezTo>
                    <a:pt x="1279" y="18568"/>
                    <a:pt x="798" y="16207"/>
                    <a:pt x="404" y="13749"/>
                  </a:cubicBezTo>
                  <a:cubicBezTo>
                    <a:pt x="247" y="12775"/>
                    <a:pt x="227" y="11319"/>
                    <a:pt x="1063" y="9992"/>
                  </a:cubicBezTo>
                  <a:cubicBezTo>
                    <a:pt x="1102" y="9923"/>
                    <a:pt x="1152" y="9844"/>
                    <a:pt x="1083" y="9785"/>
                  </a:cubicBezTo>
                  <a:lnTo>
                    <a:pt x="1063" y="9775"/>
                  </a:lnTo>
                  <a:lnTo>
                    <a:pt x="503" y="6756"/>
                  </a:lnTo>
                  <a:lnTo>
                    <a:pt x="7495" y="5301"/>
                  </a:lnTo>
                  <a:lnTo>
                    <a:pt x="8193" y="7749"/>
                  </a:lnTo>
                  <a:cubicBezTo>
                    <a:pt x="8211" y="7793"/>
                    <a:pt x="8252" y="7830"/>
                    <a:pt x="8303" y="7830"/>
                  </a:cubicBezTo>
                  <a:cubicBezTo>
                    <a:pt x="8309" y="7830"/>
                    <a:pt x="8315" y="7829"/>
                    <a:pt x="8321" y="7828"/>
                  </a:cubicBezTo>
                  <a:cubicBezTo>
                    <a:pt x="8481" y="7803"/>
                    <a:pt x="8748" y="7776"/>
                    <a:pt x="9041" y="7776"/>
                  </a:cubicBezTo>
                  <a:cubicBezTo>
                    <a:pt x="9544" y="7776"/>
                    <a:pt x="10121" y="7854"/>
                    <a:pt x="10357" y="8153"/>
                  </a:cubicBezTo>
                  <a:cubicBezTo>
                    <a:pt x="10957" y="8910"/>
                    <a:pt x="11478" y="9746"/>
                    <a:pt x="11891" y="10631"/>
                  </a:cubicBezTo>
                  <a:cubicBezTo>
                    <a:pt x="11901" y="10660"/>
                    <a:pt x="11931" y="10690"/>
                    <a:pt x="11970" y="10700"/>
                  </a:cubicBezTo>
                  <a:cubicBezTo>
                    <a:pt x="12009" y="10700"/>
                    <a:pt x="12049" y="10690"/>
                    <a:pt x="12078" y="10660"/>
                  </a:cubicBezTo>
                  <a:lnTo>
                    <a:pt x="21097" y="186"/>
                  </a:lnTo>
                  <a:cubicBezTo>
                    <a:pt x="21136" y="137"/>
                    <a:pt x="21126" y="68"/>
                    <a:pt x="21077" y="29"/>
                  </a:cubicBezTo>
                  <a:cubicBezTo>
                    <a:pt x="21058" y="11"/>
                    <a:pt x="21031" y="1"/>
                    <a:pt x="210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7">
              <a:extLst>
                <a:ext uri="{FF2B5EF4-FFF2-40B4-BE49-F238E27FC236}">
                  <a16:creationId xmlns:a16="http://schemas.microsoft.com/office/drawing/2014/main" id="{15E3BAFF-DB8D-FD50-7DB7-A7F0C3835C8C}"/>
                </a:ext>
              </a:extLst>
            </p:cNvPr>
            <p:cNvSpPr/>
            <p:nvPr/>
          </p:nvSpPr>
          <p:spPr>
            <a:xfrm>
              <a:off x="7829116" y="2201745"/>
              <a:ext cx="384460" cy="573050"/>
            </a:xfrm>
            <a:custGeom>
              <a:avLst/>
              <a:gdLst/>
              <a:ahLst/>
              <a:cxnLst/>
              <a:rect l="l" t="t" r="r" b="b"/>
              <a:pathLst>
                <a:path w="7867" h="11726" extrusionOk="0">
                  <a:moveTo>
                    <a:pt x="2812" y="3287"/>
                  </a:moveTo>
                  <a:cubicBezTo>
                    <a:pt x="3156" y="3287"/>
                    <a:pt x="3500" y="3366"/>
                    <a:pt x="3805" y="3513"/>
                  </a:cubicBezTo>
                  <a:cubicBezTo>
                    <a:pt x="3776" y="3661"/>
                    <a:pt x="3736" y="3798"/>
                    <a:pt x="3668" y="3936"/>
                  </a:cubicBezTo>
                  <a:cubicBezTo>
                    <a:pt x="3382" y="4595"/>
                    <a:pt x="2733" y="5057"/>
                    <a:pt x="2074" y="5057"/>
                  </a:cubicBezTo>
                  <a:cubicBezTo>
                    <a:pt x="1907" y="5057"/>
                    <a:pt x="1740" y="5018"/>
                    <a:pt x="1592" y="4929"/>
                  </a:cubicBezTo>
                  <a:cubicBezTo>
                    <a:pt x="1327" y="4752"/>
                    <a:pt x="1238" y="4349"/>
                    <a:pt x="1396" y="4015"/>
                  </a:cubicBezTo>
                  <a:cubicBezTo>
                    <a:pt x="1573" y="3690"/>
                    <a:pt x="1887" y="3454"/>
                    <a:pt x="2251" y="3366"/>
                  </a:cubicBezTo>
                  <a:cubicBezTo>
                    <a:pt x="2438" y="3316"/>
                    <a:pt x="2625" y="3287"/>
                    <a:pt x="2812" y="3287"/>
                  </a:cubicBezTo>
                  <a:close/>
                  <a:moveTo>
                    <a:pt x="4615" y="6797"/>
                  </a:moveTo>
                  <a:cubicBezTo>
                    <a:pt x="4637" y="6797"/>
                    <a:pt x="4659" y="6797"/>
                    <a:pt x="4681" y="6798"/>
                  </a:cubicBezTo>
                  <a:cubicBezTo>
                    <a:pt x="4946" y="6798"/>
                    <a:pt x="5221" y="6837"/>
                    <a:pt x="5487" y="6926"/>
                  </a:cubicBezTo>
                  <a:cubicBezTo>
                    <a:pt x="5477" y="7014"/>
                    <a:pt x="5467" y="7103"/>
                    <a:pt x="5448" y="7191"/>
                  </a:cubicBezTo>
                  <a:cubicBezTo>
                    <a:pt x="5369" y="7722"/>
                    <a:pt x="5162" y="8440"/>
                    <a:pt x="4612" y="8844"/>
                  </a:cubicBezTo>
                  <a:cubicBezTo>
                    <a:pt x="4395" y="8993"/>
                    <a:pt x="4138" y="9075"/>
                    <a:pt x="3876" y="9075"/>
                  </a:cubicBezTo>
                  <a:cubicBezTo>
                    <a:pt x="3793" y="9075"/>
                    <a:pt x="3710" y="9067"/>
                    <a:pt x="3628" y="9050"/>
                  </a:cubicBezTo>
                  <a:cubicBezTo>
                    <a:pt x="3382" y="9011"/>
                    <a:pt x="3166" y="8883"/>
                    <a:pt x="3028" y="8676"/>
                  </a:cubicBezTo>
                  <a:cubicBezTo>
                    <a:pt x="2881" y="8440"/>
                    <a:pt x="2861" y="8155"/>
                    <a:pt x="2959" y="7899"/>
                  </a:cubicBezTo>
                  <a:cubicBezTo>
                    <a:pt x="3127" y="7447"/>
                    <a:pt x="3481" y="7083"/>
                    <a:pt x="3943" y="6916"/>
                  </a:cubicBezTo>
                  <a:cubicBezTo>
                    <a:pt x="4159" y="6844"/>
                    <a:pt x="4383" y="6797"/>
                    <a:pt x="4615" y="6797"/>
                  </a:cubicBezTo>
                  <a:close/>
                  <a:moveTo>
                    <a:pt x="1447" y="0"/>
                  </a:moveTo>
                  <a:cubicBezTo>
                    <a:pt x="983" y="0"/>
                    <a:pt x="521" y="141"/>
                    <a:pt x="127" y="415"/>
                  </a:cubicBezTo>
                  <a:cubicBezTo>
                    <a:pt x="1" y="518"/>
                    <a:pt x="90" y="697"/>
                    <a:pt x="217" y="697"/>
                  </a:cubicBezTo>
                  <a:cubicBezTo>
                    <a:pt x="248" y="697"/>
                    <a:pt x="281" y="686"/>
                    <a:pt x="314" y="661"/>
                  </a:cubicBezTo>
                  <a:cubicBezTo>
                    <a:pt x="651" y="425"/>
                    <a:pt x="1044" y="306"/>
                    <a:pt x="1441" y="306"/>
                  </a:cubicBezTo>
                  <a:cubicBezTo>
                    <a:pt x="1705" y="306"/>
                    <a:pt x="1970" y="358"/>
                    <a:pt x="2222" y="464"/>
                  </a:cubicBezTo>
                  <a:cubicBezTo>
                    <a:pt x="2841" y="740"/>
                    <a:pt x="3343" y="1251"/>
                    <a:pt x="3609" y="1890"/>
                  </a:cubicBezTo>
                  <a:cubicBezTo>
                    <a:pt x="3795" y="2294"/>
                    <a:pt x="3874" y="2746"/>
                    <a:pt x="3854" y="3198"/>
                  </a:cubicBezTo>
                  <a:cubicBezTo>
                    <a:pt x="3531" y="3055"/>
                    <a:pt x="3185" y="2984"/>
                    <a:pt x="2838" y="2984"/>
                  </a:cubicBezTo>
                  <a:cubicBezTo>
                    <a:pt x="2615" y="2984"/>
                    <a:pt x="2392" y="3013"/>
                    <a:pt x="2173" y="3071"/>
                  </a:cubicBezTo>
                  <a:cubicBezTo>
                    <a:pt x="1720" y="3179"/>
                    <a:pt x="1337" y="3484"/>
                    <a:pt x="1120" y="3887"/>
                  </a:cubicBezTo>
                  <a:cubicBezTo>
                    <a:pt x="904" y="4359"/>
                    <a:pt x="1042" y="4929"/>
                    <a:pt x="1425" y="5185"/>
                  </a:cubicBezTo>
                  <a:cubicBezTo>
                    <a:pt x="1608" y="5304"/>
                    <a:pt x="1816" y="5363"/>
                    <a:pt x="2026" y="5363"/>
                  </a:cubicBezTo>
                  <a:cubicBezTo>
                    <a:pt x="2042" y="5363"/>
                    <a:pt x="2058" y="5363"/>
                    <a:pt x="2074" y="5362"/>
                  </a:cubicBezTo>
                  <a:cubicBezTo>
                    <a:pt x="2851" y="5362"/>
                    <a:pt x="3618" y="4831"/>
                    <a:pt x="3953" y="4064"/>
                  </a:cubicBezTo>
                  <a:cubicBezTo>
                    <a:pt x="4012" y="3936"/>
                    <a:pt x="4061" y="3798"/>
                    <a:pt x="4090" y="3661"/>
                  </a:cubicBezTo>
                  <a:cubicBezTo>
                    <a:pt x="4376" y="3838"/>
                    <a:pt x="4631" y="4064"/>
                    <a:pt x="4828" y="4339"/>
                  </a:cubicBezTo>
                  <a:cubicBezTo>
                    <a:pt x="5280" y="4939"/>
                    <a:pt x="5516" y="5755"/>
                    <a:pt x="5487" y="6611"/>
                  </a:cubicBezTo>
                  <a:cubicBezTo>
                    <a:pt x="5228" y="6531"/>
                    <a:pt x="4960" y="6492"/>
                    <a:pt x="4692" y="6492"/>
                  </a:cubicBezTo>
                  <a:cubicBezTo>
                    <a:pt x="4400" y="6492"/>
                    <a:pt x="4107" y="6538"/>
                    <a:pt x="3825" y="6631"/>
                  </a:cubicBezTo>
                  <a:cubicBezTo>
                    <a:pt x="3284" y="6837"/>
                    <a:pt x="2861" y="7260"/>
                    <a:pt x="2655" y="7801"/>
                  </a:cubicBezTo>
                  <a:cubicBezTo>
                    <a:pt x="2389" y="8489"/>
                    <a:pt x="2832" y="9257"/>
                    <a:pt x="3559" y="9355"/>
                  </a:cubicBezTo>
                  <a:cubicBezTo>
                    <a:pt x="3659" y="9373"/>
                    <a:pt x="3759" y="9383"/>
                    <a:pt x="3860" y="9383"/>
                  </a:cubicBezTo>
                  <a:cubicBezTo>
                    <a:pt x="4186" y="9383"/>
                    <a:pt x="4508" y="9285"/>
                    <a:pt x="4779" y="9089"/>
                  </a:cubicBezTo>
                  <a:cubicBezTo>
                    <a:pt x="5418" y="8627"/>
                    <a:pt x="5654" y="7831"/>
                    <a:pt x="5743" y="7240"/>
                  </a:cubicBezTo>
                  <a:cubicBezTo>
                    <a:pt x="5753" y="7162"/>
                    <a:pt x="5762" y="7113"/>
                    <a:pt x="5772" y="7044"/>
                  </a:cubicBezTo>
                  <a:cubicBezTo>
                    <a:pt x="6274" y="7270"/>
                    <a:pt x="6687" y="7644"/>
                    <a:pt x="6962" y="8126"/>
                  </a:cubicBezTo>
                  <a:cubicBezTo>
                    <a:pt x="7533" y="9129"/>
                    <a:pt x="7405" y="10506"/>
                    <a:pt x="6647" y="11479"/>
                  </a:cubicBezTo>
                  <a:cubicBezTo>
                    <a:pt x="6579" y="11578"/>
                    <a:pt x="6647" y="11725"/>
                    <a:pt x="6775" y="11725"/>
                  </a:cubicBezTo>
                  <a:cubicBezTo>
                    <a:pt x="6825" y="11725"/>
                    <a:pt x="6874" y="11705"/>
                    <a:pt x="6903" y="11666"/>
                  </a:cubicBezTo>
                  <a:cubicBezTo>
                    <a:pt x="7729" y="10604"/>
                    <a:pt x="7867" y="9070"/>
                    <a:pt x="7238" y="7968"/>
                  </a:cubicBezTo>
                  <a:cubicBezTo>
                    <a:pt x="6913" y="7408"/>
                    <a:pt x="6402" y="6965"/>
                    <a:pt x="5802" y="6719"/>
                  </a:cubicBezTo>
                  <a:cubicBezTo>
                    <a:pt x="5841" y="5746"/>
                    <a:pt x="5595" y="4831"/>
                    <a:pt x="5084" y="4152"/>
                  </a:cubicBezTo>
                  <a:cubicBezTo>
                    <a:pt x="4828" y="3818"/>
                    <a:pt x="4513" y="3543"/>
                    <a:pt x="4149" y="3336"/>
                  </a:cubicBezTo>
                  <a:cubicBezTo>
                    <a:pt x="4199" y="2795"/>
                    <a:pt x="4110" y="2254"/>
                    <a:pt x="3894" y="1763"/>
                  </a:cubicBezTo>
                  <a:cubicBezTo>
                    <a:pt x="3599" y="1054"/>
                    <a:pt x="3038" y="484"/>
                    <a:pt x="2330" y="179"/>
                  </a:cubicBezTo>
                  <a:cubicBezTo>
                    <a:pt x="2048" y="59"/>
                    <a:pt x="1747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7">
              <a:extLst>
                <a:ext uri="{FF2B5EF4-FFF2-40B4-BE49-F238E27FC236}">
                  <a16:creationId xmlns:a16="http://schemas.microsoft.com/office/drawing/2014/main" id="{C2B284BD-8CF6-AA88-6484-6232BA5C507C}"/>
                </a:ext>
              </a:extLst>
            </p:cNvPr>
            <p:cNvSpPr/>
            <p:nvPr/>
          </p:nvSpPr>
          <p:spPr>
            <a:xfrm>
              <a:off x="5715725" y="2878742"/>
              <a:ext cx="156237" cy="404057"/>
            </a:xfrm>
            <a:custGeom>
              <a:avLst/>
              <a:gdLst/>
              <a:ahLst/>
              <a:cxnLst/>
              <a:rect l="l" t="t" r="r" b="b"/>
              <a:pathLst>
                <a:path w="3197" h="8268" extrusionOk="0">
                  <a:moveTo>
                    <a:pt x="2157" y="2869"/>
                  </a:moveTo>
                  <a:cubicBezTo>
                    <a:pt x="2403" y="2869"/>
                    <a:pt x="2649" y="2976"/>
                    <a:pt x="2754" y="3193"/>
                  </a:cubicBezTo>
                  <a:cubicBezTo>
                    <a:pt x="2853" y="3419"/>
                    <a:pt x="2803" y="3684"/>
                    <a:pt x="2636" y="3861"/>
                  </a:cubicBezTo>
                  <a:cubicBezTo>
                    <a:pt x="2449" y="4058"/>
                    <a:pt x="2194" y="4166"/>
                    <a:pt x="1938" y="4166"/>
                  </a:cubicBezTo>
                  <a:cubicBezTo>
                    <a:pt x="1623" y="4166"/>
                    <a:pt x="1309" y="4068"/>
                    <a:pt x="1063" y="3881"/>
                  </a:cubicBezTo>
                  <a:cubicBezTo>
                    <a:pt x="1063" y="3881"/>
                    <a:pt x="1063" y="3881"/>
                    <a:pt x="1073" y="3871"/>
                  </a:cubicBezTo>
                  <a:cubicBezTo>
                    <a:pt x="1250" y="3399"/>
                    <a:pt x="1486" y="3094"/>
                    <a:pt x="1810" y="2947"/>
                  </a:cubicBezTo>
                  <a:cubicBezTo>
                    <a:pt x="1914" y="2895"/>
                    <a:pt x="2036" y="2869"/>
                    <a:pt x="2157" y="2869"/>
                  </a:cubicBezTo>
                  <a:close/>
                  <a:moveTo>
                    <a:pt x="2407" y="1"/>
                  </a:moveTo>
                  <a:cubicBezTo>
                    <a:pt x="1552" y="1"/>
                    <a:pt x="754" y="600"/>
                    <a:pt x="384" y="1324"/>
                  </a:cubicBezTo>
                  <a:cubicBezTo>
                    <a:pt x="40" y="1944"/>
                    <a:pt x="1" y="2691"/>
                    <a:pt x="256" y="3350"/>
                  </a:cubicBezTo>
                  <a:cubicBezTo>
                    <a:pt x="364" y="3596"/>
                    <a:pt x="512" y="3802"/>
                    <a:pt x="699" y="3980"/>
                  </a:cubicBezTo>
                  <a:cubicBezTo>
                    <a:pt x="414" y="4815"/>
                    <a:pt x="453" y="5730"/>
                    <a:pt x="797" y="6546"/>
                  </a:cubicBezTo>
                  <a:cubicBezTo>
                    <a:pt x="1191" y="7441"/>
                    <a:pt x="1997" y="8081"/>
                    <a:pt x="2961" y="8267"/>
                  </a:cubicBezTo>
                  <a:lnTo>
                    <a:pt x="2990" y="8267"/>
                  </a:lnTo>
                  <a:cubicBezTo>
                    <a:pt x="3177" y="8267"/>
                    <a:pt x="3197" y="8002"/>
                    <a:pt x="3010" y="7963"/>
                  </a:cubicBezTo>
                  <a:cubicBezTo>
                    <a:pt x="2204" y="7835"/>
                    <a:pt x="1446" y="7225"/>
                    <a:pt x="1082" y="6419"/>
                  </a:cubicBezTo>
                  <a:cubicBezTo>
                    <a:pt x="778" y="5710"/>
                    <a:pt x="738" y="4924"/>
                    <a:pt x="964" y="4186"/>
                  </a:cubicBezTo>
                  <a:lnTo>
                    <a:pt x="964" y="4186"/>
                  </a:lnTo>
                  <a:cubicBezTo>
                    <a:pt x="1238" y="4374"/>
                    <a:pt x="1565" y="4482"/>
                    <a:pt x="1903" y="4482"/>
                  </a:cubicBezTo>
                  <a:cubicBezTo>
                    <a:pt x="1918" y="4482"/>
                    <a:pt x="1933" y="4481"/>
                    <a:pt x="1948" y="4481"/>
                  </a:cubicBezTo>
                  <a:cubicBezTo>
                    <a:pt x="2292" y="4471"/>
                    <a:pt x="2626" y="4324"/>
                    <a:pt x="2862" y="4078"/>
                  </a:cubicBezTo>
                  <a:cubicBezTo>
                    <a:pt x="3108" y="3802"/>
                    <a:pt x="3177" y="3399"/>
                    <a:pt x="3030" y="3065"/>
                  </a:cubicBezTo>
                  <a:cubicBezTo>
                    <a:pt x="2870" y="2725"/>
                    <a:pt x="2511" y="2566"/>
                    <a:pt x="2156" y="2566"/>
                  </a:cubicBezTo>
                  <a:cubicBezTo>
                    <a:pt x="1987" y="2566"/>
                    <a:pt x="1818" y="2602"/>
                    <a:pt x="1672" y="2671"/>
                  </a:cubicBezTo>
                  <a:cubicBezTo>
                    <a:pt x="1309" y="2849"/>
                    <a:pt x="1033" y="3173"/>
                    <a:pt x="817" y="3665"/>
                  </a:cubicBezTo>
                  <a:cubicBezTo>
                    <a:pt x="699" y="3537"/>
                    <a:pt x="610" y="3389"/>
                    <a:pt x="541" y="3232"/>
                  </a:cubicBezTo>
                  <a:cubicBezTo>
                    <a:pt x="315" y="2652"/>
                    <a:pt x="355" y="2003"/>
                    <a:pt x="659" y="1462"/>
                  </a:cubicBezTo>
                  <a:cubicBezTo>
                    <a:pt x="975" y="847"/>
                    <a:pt x="1684" y="311"/>
                    <a:pt x="2413" y="311"/>
                  </a:cubicBezTo>
                  <a:cubicBezTo>
                    <a:pt x="2570" y="311"/>
                    <a:pt x="2727" y="336"/>
                    <a:pt x="2882" y="390"/>
                  </a:cubicBezTo>
                  <a:cubicBezTo>
                    <a:pt x="2901" y="397"/>
                    <a:pt x="2920" y="400"/>
                    <a:pt x="2937" y="400"/>
                  </a:cubicBezTo>
                  <a:cubicBezTo>
                    <a:pt x="3086" y="400"/>
                    <a:pt x="3148" y="157"/>
                    <a:pt x="2980" y="95"/>
                  </a:cubicBezTo>
                  <a:cubicBezTo>
                    <a:pt x="2789" y="30"/>
                    <a:pt x="2597" y="1"/>
                    <a:pt x="2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7">
              <a:extLst>
                <a:ext uri="{FF2B5EF4-FFF2-40B4-BE49-F238E27FC236}">
                  <a16:creationId xmlns:a16="http://schemas.microsoft.com/office/drawing/2014/main" id="{6E622AC9-E10F-F4E7-5B5D-5649438EC2F3}"/>
                </a:ext>
              </a:extLst>
            </p:cNvPr>
            <p:cNvSpPr/>
            <p:nvPr/>
          </p:nvSpPr>
          <p:spPr>
            <a:xfrm>
              <a:off x="7441136" y="3226550"/>
              <a:ext cx="485426" cy="173537"/>
            </a:xfrm>
            <a:custGeom>
              <a:avLst/>
              <a:gdLst/>
              <a:ahLst/>
              <a:cxnLst/>
              <a:rect l="l" t="t" r="r" b="b"/>
              <a:pathLst>
                <a:path w="9933" h="3551" extrusionOk="0">
                  <a:moveTo>
                    <a:pt x="5283" y="305"/>
                  </a:moveTo>
                  <a:cubicBezTo>
                    <a:pt x="5332" y="305"/>
                    <a:pt x="5391" y="314"/>
                    <a:pt x="5440" y="324"/>
                  </a:cubicBezTo>
                  <a:cubicBezTo>
                    <a:pt x="5725" y="364"/>
                    <a:pt x="5981" y="521"/>
                    <a:pt x="6138" y="767"/>
                  </a:cubicBezTo>
                  <a:cubicBezTo>
                    <a:pt x="6414" y="1209"/>
                    <a:pt x="6365" y="1839"/>
                    <a:pt x="6001" y="2311"/>
                  </a:cubicBezTo>
                  <a:cubicBezTo>
                    <a:pt x="5883" y="2468"/>
                    <a:pt x="5735" y="2616"/>
                    <a:pt x="5568" y="2724"/>
                  </a:cubicBezTo>
                  <a:cubicBezTo>
                    <a:pt x="5470" y="2665"/>
                    <a:pt x="5371" y="2606"/>
                    <a:pt x="5283" y="2537"/>
                  </a:cubicBezTo>
                  <a:cubicBezTo>
                    <a:pt x="4889" y="2232"/>
                    <a:pt x="4634" y="1908"/>
                    <a:pt x="4525" y="1554"/>
                  </a:cubicBezTo>
                  <a:cubicBezTo>
                    <a:pt x="4398" y="1150"/>
                    <a:pt x="4506" y="708"/>
                    <a:pt x="4781" y="482"/>
                  </a:cubicBezTo>
                  <a:cubicBezTo>
                    <a:pt x="4919" y="364"/>
                    <a:pt x="5096" y="305"/>
                    <a:pt x="5283" y="305"/>
                  </a:cubicBezTo>
                  <a:close/>
                  <a:moveTo>
                    <a:pt x="5284" y="0"/>
                  </a:moveTo>
                  <a:cubicBezTo>
                    <a:pt x="5034" y="0"/>
                    <a:pt x="4785" y="84"/>
                    <a:pt x="4584" y="246"/>
                  </a:cubicBezTo>
                  <a:cubicBezTo>
                    <a:pt x="4211" y="560"/>
                    <a:pt x="4073" y="1121"/>
                    <a:pt x="4230" y="1652"/>
                  </a:cubicBezTo>
                  <a:cubicBezTo>
                    <a:pt x="4358" y="2065"/>
                    <a:pt x="4653" y="2439"/>
                    <a:pt x="5096" y="2783"/>
                  </a:cubicBezTo>
                  <a:cubicBezTo>
                    <a:pt x="5155" y="2822"/>
                    <a:pt x="5214" y="2862"/>
                    <a:pt x="5273" y="2901"/>
                  </a:cubicBezTo>
                  <a:cubicBezTo>
                    <a:pt x="5047" y="3019"/>
                    <a:pt x="4801" y="3108"/>
                    <a:pt x="4535" y="3157"/>
                  </a:cubicBezTo>
                  <a:cubicBezTo>
                    <a:pt x="4286" y="3211"/>
                    <a:pt x="4033" y="3238"/>
                    <a:pt x="3779" y="3238"/>
                  </a:cubicBezTo>
                  <a:cubicBezTo>
                    <a:pt x="2388" y="3238"/>
                    <a:pt x="993" y="2449"/>
                    <a:pt x="336" y="1209"/>
                  </a:cubicBezTo>
                  <a:cubicBezTo>
                    <a:pt x="304" y="1152"/>
                    <a:pt x="254" y="1127"/>
                    <a:pt x="204" y="1127"/>
                  </a:cubicBezTo>
                  <a:cubicBezTo>
                    <a:pt x="102" y="1127"/>
                    <a:pt x="1" y="1231"/>
                    <a:pt x="60" y="1357"/>
                  </a:cubicBezTo>
                  <a:cubicBezTo>
                    <a:pt x="778" y="2695"/>
                    <a:pt x="2283" y="3550"/>
                    <a:pt x="3788" y="3550"/>
                  </a:cubicBezTo>
                  <a:cubicBezTo>
                    <a:pt x="4063" y="3550"/>
                    <a:pt x="4339" y="3521"/>
                    <a:pt x="4614" y="3452"/>
                  </a:cubicBezTo>
                  <a:cubicBezTo>
                    <a:pt x="4948" y="3383"/>
                    <a:pt x="5283" y="3265"/>
                    <a:pt x="5588" y="3088"/>
                  </a:cubicBezTo>
                  <a:cubicBezTo>
                    <a:pt x="6084" y="3357"/>
                    <a:pt x="6631" y="3494"/>
                    <a:pt x="7185" y="3494"/>
                  </a:cubicBezTo>
                  <a:cubicBezTo>
                    <a:pt x="7400" y="3494"/>
                    <a:pt x="7616" y="3473"/>
                    <a:pt x="7830" y="3432"/>
                  </a:cubicBezTo>
                  <a:cubicBezTo>
                    <a:pt x="8823" y="3216"/>
                    <a:pt x="9640" y="2458"/>
                    <a:pt x="9885" y="1544"/>
                  </a:cubicBezTo>
                  <a:cubicBezTo>
                    <a:pt x="9932" y="1421"/>
                    <a:pt x="9836" y="1340"/>
                    <a:pt x="9741" y="1340"/>
                  </a:cubicBezTo>
                  <a:cubicBezTo>
                    <a:pt x="9675" y="1340"/>
                    <a:pt x="9610" y="1378"/>
                    <a:pt x="9590" y="1465"/>
                  </a:cubicBezTo>
                  <a:cubicBezTo>
                    <a:pt x="9374" y="2272"/>
                    <a:pt x="8646" y="2940"/>
                    <a:pt x="7771" y="3137"/>
                  </a:cubicBezTo>
                  <a:cubicBezTo>
                    <a:pt x="7581" y="3172"/>
                    <a:pt x="7388" y="3190"/>
                    <a:pt x="7195" y="3190"/>
                  </a:cubicBezTo>
                  <a:cubicBezTo>
                    <a:pt x="6740" y="3190"/>
                    <a:pt x="6287" y="3091"/>
                    <a:pt x="5873" y="2891"/>
                  </a:cubicBezTo>
                  <a:cubicBezTo>
                    <a:pt x="6020" y="2773"/>
                    <a:pt x="6148" y="2645"/>
                    <a:pt x="6256" y="2498"/>
                  </a:cubicBezTo>
                  <a:cubicBezTo>
                    <a:pt x="6689" y="1927"/>
                    <a:pt x="6748" y="1141"/>
                    <a:pt x="6404" y="600"/>
                  </a:cubicBezTo>
                  <a:cubicBezTo>
                    <a:pt x="6197" y="285"/>
                    <a:pt x="5863" y="69"/>
                    <a:pt x="5489" y="19"/>
                  </a:cubicBezTo>
                  <a:cubicBezTo>
                    <a:pt x="5421" y="7"/>
                    <a:pt x="5352" y="0"/>
                    <a:pt x="52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7" name="Google Shape;567;p27">
            <a:extLst>
              <a:ext uri="{FF2B5EF4-FFF2-40B4-BE49-F238E27FC236}">
                <a16:creationId xmlns:a16="http://schemas.microsoft.com/office/drawing/2014/main" id="{CC82581F-62EC-E543-F727-4EAA6C37DF4D}"/>
              </a:ext>
            </a:extLst>
          </p:cNvPr>
          <p:cNvSpPr/>
          <p:nvPr/>
        </p:nvSpPr>
        <p:spPr>
          <a:xfrm>
            <a:off x="1240325" y="30100"/>
            <a:ext cx="177775" cy="115325"/>
          </a:xfrm>
          <a:custGeom>
            <a:avLst/>
            <a:gdLst/>
            <a:ahLst/>
            <a:cxnLst/>
            <a:rect l="l" t="t" r="r" b="b"/>
            <a:pathLst>
              <a:path w="7111" h="4613" extrusionOk="0">
                <a:moveTo>
                  <a:pt x="3531" y="0"/>
                </a:moveTo>
                <a:lnTo>
                  <a:pt x="0" y="1190"/>
                </a:lnTo>
                <a:lnTo>
                  <a:pt x="3580" y="4613"/>
                </a:lnTo>
                <a:lnTo>
                  <a:pt x="7111" y="3413"/>
                </a:lnTo>
                <a:lnTo>
                  <a:pt x="353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8" name="Google Shape;568;p27">
            <a:extLst>
              <a:ext uri="{FF2B5EF4-FFF2-40B4-BE49-F238E27FC236}">
                <a16:creationId xmlns:a16="http://schemas.microsoft.com/office/drawing/2014/main" id="{D1C53B0F-5AD5-007B-D115-B30CB8F9310E}"/>
              </a:ext>
            </a:extLst>
          </p:cNvPr>
          <p:cNvGrpSpPr/>
          <p:nvPr/>
        </p:nvGrpSpPr>
        <p:grpSpPr>
          <a:xfrm>
            <a:off x="342206" y="178687"/>
            <a:ext cx="1075893" cy="1010627"/>
            <a:chOff x="220838" y="-10150"/>
            <a:chExt cx="1417700" cy="1331700"/>
          </a:xfrm>
        </p:grpSpPr>
        <p:sp>
          <p:nvSpPr>
            <p:cNvPr id="569" name="Google Shape;569;p27">
              <a:extLst>
                <a:ext uri="{FF2B5EF4-FFF2-40B4-BE49-F238E27FC236}">
                  <a16:creationId xmlns:a16="http://schemas.microsoft.com/office/drawing/2014/main" id="{26FB8824-8CAC-0B05-3629-34DCCEB6060A}"/>
                </a:ext>
              </a:extLst>
            </p:cNvPr>
            <p:cNvSpPr/>
            <p:nvPr/>
          </p:nvSpPr>
          <p:spPr>
            <a:xfrm>
              <a:off x="220838" y="-10150"/>
              <a:ext cx="1241175" cy="540250"/>
            </a:xfrm>
            <a:custGeom>
              <a:avLst/>
              <a:gdLst/>
              <a:ahLst/>
              <a:cxnLst/>
              <a:rect l="l" t="t" r="r" b="b"/>
              <a:pathLst>
                <a:path w="49647" h="21610" extrusionOk="0">
                  <a:moveTo>
                    <a:pt x="46637" y="0"/>
                  </a:moveTo>
                  <a:cubicBezTo>
                    <a:pt x="46539" y="0"/>
                    <a:pt x="46440" y="21"/>
                    <a:pt x="46342" y="62"/>
                  </a:cubicBezTo>
                  <a:lnTo>
                    <a:pt x="44296" y="750"/>
                  </a:lnTo>
                  <a:cubicBezTo>
                    <a:pt x="44228" y="760"/>
                    <a:pt x="44159" y="780"/>
                    <a:pt x="44090" y="799"/>
                  </a:cubicBezTo>
                  <a:lnTo>
                    <a:pt x="40569" y="1989"/>
                  </a:lnTo>
                  <a:cubicBezTo>
                    <a:pt x="40490" y="2019"/>
                    <a:pt x="40422" y="2048"/>
                    <a:pt x="40353" y="2088"/>
                  </a:cubicBezTo>
                  <a:lnTo>
                    <a:pt x="36773" y="3307"/>
                  </a:lnTo>
                  <a:cubicBezTo>
                    <a:pt x="36694" y="3317"/>
                    <a:pt x="36615" y="3337"/>
                    <a:pt x="36537" y="3357"/>
                  </a:cubicBezTo>
                  <a:lnTo>
                    <a:pt x="33006" y="4556"/>
                  </a:lnTo>
                  <a:cubicBezTo>
                    <a:pt x="32927" y="4586"/>
                    <a:pt x="32859" y="4615"/>
                    <a:pt x="32790" y="4665"/>
                  </a:cubicBezTo>
                  <a:lnTo>
                    <a:pt x="28797" y="6012"/>
                  </a:lnTo>
                  <a:cubicBezTo>
                    <a:pt x="28708" y="6022"/>
                    <a:pt x="28620" y="6041"/>
                    <a:pt x="28541" y="6071"/>
                  </a:cubicBezTo>
                  <a:lnTo>
                    <a:pt x="25010" y="7261"/>
                  </a:lnTo>
                  <a:cubicBezTo>
                    <a:pt x="24932" y="7290"/>
                    <a:pt x="24853" y="7330"/>
                    <a:pt x="24774" y="7379"/>
                  </a:cubicBezTo>
                  <a:lnTo>
                    <a:pt x="20850" y="8707"/>
                  </a:lnTo>
                  <a:cubicBezTo>
                    <a:pt x="20762" y="8716"/>
                    <a:pt x="20673" y="8736"/>
                    <a:pt x="20585" y="8766"/>
                  </a:cubicBezTo>
                  <a:lnTo>
                    <a:pt x="17054" y="9965"/>
                  </a:lnTo>
                  <a:cubicBezTo>
                    <a:pt x="16966" y="9995"/>
                    <a:pt x="16887" y="10034"/>
                    <a:pt x="16808" y="10083"/>
                  </a:cubicBezTo>
                  <a:lnTo>
                    <a:pt x="12914" y="11411"/>
                  </a:lnTo>
                  <a:cubicBezTo>
                    <a:pt x="12815" y="11411"/>
                    <a:pt x="12727" y="11431"/>
                    <a:pt x="12628" y="11460"/>
                  </a:cubicBezTo>
                  <a:lnTo>
                    <a:pt x="9098" y="12660"/>
                  </a:lnTo>
                  <a:cubicBezTo>
                    <a:pt x="9009" y="12690"/>
                    <a:pt x="8921" y="12739"/>
                    <a:pt x="8832" y="12788"/>
                  </a:cubicBezTo>
                  <a:lnTo>
                    <a:pt x="905" y="15483"/>
                  </a:lnTo>
                  <a:cubicBezTo>
                    <a:pt x="305" y="15689"/>
                    <a:pt x="1" y="16348"/>
                    <a:pt x="227" y="16938"/>
                  </a:cubicBezTo>
                  <a:lnTo>
                    <a:pt x="1781" y="20912"/>
                  </a:lnTo>
                  <a:cubicBezTo>
                    <a:pt x="1948" y="21334"/>
                    <a:pt x="2351" y="21610"/>
                    <a:pt x="2813" y="21610"/>
                  </a:cubicBezTo>
                  <a:cubicBezTo>
                    <a:pt x="2931" y="21610"/>
                    <a:pt x="3049" y="21590"/>
                    <a:pt x="3167" y="21551"/>
                  </a:cubicBezTo>
                  <a:lnTo>
                    <a:pt x="5744" y="20675"/>
                  </a:lnTo>
                  <a:cubicBezTo>
                    <a:pt x="5783" y="20685"/>
                    <a:pt x="5823" y="20685"/>
                    <a:pt x="5872" y="20685"/>
                  </a:cubicBezTo>
                  <a:cubicBezTo>
                    <a:pt x="5980" y="20685"/>
                    <a:pt x="6098" y="20666"/>
                    <a:pt x="6206" y="20636"/>
                  </a:cubicBezTo>
                  <a:lnTo>
                    <a:pt x="9786" y="19485"/>
                  </a:lnTo>
                  <a:cubicBezTo>
                    <a:pt x="9983" y="19417"/>
                    <a:pt x="10150" y="19299"/>
                    <a:pt x="10288" y="19141"/>
                  </a:cubicBezTo>
                  <a:lnTo>
                    <a:pt x="13169" y="18168"/>
                  </a:lnTo>
                  <a:cubicBezTo>
                    <a:pt x="13228" y="18158"/>
                    <a:pt x="13287" y="18148"/>
                    <a:pt x="13336" y="18128"/>
                  </a:cubicBezTo>
                  <a:lnTo>
                    <a:pt x="16916" y="16978"/>
                  </a:lnTo>
                  <a:cubicBezTo>
                    <a:pt x="17044" y="16938"/>
                    <a:pt x="17162" y="16869"/>
                    <a:pt x="17270" y="16791"/>
                  </a:cubicBezTo>
                  <a:lnTo>
                    <a:pt x="20988" y="15532"/>
                  </a:lnTo>
                  <a:cubicBezTo>
                    <a:pt x="21106" y="15532"/>
                    <a:pt x="21224" y="15512"/>
                    <a:pt x="21342" y="15473"/>
                  </a:cubicBezTo>
                  <a:lnTo>
                    <a:pt x="22473" y="15089"/>
                  </a:lnTo>
                  <a:cubicBezTo>
                    <a:pt x="23260" y="14824"/>
                    <a:pt x="24066" y="14548"/>
                    <a:pt x="24883" y="14273"/>
                  </a:cubicBezTo>
                  <a:cubicBezTo>
                    <a:pt x="24991" y="14234"/>
                    <a:pt x="25099" y="14175"/>
                    <a:pt x="25197" y="14106"/>
                  </a:cubicBezTo>
                  <a:lnTo>
                    <a:pt x="28964" y="12827"/>
                  </a:lnTo>
                  <a:cubicBezTo>
                    <a:pt x="29082" y="12827"/>
                    <a:pt x="29200" y="12808"/>
                    <a:pt x="29308" y="12778"/>
                  </a:cubicBezTo>
                  <a:cubicBezTo>
                    <a:pt x="30488" y="12375"/>
                    <a:pt x="31659" y="11982"/>
                    <a:pt x="32839" y="11578"/>
                  </a:cubicBezTo>
                  <a:cubicBezTo>
                    <a:pt x="32937" y="11539"/>
                    <a:pt x="33036" y="11490"/>
                    <a:pt x="33124" y="11431"/>
                  </a:cubicBezTo>
                  <a:lnTo>
                    <a:pt x="36999" y="10123"/>
                  </a:lnTo>
                  <a:cubicBezTo>
                    <a:pt x="37097" y="10113"/>
                    <a:pt x="37206" y="10093"/>
                    <a:pt x="37304" y="10064"/>
                  </a:cubicBezTo>
                  <a:lnTo>
                    <a:pt x="38759" y="9572"/>
                  </a:lnTo>
                  <a:cubicBezTo>
                    <a:pt x="39458" y="9336"/>
                    <a:pt x="40156" y="9100"/>
                    <a:pt x="40835" y="8864"/>
                  </a:cubicBezTo>
                  <a:cubicBezTo>
                    <a:pt x="40923" y="8834"/>
                    <a:pt x="41012" y="8795"/>
                    <a:pt x="41090" y="8746"/>
                  </a:cubicBezTo>
                  <a:lnTo>
                    <a:pt x="44591" y="7566"/>
                  </a:lnTo>
                  <a:cubicBezTo>
                    <a:pt x="44680" y="7556"/>
                    <a:pt x="44769" y="7536"/>
                    <a:pt x="44857" y="7507"/>
                  </a:cubicBezTo>
                  <a:cubicBezTo>
                    <a:pt x="45722" y="7212"/>
                    <a:pt x="46529" y="6936"/>
                    <a:pt x="47276" y="6681"/>
                  </a:cubicBezTo>
                  <a:lnTo>
                    <a:pt x="48388" y="6307"/>
                  </a:lnTo>
                  <a:cubicBezTo>
                    <a:pt x="48457" y="6277"/>
                    <a:pt x="48525" y="6248"/>
                    <a:pt x="48594" y="6209"/>
                  </a:cubicBezTo>
                  <a:lnTo>
                    <a:pt x="48732" y="6159"/>
                  </a:lnTo>
                  <a:cubicBezTo>
                    <a:pt x="49342" y="5953"/>
                    <a:pt x="49647" y="5274"/>
                    <a:pt x="49401" y="4684"/>
                  </a:cubicBezTo>
                  <a:lnTo>
                    <a:pt x="47719" y="681"/>
                  </a:lnTo>
                  <a:cubicBezTo>
                    <a:pt x="47545" y="276"/>
                    <a:pt x="47162" y="3"/>
                    <a:pt x="46720" y="3"/>
                  </a:cubicBezTo>
                  <a:cubicBezTo>
                    <a:pt x="46712" y="3"/>
                    <a:pt x="46704" y="3"/>
                    <a:pt x="46696" y="3"/>
                  </a:cubicBezTo>
                  <a:cubicBezTo>
                    <a:pt x="46676" y="1"/>
                    <a:pt x="46657" y="0"/>
                    <a:pt x="46637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7">
              <a:extLst>
                <a:ext uri="{FF2B5EF4-FFF2-40B4-BE49-F238E27FC236}">
                  <a16:creationId xmlns:a16="http://schemas.microsoft.com/office/drawing/2014/main" id="{C55D2855-90D3-A2C3-F901-457B4CD85215}"/>
                </a:ext>
              </a:extLst>
            </p:cNvPr>
            <p:cNvSpPr/>
            <p:nvPr/>
          </p:nvSpPr>
          <p:spPr>
            <a:xfrm>
              <a:off x="259938" y="212725"/>
              <a:ext cx="1378600" cy="1108825"/>
            </a:xfrm>
            <a:custGeom>
              <a:avLst/>
              <a:gdLst/>
              <a:ahLst/>
              <a:cxnLst/>
              <a:rect l="l" t="t" r="r" b="b"/>
              <a:pathLst>
                <a:path w="55144" h="44353" extrusionOk="0">
                  <a:moveTo>
                    <a:pt x="47660" y="0"/>
                  </a:moveTo>
                  <a:cubicBezTo>
                    <a:pt x="47578" y="0"/>
                    <a:pt x="47496" y="9"/>
                    <a:pt x="47414" y="28"/>
                  </a:cubicBezTo>
                  <a:lnTo>
                    <a:pt x="46735" y="185"/>
                  </a:lnTo>
                  <a:lnTo>
                    <a:pt x="46676" y="195"/>
                  </a:lnTo>
                  <a:lnTo>
                    <a:pt x="43037" y="1021"/>
                  </a:lnTo>
                  <a:lnTo>
                    <a:pt x="42949" y="1041"/>
                  </a:lnTo>
                  <a:lnTo>
                    <a:pt x="42909" y="1050"/>
                  </a:lnTo>
                  <a:lnTo>
                    <a:pt x="39713" y="1768"/>
                  </a:lnTo>
                  <a:cubicBezTo>
                    <a:pt x="39654" y="1759"/>
                    <a:pt x="39595" y="1759"/>
                    <a:pt x="39536" y="1759"/>
                  </a:cubicBezTo>
                  <a:cubicBezTo>
                    <a:pt x="39448" y="1759"/>
                    <a:pt x="39369" y="1768"/>
                    <a:pt x="39290" y="1788"/>
                  </a:cubicBezTo>
                  <a:lnTo>
                    <a:pt x="35651" y="2604"/>
                  </a:lnTo>
                  <a:cubicBezTo>
                    <a:pt x="35504" y="2634"/>
                    <a:pt x="35376" y="2703"/>
                    <a:pt x="35248" y="2781"/>
                  </a:cubicBezTo>
                  <a:lnTo>
                    <a:pt x="31521" y="3627"/>
                  </a:lnTo>
                  <a:cubicBezTo>
                    <a:pt x="31462" y="3617"/>
                    <a:pt x="31403" y="3607"/>
                    <a:pt x="31334" y="3607"/>
                  </a:cubicBezTo>
                  <a:cubicBezTo>
                    <a:pt x="31255" y="3607"/>
                    <a:pt x="31167" y="3617"/>
                    <a:pt x="31088" y="3637"/>
                  </a:cubicBezTo>
                  <a:lnTo>
                    <a:pt x="27449" y="4463"/>
                  </a:lnTo>
                  <a:cubicBezTo>
                    <a:pt x="27311" y="4493"/>
                    <a:pt x="27174" y="4552"/>
                    <a:pt x="27056" y="4640"/>
                  </a:cubicBezTo>
                  <a:lnTo>
                    <a:pt x="23328" y="5486"/>
                  </a:lnTo>
                  <a:cubicBezTo>
                    <a:pt x="23269" y="5466"/>
                    <a:pt x="23201" y="5466"/>
                    <a:pt x="23132" y="5466"/>
                  </a:cubicBezTo>
                  <a:cubicBezTo>
                    <a:pt x="23053" y="5466"/>
                    <a:pt x="22974" y="5476"/>
                    <a:pt x="22886" y="5496"/>
                  </a:cubicBezTo>
                  <a:lnTo>
                    <a:pt x="19257" y="6312"/>
                  </a:lnTo>
                  <a:cubicBezTo>
                    <a:pt x="19109" y="6342"/>
                    <a:pt x="18972" y="6410"/>
                    <a:pt x="18854" y="6499"/>
                  </a:cubicBezTo>
                  <a:lnTo>
                    <a:pt x="15097" y="7345"/>
                  </a:lnTo>
                  <a:cubicBezTo>
                    <a:pt x="15028" y="7335"/>
                    <a:pt x="14969" y="7325"/>
                    <a:pt x="14900" y="7325"/>
                  </a:cubicBezTo>
                  <a:cubicBezTo>
                    <a:pt x="14821" y="7325"/>
                    <a:pt x="14733" y="7335"/>
                    <a:pt x="14654" y="7355"/>
                  </a:cubicBezTo>
                  <a:lnTo>
                    <a:pt x="11015" y="8181"/>
                  </a:lnTo>
                  <a:cubicBezTo>
                    <a:pt x="10868" y="8210"/>
                    <a:pt x="10730" y="8269"/>
                    <a:pt x="10612" y="8358"/>
                  </a:cubicBezTo>
                  <a:lnTo>
                    <a:pt x="7317" y="9105"/>
                  </a:lnTo>
                  <a:cubicBezTo>
                    <a:pt x="7249" y="9091"/>
                    <a:pt x="7178" y="9084"/>
                    <a:pt x="7109" y="9084"/>
                  </a:cubicBezTo>
                  <a:cubicBezTo>
                    <a:pt x="7028" y="9084"/>
                    <a:pt x="6949" y="9094"/>
                    <a:pt x="6875" y="9115"/>
                  </a:cubicBezTo>
                  <a:lnTo>
                    <a:pt x="3236" y="9941"/>
                  </a:lnTo>
                  <a:cubicBezTo>
                    <a:pt x="3088" y="9971"/>
                    <a:pt x="2951" y="10030"/>
                    <a:pt x="2833" y="10118"/>
                  </a:cubicBezTo>
                  <a:lnTo>
                    <a:pt x="964" y="10541"/>
                  </a:lnTo>
                  <a:cubicBezTo>
                    <a:pt x="374" y="10679"/>
                    <a:pt x="0" y="11259"/>
                    <a:pt x="128" y="11859"/>
                  </a:cubicBezTo>
                  <a:lnTo>
                    <a:pt x="1013" y="15999"/>
                  </a:lnTo>
                  <a:cubicBezTo>
                    <a:pt x="1023" y="16019"/>
                    <a:pt x="1023" y="16029"/>
                    <a:pt x="1023" y="16048"/>
                  </a:cubicBezTo>
                  <a:lnTo>
                    <a:pt x="1023" y="16058"/>
                  </a:lnTo>
                  <a:lnTo>
                    <a:pt x="1033" y="16107"/>
                  </a:lnTo>
                  <a:lnTo>
                    <a:pt x="6855" y="43478"/>
                  </a:lnTo>
                  <a:cubicBezTo>
                    <a:pt x="6963" y="43989"/>
                    <a:pt x="7416" y="44353"/>
                    <a:pt x="7937" y="44353"/>
                  </a:cubicBezTo>
                  <a:cubicBezTo>
                    <a:pt x="8016" y="44353"/>
                    <a:pt x="8094" y="44343"/>
                    <a:pt x="8173" y="44323"/>
                  </a:cubicBezTo>
                  <a:lnTo>
                    <a:pt x="54170" y="34489"/>
                  </a:lnTo>
                  <a:cubicBezTo>
                    <a:pt x="54760" y="34371"/>
                    <a:pt x="55144" y="33790"/>
                    <a:pt x="55026" y="33200"/>
                  </a:cubicBezTo>
                  <a:lnTo>
                    <a:pt x="48751" y="893"/>
                  </a:lnTo>
                  <a:cubicBezTo>
                    <a:pt x="48649" y="366"/>
                    <a:pt x="48179" y="0"/>
                    <a:pt x="47660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7">
              <a:extLst>
                <a:ext uri="{FF2B5EF4-FFF2-40B4-BE49-F238E27FC236}">
                  <a16:creationId xmlns:a16="http://schemas.microsoft.com/office/drawing/2014/main" id="{DD656C66-D8A1-033B-C9B7-043886B1122B}"/>
                </a:ext>
              </a:extLst>
            </p:cNvPr>
            <p:cNvSpPr/>
            <p:nvPr/>
          </p:nvSpPr>
          <p:spPr>
            <a:xfrm>
              <a:off x="248725" y="11400"/>
              <a:ext cx="1178225" cy="485125"/>
            </a:xfrm>
            <a:custGeom>
              <a:avLst/>
              <a:gdLst/>
              <a:ahLst/>
              <a:cxnLst/>
              <a:rect l="l" t="t" r="r" b="b"/>
              <a:pathLst>
                <a:path w="47129" h="19405" extrusionOk="0">
                  <a:moveTo>
                    <a:pt x="45447" y="1"/>
                  </a:moveTo>
                  <a:lnTo>
                    <a:pt x="1" y="15431"/>
                  </a:lnTo>
                  <a:lnTo>
                    <a:pt x="1555" y="19405"/>
                  </a:lnTo>
                  <a:lnTo>
                    <a:pt x="47129" y="4013"/>
                  </a:lnTo>
                  <a:lnTo>
                    <a:pt x="45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7">
              <a:extLst>
                <a:ext uri="{FF2B5EF4-FFF2-40B4-BE49-F238E27FC236}">
                  <a16:creationId xmlns:a16="http://schemas.microsoft.com/office/drawing/2014/main" id="{F79FB41A-7658-1CF2-66A4-511E1E210837}"/>
                </a:ext>
              </a:extLst>
            </p:cNvPr>
            <p:cNvSpPr/>
            <p:nvPr/>
          </p:nvSpPr>
          <p:spPr>
            <a:xfrm>
              <a:off x="453775" y="296600"/>
              <a:ext cx="177800" cy="114375"/>
            </a:xfrm>
            <a:custGeom>
              <a:avLst/>
              <a:gdLst/>
              <a:ahLst/>
              <a:cxnLst/>
              <a:rect l="l" t="t" r="r" b="b"/>
              <a:pathLst>
                <a:path w="7112" h="4575" extrusionOk="0">
                  <a:moveTo>
                    <a:pt x="3532" y="1"/>
                  </a:moveTo>
                  <a:lnTo>
                    <a:pt x="1" y="1201"/>
                  </a:lnTo>
                  <a:lnTo>
                    <a:pt x="3532" y="4574"/>
                  </a:lnTo>
                  <a:lnTo>
                    <a:pt x="7111" y="3423"/>
                  </a:lnTo>
                  <a:lnTo>
                    <a:pt x="35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7">
              <a:extLst>
                <a:ext uri="{FF2B5EF4-FFF2-40B4-BE49-F238E27FC236}">
                  <a16:creationId xmlns:a16="http://schemas.microsoft.com/office/drawing/2014/main" id="{25857BFE-96FC-4DCA-F775-3E028DCE4924}"/>
                </a:ext>
              </a:extLst>
            </p:cNvPr>
            <p:cNvSpPr/>
            <p:nvPr/>
          </p:nvSpPr>
          <p:spPr>
            <a:xfrm>
              <a:off x="275525" y="359300"/>
              <a:ext cx="177800" cy="114350"/>
            </a:xfrm>
            <a:custGeom>
              <a:avLst/>
              <a:gdLst/>
              <a:ahLst/>
              <a:cxnLst/>
              <a:rect l="l" t="t" r="r" b="b"/>
              <a:pathLst>
                <a:path w="7112" h="4574" extrusionOk="0">
                  <a:moveTo>
                    <a:pt x="3531" y="1"/>
                  </a:moveTo>
                  <a:lnTo>
                    <a:pt x="1" y="1201"/>
                  </a:lnTo>
                  <a:lnTo>
                    <a:pt x="3531" y="4574"/>
                  </a:lnTo>
                  <a:lnTo>
                    <a:pt x="7111" y="3413"/>
                  </a:lnTo>
                  <a:lnTo>
                    <a:pt x="35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7">
              <a:extLst>
                <a:ext uri="{FF2B5EF4-FFF2-40B4-BE49-F238E27FC236}">
                  <a16:creationId xmlns:a16="http://schemas.microsoft.com/office/drawing/2014/main" id="{A4F4680F-E7EB-9ECB-A0FD-EE9B70D77C02}"/>
                </a:ext>
              </a:extLst>
            </p:cNvPr>
            <p:cNvSpPr/>
            <p:nvPr/>
          </p:nvSpPr>
          <p:spPr>
            <a:xfrm>
              <a:off x="652700" y="229250"/>
              <a:ext cx="177775" cy="115325"/>
            </a:xfrm>
            <a:custGeom>
              <a:avLst/>
              <a:gdLst/>
              <a:ahLst/>
              <a:cxnLst/>
              <a:rect l="l" t="t" r="r" b="b"/>
              <a:pathLst>
                <a:path w="7111" h="4613" extrusionOk="0">
                  <a:moveTo>
                    <a:pt x="3531" y="0"/>
                  </a:moveTo>
                  <a:lnTo>
                    <a:pt x="0" y="1200"/>
                  </a:lnTo>
                  <a:lnTo>
                    <a:pt x="3570" y="4613"/>
                  </a:lnTo>
                  <a:lnTo>
                    <a:pt x="7111" y="3413"/>
                  </a:lnTo>
                  <a:lnTo>
                    <a:pt x="35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7">
              <a:extLst>
                <a:ext uri="{FF2B5EF4-FFF2-40B4-BE49-F238E27FC236}">
                  <a16:creationId xmlns:a16="http://schemas.microsoft.com/office/drawing/2014/main" id="{DDCAF50D-73B0-278D-6C5D-F8726A6CE77C}"/>
                </a:ext>
              </a:extLst>
            </p:cNvPr>
            <p:cNvSpPr/>
            <p:nvPr/>
          </p:nvSpPr>
          <p:spPr>
            <a:xfrm>
              <a:off x="851600" y="161875"/>
              <a:ext cx="177800" cy="115350"/>
            </a:xfrm>
            <a:custGeom>
              <a:avLst/>
              <a:gdLst/>
              <a:ahLst/>
              <a:cxnLst/>
              <a:rect l="l" t="t" r="r" b="b"/>
              <a:pathLst>
                <a:path w="7112" h="4614" extrusionOk="0">
                  <a:moveTo>
                    <a:pt x="3531" y="1"/>
                  </a:moveTo>
                  <a:lnTo>
                    <a:pt x="1" y="1191"/>
                  </a:lnTo>
                  <a:lnTo>
                    <a:pt x="3580" y="4613"/>
                  </a:lnTo>
                  <a:cubicBezTo>
                    <a:pt x="4761" y="4210"/>
                    <a:pt x="5931" y="3816"/>
                    <a:pt x="7111" y="3413"/>
                  </a:cubicBezTo>
                  <a:lnTo>
                    <a:pt x="35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7">
              <a:extLst>
                <a:ext uri="{FF2B5EF4-FFF2-40B4-BE49-F238E27FC236}">
                  <a16:creationId xmlns:a16="http://schemas.microsoft.com/office/drawing/2014/main" id="{2A74A8A3-8B4E-2452-5F62-DEFED8E8FDA3}"/>
                </a:ext>
              </a:extLst>
            </p:cNvPr>
            <p:cNvSpPr/>
            <p:nvPr/>
          </p:nvSpPr>
          <p:spPr>
            <a:xfrm>
              <a:off x="1051500" y="94025"/>
              <a:ext cx="177775" cy="115325"/>
            </a:xfrm>
            <a:custGeom>
              <a:avLst/>
              <a:gdLst/>
              <a:ahLst/>
              <a:cxnLst/>
              <a:rect l="l" t="t" r="r" b="b"/>
              <a:pathLst>
                <a:path w="7111" h="4613" extrusionOk="0">
                  <a:moveTo>
                    <a:pt x="3531" y="0"/>
                  </a:moveTo>
                  <a:lnTo>
                    <a:pt x="0" y="1200"/>
                  </a:lnTo>
                  <a:lnTo>
                    <a:pt x="3580" y="4613"/>
                  </a:lnTo>
                  <a:cubicBezTo>
                    <a:pt x="4790" y="4200"/>
                    <a:pt x="5970" y="3806"/>
                    <a:pt x="7111" y="3423"/>
                  </a:cubicBezTo>
                  <a:lnTo>
                    <a:pt x="35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7">
              <a:extLst>
                <a:ext uri="{FF2B5EF4-FFF2-40B4-BE49-F238E27FC236}">
                  <a16:creationId xmlns:a16="http://schemas.microsoft.com/office/drawing/2014/main" id="{BC885E17-387B-C514-E02B-1BE01732AEDF}"/>
                </a:ext>
              </a:extLst>
            </p:cNvPr>
            <p:cNvSpPr/>
            <p:nvPr/>
          </p:nvSpPr>
          <p:spPr>
            <a:xfrm>
              <a:off x="286600" y="234650"/>
              <a:ext cx="1318125" cy="1053325"/>
            </a:xfrm>
            <a:custGeom>
              <a:avLst/>
              <a:gdLst/>
              <a:ahLst/>
              <a:cxnLst/>
              <a:rect l="l" t="t" r="r" b="b"/>
              <a:pathLst>
                <a:path w="52725" h="42133" extrusionOk="0">
                  <a:moveTo>
                    <a:pt x="46450" y="1"/>
                  </a:moveTo>
                  <a:lnTo>
                    <a:pt x="45703" y="168"/>
                  </a:lnTo>
                  <a:lnTo>
                    <a:pt x="43627" y="2292"/>
                  </a:lnTo>
                  <a:lnTo>
                    <a:pt x="41946" y="1014"/>
                  </a:lnTo>
                  <a:lnTo>
                    <a:pt x="0" y="10514"/>
                  </a:lnTo>
                  <a:lnTo>
                    <a:pt x="6737" y="42133"/>
                  </a:lnTo>
                  <a:lnTo>
                    <a:pt x="52725" y="32298"/>
                  </a:lnTo>
                  <a:lnTo>
                    <a:pt x="464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7">
              <a:extLst>
                <a:ext uri="{FF2B5EF4-FFF2-40B4-BE49-F238E27FC236}">
                  <a16:creationId xmlns:a16="http://schemas.microsoft.com/office/drawing/2014/main" id="{0903209C-A7E9-20C7-1831-D48417D0C04C}"/>
                </a:ext>
              </a:extLst>
            </p:cNvPr>
            <p:cNvSpPr/>
            <p:nvPr/>
          </p:nvSpPr>
          <p:spPr>
            <a:xfrm>
              <a:off x="413450" y="645750"/>
              <a:ext cx="67650" cy="67150"/>
            </a:xfrm>
            <a:custGeom>
              <a:avLst/>
              <a:gdLst/>
              <a:ahLst/>
              <a:cxnLst/>
              <a:rect l="l" t="t" r="r" b="b"/>
              <a:pathLst>
                <a:path w="2706" h="2686" extrusionOk="0">
                  <a:moveTo>
                    <a:pt x="1313" y="234"/>
                  </a:moveTo>
                  <a:cubicBezTo>
                    <a:pt x="1819" y="234"/>
                    <a:pt x="2194" y="542"/>
                    <a:pt x="2302" y="1033"/>
                  </a:cubicBezTo>
                  <a:cubicBezTo>
                    <a:pt x="2420" y="1613"/>
                    <a:pt x="2096" y="2115"/>
                    <a:pt x="1447" y="2252"/>
                  </a:cubicBezTo>
                  <a:lnTo>
                    <a:pt x="729" y="2410"/>
                  </a:lnTo>
                  <a:lnTo>
                    <a:pt x="306" y="423"/>
                  </a:lnTo>
                  <a:lnTo>
                    <a:pt x="1024" y="266"/>
                  </a:lnTo>
                  <a:cubicBezTo>
                    <a:pt x="1124" y="245"/>
                    <a:pt x="1221" y="234"/>
                    <a:pt x="1313" y="234"/>
                  </a:cubicBezTo>
                  <a:close/>
                  <a:moveTo>
                    <a:pt x="1341" y="1"/>
                  </a:moveTo>
                  <a:cubicBezTo>
                    <a:pt x="1227" y="1"/>
                    <a:pt x="1108" y="13"/>
                    <a:pt x="984" y="40"/>
                  </a:cubicBezTo>
                  <a:lnTo>
                    <a:pt x="1" y="246"/>
                  </a:lnTo>
                  <a:lnTo>
                    <a:pt x="522" y="2685"/>
                  </a:lnTo>
                  <a:lnTo>
                    <a:pt x="1506" y="2469"/>
                  </a:lnTo>
                  <a:cubicBezTo>
                    <a:pt x="2292" y="2302"/>
                    <a:pt x="2706" y="1692"/>
                    <a:pt x="2548" y="974"/>
                  </a:cubicBezTo>
                  <a:cubicBezTo>
                    <a:pt x="2424" y="368"/>
                    <a:pt x="1957" y="1"/>
                    <a:pt x="134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7">
              <a:extLst>
                <a:ext uri="{FF2B5EF4-FFF2-40B4-BE49-F238E27FC236}">
                  <a16:creationId xmlns:a16="http://schemas.microsoft.com/office/drawing/2014/main" id="{AF415D75-E13F-0075-9AC2-3453572A1658}"/>
                </a:ext>
              </a:extLst>
            </p:cNvPr>
            <p:cNvSpPr/>
            <p:nvPr/>
          </p:nvSpPr>
          <p:spPr>
            <a:xfrm>
              <a:off x="489425" y="634425"/>
              <a:ext cx="19450" cy="62250"/>
            </a:xfrm>
            <a:custGeom>
              <a:avLst/>
              <a:gdLst/>
              <a:ahLst/>
              <a:cxnLst/>
              <a:rect l="l" t="t" r="r" b="b"/>
              <a:pathLst>
                <a:path w="778" h="2490" extrusionOk="0">
                  <a:moveTo>
                    <a:pt x="257" y="1"/>
                  </a:moveTo>
                  <a:lnTo>
                    <a:pt x="1" y="50"/>
                  </a:lnTo>
                  <a:lnTo>
                    <a:pt x="522" y="2489"/>
                  </a:lnTo>
                  <a:lnTo>
                    <a:pt x="778" y="2430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7">
              <a:extLst>
                <a:ext uri="{FF2B5EF4-FFF2-40B4-BE49-F238E27FC236}">
                  <a16:creationId xmlns:a16="http://schemas.microsoft.com/office/drawing/2014/main" id="{263AB7C1-1837-4BAA-386B-FF2091EE531F}"/>
                </a:ext>
              </a:extLst>
            </p:cNvPr>
            <p:cNvSpPr/>
            <p:nvPr/>
          </p:nvSpPr>
          <p:spPr>
            <a:xfrm>
              <a:off x="520175" y="623400"/>
              <a:ext cx="61475" cy="66625"/>
            </a:xfrm>
            <a:custGeom>
              <a:avLst/>
              <a:gdLst/>
              <a:ahLst/>
              <a:cxnLst/>
              <a:rect l="l" t="t" r="r" b="b"/>
              <a:pathLst>
                <a:path w="2459" h="2665" extrusionOk="0">
                  <a:moveTo>
                    <a:pt x="1202" y="227"/>
                  </a:moveTo>
                  <a:cubicBezTo>
                    <a:pt x="1543" y="227"/>
                    <a:pt x="1756" y="396"/>
                    <a:pt x="1820" y="707"/>
                  </a:cubicBezTo>
                  <a:lnTo>
                    <a:pt x="1820" y="717"/>
                  </a:lnTo>
                  <a:cubicBezTo>
                    <a:pt x="1908" y="1101"/>
                    <a:pt x="1702" y="1376"/>
                    <a:pt x="1210" y="1484"/>
                  </a:cubicBezTo>
                  <a:lnTo>
                    <a:pt x="561" y="1622"/>
                  </a:lnTo>
                  <a:lnTo>
                    <a:pt x="305" y="403"/>
                  </a:lnTo>
                  <a:lnTo>
                    <a:pt x="944" y="255"/>
                  </a:lnTo>
                  <a:cubicBezTo>
                    <a:pt x="1037" y="237"/>
                    <a:pt x="1123" y="227"/>
                    <a:pt x="1202" y="227"/>
                  </a:cubicBezTo>
                  <a:close/>
                  <a:moveTo>
                    <a:pt x="1235" y="0"/>
                  </a:moveTo>
                  <a:cubicBezTo>
                    <a:pt x="1132" y="0"/>
                    <a:pt x="1022" y="13"/>
                    <a:pt x="905" y="39"/>
                  </a:cubicBezTo>
                  <a:lnTo>
                    <a:pt x="0" y="226"/>
                  </a:lnTo>
                  <a:lnTo>
                    <a:pt x="522" y="2665"/>
                  </a:lnTo>
                  <a:lnTo>
                    <a:pt x="777" y="2615"/>
                  </a:lnTo>
                  <a:lnTo>
                    <a:pt x="610" y="1838"/>
                  </a:lnTo>
                  <a:lnTo>
                    <a:pt x="1269" y="1701"/>
                  </a:lnTo>
                  <a:cubicBezTo>
                    <a:pt x="1328" y="1681"/>
                    <a:pt x="1397" y="1671"/>
                    <a:pt x="1456" y="1652"/>
                  </a:cubicBezTo>
                  <a:lnTo>
                    <a:pt x="2184" y="2311"/>
                  </a:lnTo>
                  <a:lnTo>
                    <a:pt x="2459" y="2252"/>
                  </a:lnTo>
                  <a:lnTo>
                    <a:pt x="1692" y="1543"/>
                  </a:lnTo>
                  <a:cubicBezTo>
                    <a:pt x="2007" y="1376"/>
                    <a:pt x="2174" y="1012"/>
                    <a:pt x="2085" y="658"/>
                  </a:cubicBezTo>
                  <a:cubicBezTo>
                    <a:pt x="1989" y="235"/>
                    <a:pt x="1680" y="0"/>
                    <a:pt x="123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7">
              <a:extLst>
                <a:ext uri="{FF2B5EF4-FFF2-40B4-BE49-F238E27FC236}">
                  <a16:creationId xmlns:a16="http://schemas.microsoft.com/office/drawing/2014/main" id="{93FD21D9-4390-DCE9-6431-A445B22A3670}"/>
                </a:ext>
              </a:extLst>
            </p:cNvPr>
            <p:cNvSpPr/>
            <p:nvPr/>
          </p:nvSpPr>
          <p:spPr>
            <a:xfrm>
              <a:off x="587300" y="605925"/>
              <a:ext cx="56075" cy="69850"/>
            </a:xfrm>
            <a:custGeom>
              <a:avLst/>
              <a:gdLst/>
              <a:ahLst/>
              <a:cxnLst/>
              <a:rect l="l" t="t" r="r" b="b"/>
              <a:pathLst>
                <a:path w="2243" h="2794" extrusionOk="0">
                  <a:moveTo>
                    <a:pt x="1672" y="0"/>
                  </a:moveTo>
                  <a:lnTo>
                    <a:pt x="0" y="354"/>
                  </a:lnTo>
                  <a:lnTo>
                    <a:pt x="521" y="2793"/>
                  </a:lnTo>
                  <a:lnTo>
                    <a:pt x="2242" y="2419"/>
                  </a:lnTo>
                  <a:lnTo>
                    <a:pt x="2193" y="2203"/>
                  </a:lnTo>
                  <a:lnTo>
                    <a:pt x="738" y="2508"/>
                  </a:lnTo>
                  <a:lnTo>
                    <a:pt x="541" y="1603"/>
                  </a:lnTo>
                  <a:lnTo>
                    <a:pt x="1800" y="1338"/>
                  </a:lnTo>
                  <a:lnTo>
                    <a:pt x="1751" y="1121"/>
                  </a:lnTo>
                  <a:lnTo>
                    <a:pt x="492" y="1387"/>
                  </a:lnTo>
                  <a:lnTo>
                    <a:pt x="305" y="521"/>
                  </a:lnTo>
                  <a:lnTo>
                    <a:pt x="1711" y="216"/>
                  </a:lnTo>
                  <a:lnTo>
                    <a:pt x="167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7">
              <a:extLst>
                <a:ext uri="{FF2B5EF4-FFF2-40B4-BE49-F238E27FC236}">
                  <a16:creationId xmlns:a16="http://schemas.microsoft.com/office/drawing/2014/main" id="{66C99D61-72D9-D20A-86E0-E5F3421AE7FE}"/>
                </a:ext>
              </a:extLst>
            </p:cNvPr>
            <p:cNvSpPr/>
            <p:nvPr/>
          </p:nvSpPr>
          <p:spPr>
            <a:xfrm>
              <a:off x="646800" y="594325"/>
              <a:ext cx="62725" cy="63825"/>
            </a:xfrm>
            <a:custGeom>
              <a:avLst/>
              <a:gdLst/>
              <a:ahLst/>
              <a:cxnLst/>
              <a:rect l="l" t="t" r="r" b="b"/>
              <a:pathLst>
                <a:path w="2509" h="2553" extrusionOk="0">
                  <a:moveTo>
                    <a:pt x="1469" y="1"/>
                  </a:moveTo>
                  <a:cubicBezTo>
                    <a:pt x="1366" y="1"/>
                    <a:pt x="1263" y="14"/>
                    <a:pt x="1161" y="41"/>
                  </a:cubicBezTo>
                  <a:cubicBezTo>
                    <a:pt x="423" y="199"/>
                    <a:pt x="0" y="838"/>
                    <a:pt x="148" y="1546"/>
                  </a:cubicBezTo>
                  <a:cubicBezTo>
                    <a:pt x="283" y="2161"/>
                    <a:pt x="779" y="2553"/>
                    <a:pt x="1383" y="2553"/>
                  </a:cubicBezTo>
                  <a:cubicBezTo>
                    <a:pt x="1483" y="2553"/>
                    <a:pt x="1587" y="2542"/>
                    <a:pt x="1692" y="2520"/>
                  </a:cubicBezTo>
                  <a:cubicBezTo>
                    <a:pt x="2026" y="2461"/>
                    <a:pt x="2331" y="2254"/>
                    <a:pt x="2508" y="1969"/>
                  </a:cubicBezTo>
                  <a:lnTo>
                    <a:pt x="2311" y="1841"/>
                  </a:lnTo>
                  <a:cubicBezTo>
                    <a:pt x="2164" y="2067"/>
                    <a:pt x="1928" y="2234"/>
                    <a:pt x="1652" y="2284"/>
                  </a:cubicBezTo>
                  <a:cubicBezTo>
                    <a:pt x="1581" y="2299"/>
                    <a:pt x="1510" y="2306"/>
                    <a:pt x="1439" y="2306"/>
                  </a:cubicBezTo>
                  <a:cubicBezTo>
                    <a:pt x="966" y="2306"/>
                    <a:pt x="536" y="1975"/>
                    <a:pt x="433" y="1487"/>
                  </a:cubicBezTo>
                  <a:cubicBezTo>
                    <a:pt x="315" y="936"/>
                    <a:pt x="669" y="385"/>
                    <a:pt x="1220" y="267"/>
                  </a:cubicBezTo>
                  <a:cubicBezTo>
                    <a:pt x="1301" y="247"/>
                    <a:pt x="1382" y="237"/>
                    <a:pt x="1463" y="237"/>
                  </a:cubicBezTo>
                  <a:cubicBezTo>
                    <a:pt x="1654" y="237"/>
                    <a:pt x="1840" y="294"/>
                    <a:pt x="2006" y="405"/>
                  </a:cubicBezTo>
                  <a:lnTo>
                    <a:pt x="2124" y="199"/>
                  </a:lnTo>
                  <a:cubicBezTo>
                    <a:pt x="1927" y="69"/>
                    <a:pt x="1700" y="1"/>
                    <a:pt x="146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7">
              <a:extLst>
                <a:ext uri="{FF2B5EF4-FFF2-40B4-BE49-F238E27FC236}">
                  <a16:creationId xmlns:a16="http://schemas.microsoft.com/office/drawing/2014/main" id="{45C0D609-1889-50BD-6C84-FEC270302AB0}"/>
                </a:ext>
              </a:extLst>
            </p:cNvPr>
            <p:cNvSpPr/>
            <p:nvPr/>
          </p:nvSpPr>
          <p:spPr>
            <a:xfrm>
              <a:off x="705800" y="578875"/>
              <a:ext cx="50425" cy="66900"/>
            </a:xfrm>
            <a:custGeom>
              <a:avLst/>
              <a:gdLst/>
              <a:ahLst/>
              <a:cxnLst/>
              <a:rect l="l" t="t" r="r" b="b"/>
              <a:pathLst>
                <a:path w="2017" h="2676" extrusionOk="0">
                  <a:moveTo>
                    <a:pt x="1967" y="0"/>
                  </a:moveTo>
                  <a:lnTo>
                    <a:pt x="1" y="423"/>
                  </a:lnTo>
                  <a:lnTo>
                    <a:pt x="50" y="640"/>
                  </a:lnTo>
                  <a:lnTo>
                    <a:pt x="905" y="462"/>
                  </a:lnTo>
                  <a:lnTo>
                    <a:pt x="1368" y="2675"/>
                  </a:lnTo>
                  <a:lnTo>
                    <a:pt x="1623" y="2616"/>
                  </a:lnTo>
                  <a:lnTo>
                    <a:pt x="1151" y="403"/>
                  </a:lnTo>
                  <a:lnTo>
                    <a:pt x="2017" y="217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7">
              <a:extLst>
                <a:ext uri="{FF2B5EF4-FFF2-40B4-BE49-F238E27FC236}">
                  <a16:creationId xmlns:a16="http://schemas.microsoft.com/office/drawing/2014/main" id="{40E74B82-C43B-1EFB-F828-72CA4E563CCD}"/>
                </a:ext>
              </a:extLst>
            </p:cNvPr>
            <p:cNvSpPr/>
            <p:nvPr/>
          </p:nvSpPr>
          <p:spPr>
            <a:xfrm>
              <a:off x="766050" y="568850"/>
              <a:ext cx="71550" cy="63575"/>
            </a:xfrm>
            <a:custGeom>
              <a:avLst/>
              <a:gdLst/>
              <a:ahLst/>
              <a:cxnLst/>
              <a:rect l="l" t="t" r="r" b="b"/>
              <a:pathLst>
                <a:path w="2862" h="2543" extrusionOk="0">
                  <a:moveTo>
                    <a:pt x="1420" y="215"/>
                  </a:moveTo>
                  <a:cubicBezTo>
                    <a:pt x="1882" y="215"/>
                    <a:pt x="2339" y="515"/>
                    <a:pt x="2449" y="1050"/>
                  </a:cubicBezTo>
                  <a:lnTo>
                    <a:pt x="2459" y="1050"/>
                  </a:lnTo>
                  <a:cubicBezTo>
                    <a:pt x="2596" y="1621"/>
                    <a:pt x="2223" y="2181"/>
                    <a:pt x="1652" y="2280"/>
                  </a:cubicBezTo>
                  <a:cubicBezTo>
                    <a:pt x="1573" y="2297"/>
                    <a:pt x="1496" y="2305"/>
                    <a:pt x="1421" y="2305"/>
                  </a:cubicBezTo>
                  <a:cubicBezTo>
                    <a:pt x="626" y="2305"/>
                    <a:pt x="84" y="1405"/>
                    <a:pt x="551" y="686"/>
                  </a:cubicBezTo>
                  <a:cubicBezTo>
                    <a:pt x="763" y="365"/>
                    <a:pt x="1093" y="215"/>
                    <a:pt x="1420" y="215"/>
                  </a:cubicBezTo>
                  <a:close/>
                  <a:moveTo>
                    <a:pt x="1494" y="0"/>
                  </a:moveTo>
                  <a:cubicBezTo>
                    <a:pt x="1389" y="0"/>
                    <a:pt x="1281" y="12"/>
                    <a:pt x="1170" y="37"/>
                  </a:cubicBezTo>
                  <a:cubicBezTo>
                    <a:pt x="433" y="195"/>
                    <a:pt x="0" y="834"/>
                    <a:pt x="157" y="1542"/>
                  </a:cubicBezTo>
                  <a:cubicBezTo>
                    <a:pt x="283" y="2153"/>
                    <a:pt x="778" y="2543"/>
                    <a:pt x="1378" y="2543"/>
                  </a:cubicBezTo>
                  <a:cubicBezTo>
                    <a:pt x="1483" y="2543"/>
                    <a:pt x="1591" y="2531"/>
                    <a:pt x="1701" y="2506"/>
                  </a:cubicBezTo>
                  <a:cubicBezTo>
                    <a:pt x="2429" y="2349"/>
                    <a:pt x="2862" y="1709"/>
                    <a:pt x="2705" y="1001"/>
                  </a:cubicBezTo>
                  <a:cubicBezTo>
                    <a:pt x="2579" y="390"/>
                    <a:pt x="2091" y="0"/>
                    <a:pt x="149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7">
              <a:extLst>
                <a:ext uri="{FF2B5EF4-FFF2-40B4-BE49-F238E27FC236}">
                  <a16:creationId xmlns:a16="http://schemas.microsoft.com/office/drawing/2014/main" id="{4317605D-8425-34BD-5B13-D5897407912F}"/>
                </a:ext>
              </a:extLst>
            </p:cNvPr>
            <p:cNvSpPr/>
            <p:nvPr/>
          </p:nvSpPr>
          <p:spPr>
            <a:xfrm>
              <a:off x="846200" y="553575"/>
              <a:ext cx="61475" cy="66625"/>
            </a:xfrm>
            <a:custGeom>
              <a:avLst/>
              <a:gdLst/>
              <a:ahLst/>
              <a:cxnLst/>
              <a:rect l="l" t="t" r="r" b="b"/>
              <a:pathLst>
                <a:path w="2459" h="2665" extrusionOk="0">
                  <a:moveTo>
                    <a:pt x="1201" y="227"/>
                  </a:moveTo>
                  <a:cubicBezTo>
                    <a:pt x="1543" y="227"/>
                    <a:pt x="1756" y="398"/>
                    <a:pt x="1820" y="717"/>
                  </a:cubicBezTo>
                  <a:cubicBezTo>
                    <a:pt x="1908" y="1101"/>
                    <a:pt x="1692" y="1376"/>
                    <a:pt x="1210" y="1484"/>
                  </a:cubicBezTo>
                  <a:lnTo>
                    <a:pt x="561" y="1622"/>
                  </a:lnTo>
                  <a:lnTo>
                    <a:pt x="305" y="403"/>
                  </a:lnTo>
                  <a:lnTo>
                    <a:pt x="944" y="255"/>
                  </a:lnTo>
                  <a:cubicBezTo>
                    <a:pt x="1037" y="237"/>
                    <a:pt x="1122" y="227"/>
                    <a:pt x="1201" y="227"/>
                  </a:cubicBezTo>
                  <a:close/>
                  <a:moveTo>
                    <a:pt x="1235" y="0"/>
                  </a:moveTo>
                  <a:cubicBezTo>
                    <a:pt x="1132" y="0"/>
                    <a:pt x="1022" y="13"/>
                    <a:pt x="905" y="39"/>
                  </a:cubicBezTo>
                  <a:lnTo>
                    <a:pt x="0" y="235"/>
                  </a:lnTo>
                  <a:lnTo>
                    <a:pt x="521" y="2664"/>
                  </a:lnTo>
                  <a:lnTo>
                    <a:pt x="777" y="2615"/>
                  </a:lnTo>
                  <a:lnTo>
                    <a:pt x="610" y="1838"/>
                  </a:lnTo>
                  <a:lnTo>
                    <a:pt x="1259" y="1701"/>
                  </a:lnTo>
                  <a:cubicBezTo>
                    <a:pt x="1328" y="1681"/>
                    <a:pt x="1397" y="1671"/>
                    <a:pt x="1456" y="1652"/>
                  </a:cubicBezTo>
                  <a:lnTo>
                    <a:pt x="2184" y="2310"/>
                  </a:lnTo>
                  <a:lnTo>
                    <a:pt x="2459" y="2251"/>
                  </a:lnTo>
                  <a:lnTo>
                    <a:pt x="1692" y="1543"/>
                  </a:lnTo>
                  <a:cubicBezTo>
                    <a:pt x="2006" y="1376"/>
                    <a:pt x="2174" y="1012"/>
                    <a:pt x="2085" y="658"/>
                  </a:cubicBezTo>
                  <a:cubicBezTo>
                    <a:pt x="1989" y="235"/>
                    <a:pt x="1680" y="0"/>
                    <a:pt x="123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7">
              <a:extLst>
                <a:ext uri="{FF2B5EF4-FFF2-40B4-BE49-F238E27FC236}">
                  <a16:creationId xmlns:a16="http://schemas.microsoft.com/office/drawing/2014/main" id="{6ACF5088-298A-BBD9-52CA-B663C0C971EA}"/>
                </a:ext>
              </a:extLst>
            </p:cNvPr>
            <p:cNvSpPr/>
            <p:nvPr/>
          </p:nvSpPr>
          <p:spPr>
            <a:xfrm>
              <a:off x="525575" y="1019700"/>
              <a:ext cx="71075" cy="69375"/>
            </a:xfrm>
            <a:custGeom>
              <a:avLst/>
              <a:gdLst/>
              <a:ahLst/>
              <a:cxnLst/>
              <a:rect l="l" t="t" r="r" b="b"/>
              <a:pathLst>
                <a:path w="2843" h="2775" extrusionOk="0">
                  <a:moveTo>
                    <a:pt x="2351" y="1"/>
                  </a:moveTo>
                  <a:lnTo>
                    <a:pt x="2164" y="50"/>
                  </a:lnTo>
                  <a:lnTo>
                    <a:pt x="1545" y="1938"/>
                  </a:lnTo>
                  <a:lnTo>
                    <a:pt x="197" y="463"/>
                  </a:lnTo>
                  <a:lnTo>
                    <a:pt x="1" y="503"/>
                  </a:lnTo>
                  <a:lnTo>
                    <a:pt x="492" y="2774"/>
                  </a:lnTo>
                  <a:lnTo>
                    <a:pt x="719" y="2725"/>
                  </a:lnTo>
                  <a:lnTo>
                    <a:pt x="325" y="916"/>
                  </a:lnTo>
                  <a:lnTo>
                    <a:pt x="1545" y="2243"/>
                  </a:lnTo>
                  <a:lnTo>
                    <a:pt x="1663" y="2224"/>
                  </a:lnTo>
                  <a:lnTo>
                    <a:pt x="2223" y="503"/>
                  </a:lnTo>
                  <a:lnTo>
                    <a:pt x="2617" y="2312"/>
                  </a:lnTo>
                  <a:lnTo>
                    <a:pt x="2843" y="2263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7">
              <a:extLst>
                <a:ext uri="{FF2B5EF4-FFF2-40B4-BE49-F238E27FC236}">
                  <a16:creationId xmlns:a16="http://schemas.microsoft.com/office/drawing/2014/main" id="{512668B4-5469-BD43-50C4-1FDD26CFFB07}"/>
                </a:ext>
              </a:extLst>
            </p:cNvPr>
            <p:cNvSpPr/>
            <p:nvPr/>
          </p:nvSpPr>
          <p:spPr>
            <a:xfrm>
              <a:off x="604500" y="1008100"/>
              <a:ext cx="66650" cy="59375"/>
            </a:xfrm>
            <a:custGeom>
              <a:avLst/>
              <a:gdLst/>
              <a:ahLst/>
              <a:cxnLst/>
              <a:rect l="l" t="t" r="r" b="b"/>
              <a:pathLst>
                <a:path w="2666" h="2375" extrusionOk="0">
                  <a:moveTo>
                    <a:pt x="1324" y="202"/>
                  </a:moveTo>
                  <a:cubicBezTo>
                    <a:pt x="1757" y="202"/>
                    <a:pt x="2184" y="484"/>
                    <a:pt x="2282" y="986"/>
                  </a:cubicBezTo>
                  <a:cubicBezTo>
                    <a:pt x="2410" y="1507"/>
                    <a:pt x="2066" y="2039"/>
                    <a:pt x="1535" y="2127"/>
                  </a:cubicBezTo>
                  <a:cubicBezTo>
                    <a:pt x="1461" y="2143"/>
                    <a:pt x="1389" y="2151"/>
                    <a:pt x="1319" y="2151"/>
                  </a:cubicBezTo>
                  <a:cubicBezTo>
                    <a:pt x="584" y="2151"/>
                    <a:pt x="81" y="1306"/>
                    <a:pt x="512" y="642"/>
                  </a:cubicBezTo>
                  <a:cubicBezTo>
                    <a:pt x="711" y="341"/>
                    <a:pt x="1019" y="202"/>
                    <a:pt x="1324" y="202"/>
                  </a:cubicBezTo>
                  <a:close/>
                  <a:moveTo>
                    <a:pt x="1382" y="1"/>
                  </a:moveTo>
                  <a:cubicBezTo>
                    <a:pt x="1288" y="1"/>
                    <a:pt x="1191" y="11"/>
                    <a:pt x="1092" y="32"/>
                  </a:cubicBezTo>
                  <a:cubicBezTo>
                    <a:pt x="404" y="180"/>
                    <a:pt x="1" y="780"/>
                    <a:pt x="138" y="1448"/>
                  </a:cubicBezTo>
                  <a:cubicBezTo>
                    <a:pt x="265" y="2013"/>
                    <a:pt x="737" y="2375"/>
                    <a:pt x="1296" y="2375"/>
                  </a:cubicBezTo>
                  <a:cubicBezTo>
                    <a:pt x="1390" y="2375"/>
                    <a:pt x="1486" y="2365"/>
                    <a:pt x="1584" y="2343"/>
                  </a:cubicBezTo>
                  <a:cubicBezTo>
                    <a:pt x="2263" y="2196"/>
                    <a:pt x="2666" y="1596"/>
                    <a:pt x="2528" y="937"/>
                  </a:cubicBezTo>
                  <a:cubicBezTo>
                    <a:pt x="2402" y="364"/>
                    <a:pt x="1944" y="1"/>
                    <a:pt x="138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7">
              <a:extLst>
                <a:ext uri="{FF2B5EF4-FFF2-40B4-BE49-F238E27FC236}">
                  <a16:creationId xmlns:a16="http://schemas.microsoft.com/office/drawing/2014/main" id="{C62C3994-98B4-9253-AE03-69A834D72E17}"/>
                </a:ext>
              </a:extLst>
            </p:cNvPr>
            <p:cNvSpPr/>
            <p:nvPr/>
          </p:nvSpPr>
          <p:spPr>
            <a:xfrm>
              <a:off x="668425" y="989725"/>
              <a:ext cx="56075" cy="63200"/>
            </a:xfrm>
            <a:custGeom>
              <a:avLst/>
              <a:gdLst/>
              <a:ahLst/>
              <a:cxnLst/>
              <a:rect l="l" t="t" r="r" b="b"/>
              <a:pathLst>
                <a:path w="2243" h="2528" extrusionOk="0">
                  <a:moveTo>
                    <a:pt x="2243" y="0"/>
                  </a:moveTo>
                  <a:lnTo>
                    <a:pt x="2007" y="49"/>
                  </a:lnTo>
                  <a:lnTo>
                    <a:pt x="1555" y="2203"/>
                  </a:lnTo>
                  <a:lnTo>
                    <a:pt x="256" y="423"/>
                  </a:lnTo>
                  <a:lnTo>
                    <a:pt x="1" y="472"/>
                  </a:lnTo>
                  <a:lnTo>
                    <a:pt x="1496" y="2528"/>
                  </a:lnTo>
                  <a:lnTo>
                    <a:pt x="1732" y="2478"/>
                  </a:lnTo>
                  <a:lnTo>
                    <a:pt x="2243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7">
              <a:extLst>
                <a:ext uri="{FF2B5EF4-FFF2-40B4-BE49-F238E27FC236}">
                  <a16:creationId xmlns:a16="http://schemas.microsoft.com/office/drawing/2014/main" id="{624E69DA-E8AC-7DB5-9DA9-982759D7A68B}"/>
                </a:ext>
              </a:extLst>
            </p:cNvPr>
            <p:cNvSpPr/>
            <p:nvPr/>
          </p:nvSpPr>
          <p:spPr>
            <a:xfrm>
              <a:off x="736775" y="985775"/>
              <a:ext cx="18475" cy="58050"/>
            </a:xfrm>
            <a:custGeom>
              <a:avLst/>
              <a:gdLst/>
              <a:ahLst/>
              <a:cxnLst/>
              <a:rect l="l" t="t" r="r" b="b"/>
              <a:pathLst>
                <a:path w="739" h="2322" extrusionOk="0">
                  <a:moveTo>
                    <a:pt x="247" y="1"/>
                  </a:moveTo>
                  <a:lnTo>
                    <a:pt x="1" y="50"/>
                  </a:lnTo>
                  <a:lnTo>
                    <a:pt x="492" y="2322"/>
                  </a:lnTo>
                  <a:lnTo>
                    <a:pt x="738" y="2263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7">
              <a:extLst>
                <a:ext uri="{FF2B5EF4-FFF2-40B4-BE49-F238E27FC236}">
                  <a16:creationId xmlns:a16="http://schemas.microsoft.com/office/drawing/2014/main" id="{062856D5-22E8-EF4B-C72D-1A0E0B285D76}"/>
                </a:ext>
              </a:extLst>
            </p:cNvPr>
            <p:cNvSpPr/>
            <p:nvPr/>
          </p:nvSpPr>
          <p:spPr>
            <a:xfrm>
              <a:off x="765300" y="972500"/>
              <a:ext cx="52400" cy="65175"/>
            </a:xfrm>
            <a:custGeom>
              <a:avLst/>
              <a:gdLst/>
              <a:ahLst/>
              <a:cxnLst/>
              <a:rect l="l" t="t" r="r" b="b"/>
              <a:pathLst>
                <a:path w="2096" h="2607" extrusionOk="0">
                  <a:moveTo>
                    <a:pt x="1554" y="1"/>
                  </a:moveTo>
                  <a:lnTo>
                    <a:pt x="1" y="335"/>
                  </a:lnTo>
                  <a:lnTo>
                    <a:pt x="492" y="2607"/>
                  </a:lnTo>
                  <a:lnTo>
                    <a:pt x="2095" y="2263"/>
                  </a:lnTo>
                  <a:lnTo>
                    <a:pt x="2056" y="2056"/>
                  </a:lnTo>
                  <a:lnTo>
                    <a:pt x="679" y="2341"/>
                  </a:lnTo>
                  <a:lnTo>
                    <a:pt x="502" y="1496"/>
                  </a:lnTo>
                  <a:lnTo>
                    <a:pt x="1672" y="1250"/>
                  </a:lnTo>
                  <a:lnTo>
                    <a:pt x="1633" y="1043"/>
                  </a:lnTo>
                  <a:lnTo>
                    <a:pt x="453" y="1299"/>
                  </a:lnTo>
                  <a:lnTo>
                    <a:pt x="286" y="492"/>
                  </a:lnTo>
                  <a:lnTo>
                    <a:pt x="1604" y="207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7">
              <a:extLst>
                <a:ext uri="{FF2B5EF4-FFF2-40B4-BE49-F238E27FC236}">
                  <a16:creationId xmlns:a16="http://schemas.microsoft.com/office/drawing/2014/main" id="{AD3E0DAF-C652-3C4F-B066-C280CBCA63DE}"/>
                </a:ext>
              </a:extLst>
            </p:cNvPr>
            <p:cNvSpPr/>
            <p:nvPr/>
          </p:nvSpPr>
          <p:spPr>
            <a:xfrm>
              <a:off x="1121825" y="278425"/>
              <a:ext cx="122700" cy="140400"/>
            </a:xfrm>
            <a:custGeom>
              <a:avLst/>
              <a:gdLst/>
              <a:ahLst/>
              <a:cxnLst/>
              <a:rect l="l" t="t" r="r" b="b"/>
              <a:pathLst>
                <a:path w="4908" h="5616" extrusionOk="0">
                  <a:moveTo>
                    <a:pt x="4908" y="0"/>
                  </a:moveTo>
                  <a:lnTo>
                    <a:pt x="1269" y="826"/>
                  </a:lnTo>
                  <a:lnTo>
                    <a:pt x="0" y="5616"/>
                  </a:lnTo>
                  <a:lnTo>
                    <a:pt x="0" y="5616"/>
                  </a:lnTo>
                  <a:lnTo>
                    <a:pt x="3777" y="4829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7">
              <a:extLst>
                <a:ext uri="{FF2B5EF4-FFF2-40B4-BE49-F238E27FC236}">
                  <a16:creationId xmlns:a16="http://schemas.microsoft.com/office/drawing/2014/main" id="{4A979C3E-9AE6-C13C-5B7B-1AFCA59D1D48}"/>
                </a:ext>
              </a:extLst>
            </p:cNvPr>
            <p:cNvSpPr/>
            <p:nvPr/>
          </p:nvSpPr>
          <p:spPr>
            <a:xfrm>
              <a:off x="1306450" y="23882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9" y="1"/>
                  </a:moveTo>
                  <a:lnTo>
                    <a:pt x="1270" y="817"/>
                  </a:lnTo>
                  <a:lnTo>
                    <a:pt x="1" y="5607"/>
                  </a:lnTo>
                  <a:lnTo>
                    <a:pt x="3650" y="4721"/>
                  </a:lnTo>
                  <a:lnTo>
                    <a:pt x="4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7">
              <a:extLst>
                <a:ext uri="{FF2B5EF4-FFF2-40B4-BE49-F238E27FC236}">
                  <a16:creationId xmlns:a16="http://schemas.microsoft.com/office/drawing/2014/main" id="{25D1C8D9-EC78-78AC-C7F3-1DFE61CFB420}"/>
                </a:ext>
              </a:extLst>
            </p:cNvPr>
            <p:cNvSpPr/>
            <p:nvPr/>
          </p:nvSpPr>
          <p:spPr>
            <a:xfrm>
              <a:off x="917000" y="32487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8" y="1"/>
                  </a:moveTo>
                  <a:lnTo>
                    <a:pt x="1269" y="817"/>
                  </a:lnTo>
                  <a:lnTo>
                    <a:pt x="1" y="5607"/>
                  </a:lnTo>
                  <a:cubicBezTo>
                    <a:pt x="1250" y="5322"/>
                    <a:pt x="2469" y="5046"/>
                    <a:pt x="3639" y="4781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7">
              <a:extLst>
                <a:ext uri="{FF2B5EF4-FFF2-40B4-BE49-F238E27FC236}">
                  <a16:creationId xmlns:a16="http://schemas.microsoft.com/office/drawing/2014/main" id="{FEA63A77-1A48-C7CB-3961-959D7E4CE258}"/>
                </a:ext>
              </a:extLst>
            </p:cNvPr>
            <p:cNvSpPr/>
            <p:nvPr/>
          </p:nvSpPr>
          <p:spPr>
            <a:xfrm>
              <a:off x="712200" y="371100"/>
              <a:ext cx="122450" cy="140175"/>
            </a:xfrm>
            <a:custGeom>
              <a:avLst/>
              <a:gdLst/>
              <a:ahLst/>
              <a:cxnLst/>
              <a:rect l="l" t="t" r="r" b="b"/>
              <a:pathLst>
                <a:path w="4898" h="5607" extrusionOk="0">
                  <a:moveTo>
                    <a:pt x="4898" y="1"/>
                  </a:moveTo>
                  <a:lnTo>
                    <a:pt x="1259" y="827"/>
                  </a:lnTo>
                  <a:lnTo>
                    <a:pt x="0" y="5607"/>
                  </a:lnTo>
                  <a:cubicBezTo>
                    <a:pt x="1210" y="5331"/>
                    <a:pt x="2420" y="5066"/>
                    <a:pt x="3629" y="4790"/>
                  </a:cubicBezTo>
                  <a:lnTo>
                    <a:pt x="48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7">
              <a:extLst>
                <a:ext uri="{FF2B5EF4-FFF2-40B4-BE49-F238E27FC236}">
                  <a16:creationId xmlns:a16="http://schemas.microsoft.com/office/drawing/2014/main" id="{EDA75833-9F7D-C6F7-5587-8EEF9E51E8FA}"/>
                </a:ext>
              </a:extLst>
            </p:cNvPr>
            <p:cNvSpPr/>
            <p:nvPr/>
          </p:nvSpPr>
          <p:spPr>
            <a:xfrm>
              <a:off x="506150" y="417825"/>
              <a:ext cx="122725" cy="140175"/>
            </a:xfrm>
            <a:custGeom>
              <a:avLst/>
              <a:gdLst/>
              <a:ahLst/>
              <a:cxnLst/>
              <a:rect l="l" t="t" r="r" b="b"/>
              <a:pathLst>
                <a:path w="4909" h="5607" extrusionOk="0">
                  <a:moveTo>
                    <a:pt x="4908" y="1"/>
                  </a:moveTo>
                  <a:lnTo>
                    <a:pt x="1269" y="817"/>
                  </a:lnTo>
                  <a:lnTo>
                    <a:pt x="1" y="5606"/>
                  </a:lnTo>
                  <a:cubicBezTo>
                    <a:pt x="1181" y="5341"/>
                    <a:pt x="2391" y="5065"/>
                    <a:pt x="3640" y="4780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7">
              <a:extLst>
                <a:ext uri="{FF2B5EF4-FFF2-40B4-BE49-F238E27FC236}">
                  <a16:creationId xmlns:a16="http://schemas.microsoft.com/office/drawing/2014/main" id="{E1FE67F6-7D12-4588-CA60-183C545EF251}"/>
                </a:ext>
              </a:extLst>
            </p:cNvPr>
            <p:cNvSpPr/>
            <p:nvPr/>
          </p:nvSpPr>
          <p:spPr>
            <a:xfrm>
              <a:off x="311675" y="461825"/>
              <a:ext cx="122475" cy="139925"/>
            </a:xfrm>
            <a:custGeom>
              <a:avLst/>
              <a:gdLst/>
              <a:ahLst/>
              <a:cxnLst/>
              <a:rect l="l" t="t" r="r" b="b"/>
              <a:pathLst>
                <a:path w="4899" h="5597" extrusionOk="0">
                  <a:moveTo>
                    <a:pt x="4898" y="1"/>
                  </a:moveTo>
                  <a:lnTo>
                    <a:pt x="1269" y="817"/>
                  </a:lnTo>
                  <a:lnTo>
                    <a:pt x="0" y="5597"/>
                  </a:lnTo>
                  <a:cubicBezTo>
                    <a:pt x="1053" y="5361"/>
                    <a:pt x="2282" y="5085"/>
                    <a:pt x="3639" y="4781"/>
                  </a:cubicBezTo>
                  <a:lnTo>
                    <a:pt x="48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7">
              <a:extLst>
                <a:ext uri="{FF2B5EF4-FFF2-40B4-BE49-F238E27FC236}">
                  <a16:creationId xmlns:a16="http://schemas.microsoft.com/office/drawing/2014/main" id="{5B92C7F1-599D-026E-D841-0EBD853BF978}"/>
                </a:ext>
              </a:extLst>
            </p:cNvPr>
            <p:cNvSpPr/>
            <p:nvPr/>
          </p:nvSpPr>
          <p:spPr>
            <a:xfrm>
              <a:off x="307725" y="342050"/>
              <a:ext cx="1160800" cy="262650"/>
            </a:xfrm>
            <a:custGeom>
              <a:avLst/>
              <a:gdLst/>
              <a:ahLst/>
              <a:cxnLst/>
              <a:rect l="l" t="t" r="r" b="b"/>
              <a:pathLst>
                <a:path w="46432" h="10506" extrusionOk="0">
                  <a:moveTo>
                    <a:pt x="46302" y="1"/>
                  </a:moveTo>
                  <a:cubicBezTo>
                    <a:pt x="46296" y="1"/>
                    <a:pt x="46290" y="1"/>
                    <a:pt x="46284" y="2"/>
                  </a:cubicBezTo>
                  <a:lnTo>
                    <a:pt x="129" y="10280"/>
                  </a:lnTo>
                  <a:cubicBezTo>
                    <a:pt x="1" y="10309"/>
                    <a:pt x="21" y="10506"/>
                    <a:pt x="158" y="10506"/>
                  </a:cubicBezTo>
                  <a:lnTo>
                    <a:pt x="178" y="10496"/>
                  </a:lnTo>
                  <a:lnTo>
                    <a:pt x="46333" y="219"/>
                  </a:lnTo>
                  <a:cubicBezTo>
                    <a:pt x="46392" y="209"/>
                    <a:pt x="46431" y="150"/>
                    <a:pt x="46411" y="91"/>
                  </a:cubicBezTo>
                  <a:cubicBezTo>
                    <a:pt x="46403" y="38"/>
                    <a:pt x="46354" y="1"/>
                    <a:pt x="46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7">
              <a:extLst>
                <a:ext uri="{FF2B5EF4-FFF2-40B4-BE49-F238E27FC236}">
                  <a16:creationId xmlns:a16="http://schemas.microsoft.com/office/drawing/2014/main" id="{0DD6A3DF-5D54-C3BD-330C-73008C789A2F}"/>
                </a:ext>
              </a:extLst>
            </p:cNvPr>
            <p:cNvSpPr/>
            <p:nvPr/>
          </p:nvSpPr>
          <p:spPr>
            <a:xfrm>
              <a:off x="414775" y="555250"/>
              <a:ext cx="1012100" cy="219375"/>
            </a:xfrm>
            <a:custGeom>
              <a:avLst/>
              <a:gdLst/>
              <a:ahLst/>
              <a:cxnLst/>
              <a:rect l="l" t="t" r="r" b="b"/>
              <a:pathLst>
                <a:path w="40484" h="8775" extrusionOk="0">
                  <a:moveTo>
                    <a:pt x="40320" y="1"/>
                  </a:moveTo>
                  <a:cubicBezTo>
                    <a:pt x="40317" y="1"/>
                    <a:pt x="40313" y="1"/>
                    <a:pt x="40310" y="1"/>
                  </a:cubicBezTo>
                  <a:lnTo>
                    <a:pt x="145" y="8548"/>
                  </a:lnTo>
                  <a:cubicBezTo>
                    <a:pt x="0" y="8567"/>
                    <a:pt x="16" y="8774"/>
                    <a:pt x="155" y="8774"/>
                  </a:cubicBezTo>
                  <a:cubicBezTo>
                    <a:pt x="158" y="8774"/>
                    <a:pt x="161" y="8774"/>
                    <a:pt x="164" y="8774"/>
                  </a:cubicBezTo>
                  <a:cubicBezTo>
                    <a:pt x="174" y="8774"/>
                    <a:pt x="184" y="8764"/>
                    <a:pt x="194" y="8764"/>
                  </a:cubicBezTo>
                  <a:lnTo>
                    <a:pt x="40359" y="217"/>
                  </a:lnTo>
                  <a:cubicBezTo>
                    <a:pt x="40484" y="179"/>
                    <a:pt x="40450" y="1"/>
                    <a:pt x="40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7">
              <a:extLst>
                <a:ext uri="{FF2B5EF4-FFF2-40B4-BE49-F238E27FC236}">
                  <a16:creationId xmlns:a16="http://schemas.microsoft.com/office/drawing/2014/main" id="{479D7307-BE93-E85A-5C0A-A55B1137A776}"/>
                </a:ext>
              </a:extLst>
            </p:cNvPr>
            <p:cNvSpPr/>
            <p:nvPr/>
          </p:nvSpPr>
          <p:spPr>
            <a:xfrm>
              <a:off x="468775" y="787750"/>
              <a:ext cx="1011475" cy="219450"/>
            </a:xfrm>
            <a:custGeom>
              <a:avLst/>
              <a:gdLst/>
              <a:ahLst/>
              <a:cxnLst/>
              <a:rect l="l" t="t" r="r" b="b"/>
              <a:pathLst>
                <a:path w="40459" h="8778" extrusionOk="0">
                  <a:moveTo>
                    <a:pt x="40306" y="0"/>
                  </a:moveTo>
                  <a:cubicBezTo>
                    <a:pt x="40296" y="0"/>
                    <a:pt x="40286" y="2"/>
                    <a:pt x="40274" y="5"/>
                  </a:cubicBezTo>
                  <a:lnTo>
                    <a:pt x="99" y="8551"/>
                  </a:lnTo>
                  <a:cubicBezTo>
                    <a:pt x="40" y="8571"/>
                    <a:pt x="1" y="8630"/>
                    <a:pt x="20" y="8689"/>
                  </a:cubicBezTo>
                  <a:cubicBezTo>
                    <a:pt x="30" y="8738"/>
                    <a:pt x="70" y="8777"/>
                    <a:pt x="129" y="8777"/>
                  </a:cubicBezTo>
                  <a:lnTo>
                    <a:pt x="148" y="8768"/>
                  </a:lnTo>
                  <a:lnTo>
                    <a:pt x="40314" y="221"/>
                  </a:lnTo>
                  <a:cubicBezTo>
                    <a:pt x="40459" y="203"/>
                    <a:pt x="40428" y="0"/>
                    <a:pt x="403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7">
              <a:extLst>
                <a:ext uri="{FF2B5EF4-FFF2-40B4-BE49-F238E27FC236}">
                  <a16:creationId xmlns:a16="http://schemas.microsoft.com/office/drawing/2014/main" id="{AF98B551-7705-87DF-2C57-ED7866417EFE}"/>
                </a:ext>
              </a:extLst>
            </p:cNvPr>
            <p:cNvSpPr/>
            <p:nvPr/>
          </p:nvSpPr>
          <p:spPr>
            <a:xfrm>
              <a:off x="644825" y="719875"/>
              <a:ext cx="54600" cy="234225"/>
            </a:xfrm>
            <a:custGeom>
              <a:avLst/>
              <a:gdLst/>
              <a:ahLst/>
              <a:cxnLst/>
              <a:rect l="l" t="t" r="r" b="b"/>
              <a:pathLst>
                <a:path w="2184" h="9369" extrusionOk="0">
                  <a:moveTo>
                    <a:pt x="130" y="0"/>
                  </a:moveTo>
                  <a:cubicBezTo>
                    <a:pt x="120" y="0"/>
                    <a:pt x="109" y="2"/>
                    <a:pt x="99" y="5"/>
                  </a:cubicBezTo>
                  <a:cubicBezTo>
                    <a:pt x="40" y="15"/>
                    <a:pt x="1" y="74"/>
                    <a:pt x="10" y="133"/>
                  </a:cubicBezTo>
                  <a:lnTo>
                    <a:pt x="1948" y="9280"/>
                  </a:lnTo>
                  <a:cubicBezTo>
                    <a:pt x="1967" y="9329"/>
                    <a:pt x="2007" y="9368"/>
                    <a:pt x="2066" y="9368"/>
                  </a:cubicBezTo>
                  <a:lnTo>
                    <a:pt x="2085" y="9368"/>
                  </a:lnTo>
                  <a:cubicBezTo>
                    <a:pt x="2144" y="9358"/>
                    <a:pt x="2184" y="9299"/>
                    <a:pt x="2174" y="9240"/>
                  </a:cubicBezTo>
                  <a:lnTo>
                    <a:pt x="227" y="84"/>
                  </a:lnTo>
                  <a:cubicBezTo>
                    <a:pt x="219" y="36"/>
                    <a:pt x="177" y="0"/>
                    <a:pt x="1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7">
              <a:extLst>
                <a:ext uri="{FF2B5EF4-FFF2-40B4-BE49-F238E27FC236}">
                  <a16:creationId xmlns:a16="http://schemas.microsoft.com/office/drawing/2014/main" id="{75A11D5E-58D9-178F-81CA-ED9DBD59D808}"/>
                </a:ext>
              </a:extLst>
            </p:cNvPr>
            <p:cNvSpPr/>
            <p:nvPr/>
          </p:nvSpPr>
          <p:spPr>
            <a:xfrm>
              <a:off x="1170500" y="611925"/>
              <a:ext cx="55350" cy="236450"/>
            </a:xfrm>
            <a:custGeom>
              <a:avLst/>
              <a:gdLst/>
              <a:ahLst/>
              <a:cxnLst/>
              <a:rect l="l" t="t" r="r" b="b"/>
              <a:pathLst>
                <a:path w="2214" h="9458" extrusionOk="0">
                  <a:moveTo>
                    <a:pt x="129" y="1"/>
                  </a:moveTo>
                  <a:cubicBezTo>
                    <a:pt x="119" y="1"/>
                    <a:pt x="109" y="3"/>
                    <a:pt x="99" y="6"/>
                  </a:cubicBezTo>
                  <a:cubicBezTo>
                    <a:pt x="40" y="16"/>
                    <a:pt x="0" y="75"/>
                    <a:pt x="10" y="134"/>
                  </a:cubicBezTo>
                  <a:lnTo>
                    <a:pt x="1977" y="9369"/>
                  </a:lnTo>
                  <a:cubicBezTo>
                    <a:pt x="1987" y="9418"/>
                    <a:pt x="2036" y="9447"/>
                    <a:pt x="2085" y="9457"/>
                  </a:cubicBezTo>
                  <a:lnTo>
                    <a:pt x="2115" y="9447"/>
                  </a:lnTo>
                  <a:cubicBezTo>
                    <a:pt x="2174" y="9437"/>
                    <a:pt x="2213" y="9378"/>
                    <a:pt x="2193" y="9319"/>
                  </a:cubicBezTo>
                  <a:lnTo>
                    <a:pt x="226" y="94"/>
                  </a:lnTo>
                  <a:cubicBezTo>
                    <a:pt x="218" y="38"/>
                    <a:pt x="177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7">
              <a:extLst>
                <a:ext uri="{FF2B5EF4-FFF2-40B4-BE49-F238E27FC236}">
                  <a16:creationId xmlns:a16="http://schemas.microsoft.com/office/drawing/2014/main" id="{0EEA0277-E6F4-ED3C-1576-79D67201F62F}"/>
                </a:ext>
              </a:extLst>
            </p:cNvPr>
            <p:cNvSpPr/>
            <p:nvPr/>
          </p:nvSpPr>
          <p:spPr>
            <a:xfrm>
              <a:off x="514275" y="969425"/>
              <a:ext cx="989650" cy="215525"/>
            </a:xfrm>
            <a:custGeom>
              <a:avLst/>
              <a:gdLst/>
              <a:ahLst/>
              <a:cxnLst/>
              <a:rect l="l" t="t" r="r" b="b"/>
              <a:pathLst>
                <a:path w="39586" h="8621" extrusionOk="0">
                  <a:moveTo>
                    <a:pt x="39469" y="1"/>
                  </a:moveTo>
                  <a:cubicBezTo>
                    <a:pt x="39459" y="1"/>
                    <a:pt x="39448" y="2"/>
                    <a:pt x="39438" y="6"/>
                  </a:cubicBezTo>
                  <a:lnTo>
                    <a:pt x="99" y="8395"/>
                  </a:lnTo>
                  <a:cubicBezTo>
                    <a:pt x="40" y="8414"/>
                    <a:pt x="0" y="8473"/>
                    <a:pt x="10" y="8532"/>
                  </a:cubicBezTo>
                  <a:cubicBezTo>
                    <a:pt x="20" y="8582"/>
                    <a:pt x="69" y="8621"/>
                    <a:pt x="118" y="8621"/>
                  </a:cubicBezTo>
                  <a:lnTo>
                    <a:pt x="148" y="8611"/>
                  </a:lnTo>
                  <a:lnTo>
                    <a:pt x="39487" y="222"/>
                  </a:lnTo>
                  <a:cubicBezTo>
                    <a:pt x="39546" y="202"/>
                    <a:pt x="39585" y="143"/>
                    <a:pt x="39566" y="84"/>
                  </a:cubicBezTo>
                  <a:cubicBezTo>
                    <a:pt x="39558" y="36"/>
                    <a:pt x="39516" y="1"/>
                    <a:pt x="39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7">
              <a:extLst>
                <a:ext uri="{FF2B5EF4-FFF2-40B4-BE49-F238E27FC236}">
                  <a16:creationId xmlns:a16="http://schemas.microsoft.com/office/drawing/2014/main" id="{E098ED02-D3D7-D8AA-34FD-E2077A108389}"/>
                </a:ext>
              </a:extLst>
            </p:cNvPr>
            <p:cNvSpPr/>
            <p:nvPr/>
          </p:nvSpPr>
          <p:spPr>
            <a:xfrm>
              <a:off x="439275" y="809950"/>
              <a:ext cx="48950" cy="52425"/>
            </a:xfrm>
            <a:custGeom>
              <a:avLst/>
              <a:gdLst/>
              <a:ahLst/>
              <a:cxnLst/>
              <a:rect l="l" t="t" r="r" b="b"/>
              <a:pathLst>
                <a:path w="1958" h="2097" extrusionOk="0">
                  <a:moveTo>
                    <a:pt x="969" y="181"/>
                  </a:moveTo>
                  <a:cubicBezTo>
                    <a:pt x="1223" y="181"/>
                    <a:pt x="1382" y="311"/>
                    <a:pt x="1436" y="553"/>
                  </a:cubicBezTo>
                  <a:cubicBezTo>
                    <a:pt x="1505" y="858"/>
                    <a:pt x="1348" y="1084"/>
                    <a:pt x="964" y="1162"/>
                  </a:cubicBezTo>
                  <a:lnTo>
                    <a:pt x="463" y="1280"/>
                  </a:lnTo>
                  <a:lnTo>
                    <a:pt x="246" y="326"/>
                  </a:lnTo>
                  <a:lnTo>
                    <a:pt x="748" y="208"/>
                  </a:lnTo>
                  <a:cubicBezTo>
                    <a:pt x="828" y="190"/>
                    <a:pt x="902" y="181"/>
                    <a:pt x="969" y="181"/>
                  </a:cubicBezTo>
                  <a:close/>
                  <a:moveTo>
                    <a:pt x="976" y="0"/>
                  </a:moveTo>
                  <a:cubicBezTo>
                    <a:pt x="893" y="0"/>
                    <a:pt x="804" y="11"/>
                    <a:pt x="709" y="31"/>
                  </a:cubicBezTo>
                  <a:lnTo>
                    <a:pt x="1" y="199"/>
                  </a:lnTo>
                  <a:lnTo>
                    <a:pt x="433" y="2097"/>
                  </a:lnTo>
                  <a:lnTo>
                    <a:pt x="640" y="2048"/>
                  </a:lnTo>
                  <a:lnTo>
                    <a:pt x="502" y="1448"/>
                  </a:lnTo>
                  <a:lnTo>
                    <a:pt x="1014" y="1330"/>
                  </a:lnTo>
                  <a:cubicBezTo>
                    <a:pt x="1063" y="1320"/>
                    <a:pt x="1112" y="1310"/>
                    <a:pt x="1161" y="1290"/>
                  </a:cubicBezTo>
                  <a:lnTo>
                    <a:pt x="1732" y="1802"/>
                  </a:lnTo>
                  <a:lnTo>
                    <a:pt x="1958" y="1753"/>
                  </a:lnTo>
                  <a:lnTo>
                    <a:pt x="1338" y="1202"/>
                  </a:lnTo>
                  <a:cubicBezTo>
                    <a:pt x="1594" y="1074"/>
                    <a:pt x="1712" y="779"/>
                    <a:pt x="1643" y="513"/>
                  </a:cubicBezTo>
                  <a:cubicBezTo>
                    <a:pt x="1564" y="180"/>
                    <a:pt x="1324" y="0"/>
                    <a:pt x="97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7">
              <a:extLst>
                <a:ext uri="{FF2B5EF4-FFF2-40B4-BE49-F238E27FC236}">
                  <a16:creationId xmlns:a16="http://schemas.microsoft.com/office/drawing/2014/main" id="{003C2545-BE12-8D47-5FCC-88DF79446212}"/>
                </a:ext>
              </a:extLst>
            </p:cNvPr>
            <p:cNvSpPr/>
            <p:nvPr/>
          </p:nvSpPr>
          <p:spPr>
            <a:xfrm>
              <a:off x="489975" y="794975"/>
              <a:ext cx="62425" cy="51550"/>
            </a:xfrm>
            <a:custGeom>
              <a:avLst/>
              <a:gdLst/>
              <a:ahLst/>
              <a:cxnLst/>
              <a:rect l="l" t="t" r="r" b="b"/>
              <a:pathLst>
                <a:path w="2497" h="2062" extrusionOk="0">
                  <a:moveTo>
                    <a:pt x="1179" y="229"/>
                  </a:moveTo>
                  <a:cubicBezTo>
                    <a:pt x="1538" y="229"/>
                    <a:pt x="1894" y="460"/>
                    <a:pt x="1985" y="876"/>
                  </a:cubicBezTo>
                  <a:cubicBezTo>
                    <a:pt x="2093" y="1319"/>
                    <a:pt x="1808" y="1761"/>
                    <a:pt x="1366" y="1850"/>
                  </a:cubicBezTo>
                  <a:cubicBezTo>
                    <a:pt x="1300" y="1865"/>
                    <a:pt x="1236" y="1873"/>
                    <a:pt x="1173" y="1873"/>
                  </a:cubicBezTo>
                  <a:cubicBezTo>
                    <a:pt x="562" y="1873"/>
                    <a:pt x="133" y="1173"/>
                    <a:pt x="490" y="611"/>
                  </a:cubicBezTo>
                  <a:cubicBezTo>
                    <a:pt x="656" y="350"/>
                    <a:pt x="918" y="229"/>
                    <a:pt x="1179" y="229"/>
                  </a:cubicBezTo>
                  <a:close/>
                  <a:moveTo>
                    <a:pt x="1185" y="0"/>
                  </a:moveTo>
                  <a:cubicBezTo>
                    <a:pt x="557" y="0"/>
                    <a:pt x="1" y="596"/>
                    <a:pt x="185" y="1289"/>
                  </a:cubicBezTo>
                  <a:cubicBezTo>
                    <a:pt x="285" y="1752"/>
                    <a:pt x="696" y="2062"/>
                    <a:pt x="1146" y="2062"/>
                  </a:cubicBezTo>
                  <a:cubicBezTo>
                    <a:pt x="1231" y="2062"/>
                    <a:pt x="1318" y="2051"/>
                    <a:pt x="1405" y="2027"/>
                  </a:cubicBezTo>
                  <a:cubicBezTo>
                    <a:pt x="2300" y="1820"/>
                    <a:pt x="2497" y="630"/>
                    <a:pt x="1710" y="149"/>
                  </a:cubicBezTo>
                  <a:cubicBezTo>
                    <a:pt x="1539" y="46"/>
                    <a:pt x="1359" y="0"/>
                    <a:pt x="118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7">
              <a:extLst>
                <a:ext uri="{FF2B5EF4-FFF2-40B4-BE49-F238E27FC236}">
                  <a16:creationId xmlns:a16="http://schemas.microsoft.com/office/drawing/2014/main" id="{229B5272-878E-ECCF-32A0-1CA49FCDFCC6}"/>
                </a:ext>
              </a:extLst>
            </p:cNvPr>
            <p:cNvSpPr/>
            <p:nvPr/>
          </p:nvSpPr>
          <p:spPr>
            <a:xfrm>
              <a:off x="555325" y="787125"/>
              <a:ext cx="42575" cy="48450"/>
            </a:xfrm>
            <a:custGeom>
              <a:avLst/>
              <a:gdLst/>
              <a:ahLst/>
              <a:cxnLst/>
              <a:rect l="l" t="t" r="r" b="b"/>
              <a:pathLst>
                <a:path w="1703" h="1938" extrusionOk="0">
                  <a:moveTo>
                    <a:pt x="207" y="0"/>
                  </a:moveTo>
                  <a:lnTo>
                    <a:pt x="1" y="49"/>
                  </a:lnTo>
                  <a:lnTo>
                    <a:pt x="433" y="1938"/>
                  </a:lnTo>
                  <a:lnTo>
                    <a:pt x="1702" y="1653"/>
                  </a:lnTo>
                  <a:lnTo>
                    <a:pt x="1663" y="1475"/>
                  </a:lnTo>
                  <a:lnTo>
                    <a:pt x="601" y="172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7">
              <a:extLst>
                <a:ext uri="{FF2B5EF4-FFF2-40B4-BE49-F238E27FC236}">
                  <a16:creationId xmlns:a16="http://schemas.microsoft.com/office/drawing/2014/main" id="{8163DFD1-D702-3732-B026-DA814EFA5687}"/>
                </a:ext>
              </a:extLst>
            </p:cNvPr>
            <p:cNvSpPr/>
            <p:nvPr/>
          </p:nvSpPr>
          <p:spPr>
            <a:xfrm>
              <a:off x="600325" y="776800"/>
              <a:ext cx="42550" cy="48450"/>
            </a:xfrm>
            <a:custGeom>
              <a:avLst/>
              <a:gdLst/>
              <a:ahLst/>
              <a:cxnLst/>
              <a:rect l="l" t="t" r="r" b="b"/>
              <a:pathLst>
                <a:path w="1702" h="1938" extrusionOk="0">
                  <a:moveTo>
                    <a:pt x="207" y="0"/>
                  </a:moveTo>
                  <a:lnTo>
                    <a:pt x="0" y="49"/>
                  </a:lnTo>
                  <a:lnTo>
                    <a:pt x="433" y="1938"/>
                  </a:lnTo>
                  <a:lnTo>
                    <a:pt x="1702" y="1652"/>
                  </a:lnTo>
                  <a:lnTo>
                    <a:pt x="1662" y="1475"/>
                  </a:lnTo>
                  <a:lnTo>
                    <a:pt x="600" y="172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7">
              <a:extLst>
                <a:ext uri="{FF2B5EF4-FFF2-40B4-BE49-F238E27FC236}">
                  <a16:creationId xmlns:a16="http://schemas.microsoft.com/office/drawing/2014/main" id="{77A63386-329F-8852-ED3D-2EB079ACDF39}"/>
                </a:ext>
              </a:extLst>
            </p:cNvPr>
            <p:cNvSpPr/>
            <p:nvPr/>
          </p:nvSpPr>
          <p:spPr>
            <a:xfrm>
              <a:off x="694000" y="749725"/>
              <a:ext cx="42550" cy="50325"/>
            </a:xfrm>
            <a:custGeom>
              <a:avLst/>
              <a:gdLst/>
              <a:ahLst/>
              <a:cxnLst/>
              <a:rect l="l" t="t" r="r" b="b"/>
              <a:pathLst>
                <a:path w="1702" h="2013" extrusionOk="0">
                  <a:moveTo>
                    <a:pt x="903" y="1"/>
                  </a:moveTo>
                  <a:cubicBezTo>
                    <a:pt x="818" y="1"/>
                    <a:pt x="733" y="11"/>
                    <a:pt x="650" y="31"/>
                  </a:cubicBezTo>
                  <a:cubicBezTo>
                    <a:pt x="168" y="139"/>
                    <a:pt x="0" y="434"/>
                    <a:pt x="69" y="710"/>
                  </a:cubicBezTo>
                  <a:cubicBezTo>
                    <a:pt x="227" y="1418"/>
                    <a:pt x="1318" y="828"/>
                    <a:pt x="1446" y="1349"/>
                  </a:cubicBezTo>
                  <a:cubicBezTo>
                    <a:pt x="1486" y="1536"/>
                    <a:pt x="1367" y="1722"/>
                    <a:pt x="1013" y="1801"/>
                  </a:cubicBezTo>
                  <a:cubicBezTo>
                    <a:pt x="935" y="1821"/>
                    <a:pt x="856" y="1831"/>
                    <a:pt x="779" y="1831"/>
                  </a:cubicBezTo>
                  <a:cubicBezTo>
                    <a:pt x="623" y="1831"/>
                    <a:pt x="473" y="1791"/>
                    <a:pt x="335" y="1713"/>
                  </a:cubicBezTo>
                  <a:lnTo>
                    <a:pt x="286" y="1890"/>
                  </a:lnTo>
                  <a:cubicBezTo>
                    <a:pt x="443" y="1968"/>
                    <a:pt x="618" y="2012"/>
                    <a:pt x="793" y="2012"/>
                  </a:cubicBezTo>
                  <a:cubicBezTo>
                    <a:pt x="880" y="2012"/>
                    <a:pt x="968" y="2001"/>
                    <a:pt x="1053" y="1978"/>
                  </a:cubicBezTo>
                  <a:cubicBezTo>
                    <a:pt x="1535" y="1860"/>
                    <a:pt x="1702" y="1575"/>
                    <a:pt x="1643" y="1290"/>
                  </a:cubicBezTo>
                  <a:cubicBezTo>
                    <a:pt x="1486" y="601"/>
                    <a:pt x="384" y="1182"/>
                    <a:pt x="266" y="660"/>
                  </a:cubicBezTo>
                  <a:cubicBezTo>
                    <a:pt x="227" y="473"/>
                    <a:pt x="345" y="287"/>
                    <a:pt x="689" y="208"/>
                  </a:cubicBezTo>
                  <a:cubicBezTo>
                    <a:pt x="764" y="192"/>
                    <a:pt x="838" y="184"/>
                    <a:pt x="913" y="184"/>
                  </a:cubicBezTo>
                  <a:cubicBezTo>
                    <a:pt x="1024" y="184"/>
                    <a:pt x="1133" y="202"/>
                    <a:pt x="1240" y="237"/>
                  </a:cubicBezTo>
                  <a:lnTo>
                    <a:pt x="1279" y="70"/>
                  </a:lnTo>
                  <a:cubicBezTo>
                    <a:pt x="1156" y="23"/>
                    <a:pt x="1029" y="1"/>
                    <a:pt x="90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7">
              <a:extLst>
                <a:ext uri="{FF2B5EF4-FFF2-40B4-BE49-F238E27FC236}">
                  <a16:creationId xmlns:a16="http://schemas.microsoft.com/office/drawing/2014/main" id="{DE2C9E6E-526F-3B20-56BE-A660D4774CE3}"/>
                </a:ext>
              </a:extLst>
            </p:cNvPr>
            <p:cNvSpPr/>
            <p:nvPr/>
          </p:nvSpPr>
          <p:spPr>
            <a:xfrm>
              <a:off x="740950" y="737425"/>
              <a:ext cx="49450" cy="50075"/>
            </a:xfrm>
            <a:custGeom>
              <a:avLst/>
              <a:gdLst/>
              <a:ahLst/>
              <a:cxnLst/>
              <a:rect l="l" t="t" r="r" b="b"/>
              <a:pathLst>
                <a:path w="1978" h="2003" extrusionOk="0">
                  <a:moveTo>
                    <a:pt x="1139" y="1"/>
                  </a:moveTo>
                  <a:cubicBezTo>
                    <a:pt x="1060" y="1"/>
                    <a:pt x="982" y="11"/>
                    <a:pt x="906" y="31"/>
                  </a:cubicBezTo>
                  <a:cubicBezTo>
                    <a:pt x="355" y="139"/>
                    <a:pt x="1" y="680"/>
                    <a:pt x="129" y="1231"/>
                  </a:cubicBezTo>
                  <a:cubicBezTo>
                    <a:pt x="228" y="1687"/>
                    <a:pt x="635" y="2003"/>
                    <a:pt x="1090" y="2003"/>
                  </a:cubicBezTo>
                  <a:cubicBezTo>
                    <a:pt x="1175" y="2003"/>
                    <a:pt x="1262" y="1992"/>
                    <a:pt x="1348" y="1969"/>
                  </a:cubicBezTo>
                  <a:cubicBezTo>
                    <a:pt x="1604" y="1919"/>
                    <a:pt x="1840" y="1762"/>
                    <a:pt x="1978" y="1536"/>
                  </a:cubicBezTo>
                  <a:lnTo>
                    <a:pt x="1820" y="1438"/>
                  </a:lnTo>
                  <a:cubicBezTo>
                    <a:pt x="1712" y="1615"/>
                    <a:pt x="1525" y="1752"/>
                    <a:pt x="1309" y="1792"/>
                  </a:cubicBezTo>
                  <a:cubicBezTo>
                    <a:pt x="1239" y="1810"/>
                    <a:pt x="1170" y="1819"/>
                    <a:pt x="1101" y="1819"/>
                  </a:cubicBezTo>
                  <a:cubicBezTo>
                    <a:pt x="733" y="1819"/>
                    <a:pt x="399" y="1565"/>
                    <a:pt x="316" y="1192"/>
                  </a:cubicBezTo>
                  <a:cubicBezTo>
                    <a:pt x="207" y="739"/>
                    <a:pt x="502" y="297"/>
                    <a:pt x="955" y="218"/>
                  </a:cubicBezTo>
                  <a:cubicBezTo>
                    <a:pt x="1019" y="200"/>
                    <a:pt x="1084" y="191"/>
                    <a:pt x="1148" y="191"/>
                  </a:cubicBezTo>
                  <a:cubicBezTo>
                    <a:pt x="1293" y="191"/>
                    <a:pt x="1436" y="235"/>
                    <a:pt x="1565" y="316"/>
                  </a:cubicBezTo>
                  <a:lnTo>
                    <a:pt x="1663" y="159"/>
                  </a:lnTo>
                  <a:cubicBezTo>
                    <a:pt x="1504" y="56"/>
                    <a:pt x="1322" y="1"/>
                    <a:pt x="113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7">
              <a:extLst>
                <a:ext uri="{FF2B5EF4-FFF2-40B4-BE49-F238E27FC236}">
                  <a16:creationId xmlns:a16="http://schemas.microsoft.com/office/drawing/2014/main" id="{2D153E44-6039-E36B-A874-AEF78EDADD87}"/>
                </a:ext>
              </a:extLst>
            </p:cNvPr>
            <p:cNvSpPr/>
            <p:nvPr/>
          </p:nvSpPr>
          <p:spPr>
            <a:xfrm>
              <a:off x="796775" y="723675"/>
              <a:ext cx="44525" cy="54875"/>
            </a:xfrm>
            <a:custGeom>
              <a:avLst/>
              <a:gdLst/>
              <a:ahLst/>
              <a:cxnLst/>
              <a:rect l="l" t="t" r="r" b="b"/>
              <a:pathLst>
                <a:path w="1781" h="2195" extrusionOk="0">
                  <a:moveTo>
                    <a:pt x="1299" y="1"/>
                  </a:moveTo>
                  <a:lnTo>
                    <a:pt x="0" y="296"/>
                  </a:lnTo>
                  <a:lnTo>
                    <a:pt x="433" y="2194"/>
                  </a:lnTo>
                  <a:lnTo>
                    <a:pt x="1781" y="1889"/>
                  </a:lnTo>
                  <a:lnTo>
                    <a:pt x="1741" y="1712"/>
                  </a:lnTo>
                  <a:lnTo>
                    <a:pt x="590" y="1978"/>
                  </a:lnTo>
                  <a:lnTo>
                    <a:pt x="433" y="1270"/>
                  </a:lnTo>
                  <a:lnTo>
                    <a:pt x="1417" y="1043"/>
                  </a:lnTo>
                  <a:lnTo>
                    <a:pt x="1377" y="876"/>
                  </a:lnTo>
                  <a:lnTo>
                    <a:pt x="394" y="1102"/>
                  </a:lnTo>
                  <a:lnTo>
                    <a:pt x="236" y="424"/>
                  </a:lnTo>
                  <a:lnTo>
                    <a:pt x="1338" y="168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7">
              <a:extLst>
                <a:ext uri="{FF2B5EF4-FFF2-40B4-BE49-F238E27FC236}">
                  <a16:creationId xmlns:a16="http://schemas.microsoft.com/office/drawing/2014/main" id="{9C3AFA51-76E8-7C42-7CDC-25F404B3F9BE}"/>
                </a:ext>
              </a:extLst>
            </p:cNvPr>
            <p:cNvSpPr/>
            <p:nvPr/>
          </p:nvSpPr>
          <p:spPr>
            <a:xfrm>
              <a:off x="847175" y="710400"/>
              <a:ext cx="50675" cy="56575"/>
            </a:xfrm>
            <a:custGeom>
              <a:avLst/>
              <a:gdLst/>
              <a:ahLst/>
              <a:cxnLst/>
              <a:rect l="l" t="t" r="r" b="b"/>
              <a:pathLst>
                <a:path w="2027" h="2263" extrusionOk="0">
                  <a:moveTo>
                    <a:pt x="1594" y="1"/>
                  </a:moveTo>
                  <a:lnTo>
                    <a:pt x="1387" y="50"/>
                  </a:lnTo>
                  <a:lnTo>
                    <a:pt x="1741" y="1584"/>
                  </a:lnTo>
                  <a:lnTo>
                    <a:pt x="168" y="325"/>
                  </a:lnTo>
                  <a:lnTo>
                    <a:pt x="1" y="365"/>
                  </a:lnTo>
                  <a:lnTo>
                    <a:pt x="433" y="2263"/>
                  </a:lnTo>
                  <a:lnTo>
                    <a:pt x="640" y="2223"/>
                  </a:lnTo>
                  <a:lnTo>
                    <a:pt x="286" y="679"/>
                  </a:lnTo>
                  <a:lnTo>
                    <a:pt x="286" y="679"/>
                  </a:lnTo>
                  <a:lnTo>
                    <a:pt x="1859" y="1938"/>
                  </a:lnTo>
                  <a:lnTo>
                    <a:pt x="2027" y="1899"/>
                  </a:lnTo>
                  <a:lnTo>
                    <a:pt x="159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7">
              <a:extLst>
                <a:ext uri="{FF2B5EF4-FFF2-40B4-BE49-F238E27FC236}">
                  <a16:creationId xmlns:a16="http://schemas.microsoft.com/office/drawing/2014/main" id="{0AFA19AB-C08F-ACA2-1EB7-2EF45A344F0F}"/>
                </a:ext>
              </a:extLst>
            </p:cNvPr>
            <p:cNvSpPr/>
            <p:nvPr/>
          </p:nvSpPr>
          <p:spPr>
            <a:xfrm>
              <a:off x="907425" y="698350"/>
              <a:ext cx="44525" cy="54875"/>
            </a:xfrm>
            <a:custGeom>
              <a:avLst/>
              <a:gdLst/>
              <a:ahLst/>
              <a:cxnLst/>
              <a:rect l="l" t="t" r="r" b="b"/>
              <a:pathLst>
                <a:path w="1781" h="2195" extrusionOk="0">
                  <a:moveTo>
                    <a:pt x="1298" y="1"/>
                  </a:moveTo>
                  <a:lnTo>
                    <a:pt x="0" y="296"/>
                  </a:lnTo>
                  <a:lnTo>
                    <a:pt x="433" y="2194"/>
                  </a:lnTo>
                  <a:lnTo>
                    <a:pt x="1780" y="1889"/>
                  </a:lnTo>
                  <a:lnTo>
                    <a:pt x="1741" y="1712"/>
                  </a:lnTo>
                  <a:lnTo>
                    <a:pt x="590" y="1978"/>
                  </a:lnTo>
                  <a:lnTo>
                    <a:pt x="423" y="1270"/>
                  </a:lnTo>
                  <a:lnTo>
                    <a:pt x="1406" y="1043"/>
                  </a:lnTo>
                  <a:lnTo>
                    <a:pt x="1367" y="876"/>
                  </a:lnTo>
                  <a:lnTo>
                    <a:pt x="384" y="1102"/>
                  </a:lnTo>
                  <a:lnTo>
                    <a:pt x="236" y="424"/>
                  </a:lnTo>
                  <a:lnTo>
                    <a:pt x="1338" y="168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7">
              <a:extLst>
                <a:ext uri="{FF2B5EF4-FFF2-40B4-BE49-F238E27FC236}">
                  <a16:creationId xmlns:a16="http://schemas.microsoft.com/office/drawing/2014/main" id="{ABED1437-0548-1F46-8D69-F2130534BFC7}"/>
                </a:ext>
              </a:extLst>
            </p:cNvPr>
            <p:cNvSpPr/>
            <p:nvPr/>
          </p:nvSpPr>
          <p:spPr>
            <a:xfrm>
              <a:off x="1210825" y="630675"/>
              <a:ext cx="49425" cy="50050"/>
            </a:xfrm>
            <a:custGeom>
              <a:avLst/>
              <a:gdLst/>
              <a:ahLst/>
              <a:cxnLst/>
              <a:rect l="l" t="t" r="r" b="b"/>
              <a:pathLst>
                <a:path w="1977" h="2002" extrusionOk="0">
                  <a:moveTo>
                    <a:pt x="1153" y="0"/>
                  </a:moveTo>
                  <a:cubicBezTo>
                    <a:pt x="1070" y="0"/>
                    <a:pt x="986" y="11"/>
                    <a:pt x="905" y="33"/>
                  </a:cubicBezTo>
                  <a:cubicBezTo>
                    <a:pt x="354" y="131"/>
                    <a:pt x="0" y="672"/>
                    <a:pt x="128" y="1223"/>
                  </a:cubicBezTo>
                  <a:cubicBezTo>
                    <a:pt x="228" y="1690"/>
                    <a:pt x="639" y="2001"/>
                    <a:pt x="1092" y="2001"/>
                  </a:cubicBezTo>
                  <a:cubicBezTo>
                    <a:pt x="1173" y="2001"/>
                    <a:pt x="1255" y="1991"/>
                    <a:pt x="1338" y="1970"/>
                  </a:cubicBezTo>
                  <a:cubicBezTo>
                    <a:pt x="1603" y="1921"/>
                    <a:pt x="1839" y="1754"/>
                    <a:pt x="1977" y="1528"/>
                  </a:cubicBezTo>
                  <a:lnTo>
                    <a:pt x="1820" y="1429"/>
                  </a:lnTo>
                  <a:cubicBezTo>
                    <a:pt x="1702" y="1616"/>
                    <a:pt x="1525" y="1744"/>
                    <a:pt x="1308" y="1783"/>
                  </a:cubicBezTo>
                  <a:cubicBezTo>
                    <a:pt x="1237" y="1802"/>
                    <a:pt x="1166" y="1811"/>
                    <a:pt x="1096" y="1811"/>
                  </a:cubicBezTo>
                  <a:cubicBezTo>
                    <a:pt x="730" y="1811"/>
                    <a:pt x="397" y="1563"/>
                    <a:pt x="315" y="1184"/>
                  </a:cubicBezTo>
                  <a:cubicBezTo>
                    <a:pt x="207" y="741"/>
                    <a:pt x="502" y="298"/>
                    <a:pt x="944" y="210"/>
                  </a:cubicBezTo>
                  <a:cubicBezTo>
                    <a:pt x="1011" y="195"/>
                    <a:pt x="1077" y="187"/>
                    <a:pt x="1143" y="187"/>
                  </a:cubicBezTo>
                  <a:cubicBezTo>
                    <a:pt x="1291" y="187"/>
                    <a:pt x="1434" y="226"/>
                    <a:pt x="1564" y="308"/>
                  </a:cubicBezTo>
                  <a:lnTo>
                    <a:pt x="1662" y="151"/>
                  </a:lnTo>
                  <a:cubicBezTo>
                    <a:pt x="1508" y="50"/>
                    <a:pt x="1331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7">
              <a:extLst>
                <a:ext uri="{FF2B5EF4-FFF2-40B4-BE49-F238E27FC236}">
                  <a16:creationId xmlns:a16="http://schemas.microsoft.com/office/drawing/2014/main" id="{C1102D6E-8DBF-672E-D66D-22F9105A8ED3}"/>
                </a:ext>
              </a:extLst>
            </p:cNvPr>
            <p:cNvSpPr/>
            <p:nvPr/>
          </p:nvSpPr>
          <p:spPr>
            <a:xfrm>
              <a:off x="1266150" y="615500"/>
              <a:ext cx="48450" cy="53075"/>
            </a:xfrm>
            <a:custGeom>
              <a:avLst/>
              <a:gdLst/>
              <a:ahLst/>
              <a:cxnLst/>
              <a:rect l="l" t="t" r="r" b="b"/>
              <a:pathLst>
                <a:path w="1938" h="2123" extrusionOk="0">
                  <a:moveTo>
                    <a:pt x="1564" y="1"/>
                  </a:moveTo>
                  <a:lnTo>
                    <a:pt x="1367" y="40"/>
                  </a:lnTo>
                  <a:lnTo>
                    <a:pt x="1613" y="1122"/>
                  </a:lnTo>
                  <a:cubicBezTo>
                    <a:pt x="1721" y="1574"/>
                    <a:pt x="1564" y="1830"/>
                    <a:pt x="1180" y="1909"/>
                  </a:cubicBezTo>
                  <a:cubicBezTo>
                    <a:pt x="1114" y="1924"/>
                    <a:pt x="1052" y="1932"/>
                    <a:pt x="993" y="1932"/>
                  </a:cubicBezTo>
                  <a:cubicBezTo>
                    <a:pt x="721" y="1932"/>
                    <a:pt x="532" y="1760"/>
                    <a:pt x="443" y="1387"/>
                  </a:cubicBezTo>
                  <a:lnTo>
                    <a:pt x="197" y="306"/>
                  </a:lnTo>
                  <a:lnTo>
                    <a:pt x="0" y="355"/>
                  </a:lnTo>
                  <a:lnTo>
                    <a:pt x="246" y="1446"/>
                  </a:lnTo>
                  <a:cubicBezTo>
                    <a:pt x="352" y="1897"/>
                    <a:pt x="623" y="2122"/>
                    <a:pt x="989" y="2122"/>
                  </a:cubicBezTo>
                  <a:cubicBezTo>
                    <a:pt x="1062" y="2122"/>
                    <a:pt x="1139" y="2113"/>
                    <a:pt x="1220" y="2095"/>
                  </a:cubicBezTo>
                  <a:cubicBezTo>
                    <a:pt x="1711" y="1977"/>
                    <a:pt x="1937" y="1633"/>
                    <a:pt x="1810" y="1082"/>
                  </a:cubicBezTo>
                  <a:lnTo>
                    <a:pt x="156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7">
              <a:extLst>
                <a:ext uri="{FF2B5EF4-FFF2-40B4-BE49-F238E27FC236}">
                  <a16:creationId xmlns:a16="http://schemas.microsoft.com/office/drawing/2014/main" id="{C9C6B809-2639-A2F1-C438-8513B62A3BC2}"/>
                </a:ext>
              </a:extLst>
            </p:cNvPr>
            <p:cNvSpPr/>
            <p:nvPr/>
          </p:nvSpPr>
          <p:spPr>
            <a:xfrm>
              <a:off x="1316800" y="603950"/>
              <a:ext cx="39350" cy="52400"/>
            </a:xfrm>
            <a:custGeom>
              <a:avLst/>
              <a:gdLst/>
              <a:ahLst/>
              <a:cxnLst/>
              <a:rect l="l" t="t" r="r" b="b"/>
              <a:pathLst>
                <a:path w="1574" h="2096" extrusionOk="0">
                  <a:moveTo>
                    <a:pt x="1534" y="0"/>
                  </a:moveTo>
                  <a:lnTo>
                    <a:pt x="0" y="354"/>
                  </a:lnTo>
                  <a:lnTo>
                    <a:pt x="39" y="522"/>
                  </a:lnTo>
                  <a:lnTo>
                    <a:pt x="708" y="374"/>
                  </a:lnTo>
                  <a:lnTo>
                    <a:pt x="1101" y="2095"/>
                  </a:lnTo>
                  <a:lnTo>
                    <a:pt x="1308" y="2046"/>
                  </a:lnTo>
                  <a:lnTo>
                    <a:pt x="905" y="325"/>
                  </a:lnTo>
                  <a:lnTo>
                    <a:pt x="1574" y="177"/>
                  </a:lnTo>
                  <a:lnTo>
                    <a:pt x="153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5" name="Google Shape;615;p27">
            <a:extLst>
              <a:ext uri="{FF2B5EF4-FFF2-40B4-BE49-F238E27FC236}">
                <a16:creationId xmlns:a16="http://schemas.microsoft.com/office/drawing/2014/main" id="{AB4D1F39-6BBD-250D-F5D4-D4E9B2B2F787}"/>
              </a:ext>
            </a:extLst>
          </p:cNvPr>
          <p:cNvGrpSpPr/>
          <p:nvPr/>
        </p:nvGrpSpPr>
        <p:grpSpPr>
          <a:xfrm>
            <a:off x="3197114" y="153467"/>
            <a:ext cx="1299031" cy="763082"/>
            <a:chOff x="3285175" y="1554625"/>
            <a:chExt cx="1458275" cy="856625"/>
          </a:xfrm>
        </p:grpSpPr>
        <p:sp>
          <p:nvSpPr>
            <p:cNvPr id="616" name="Google Shape;616;p27">
              <a:extLst>
                <a:ext uri="{FF2B5EF4-FFF2-40B4-BE49-F238E27FC236}">
                  <a16:creationId xmlns:a16="http://schemas.microsoft.com/office/drawing/2014/main" id="{B2E824F0-CDC8-EC05-4F53-8DA85123B2BE}"/>
                </a:ext>
              </a:extLst>
            </p:cNvPr>
            <p:cNvSpPr/>
            <p:nvPr/>
          </p:nvSpPr>
          <p:spPr>
            <a:xfrm>
              <a:off x="3285175" y="1554625"/>
              <a:ext cx="1458275" cy="856625"/>
            </a:xfrm>
            <a:custGeom>
              <a:avLst/>
              <a:gdLst/>
              <a:ahLst/>
              <a:cxnLst/>
              <a:rect l="l" t="t" r="r" b="b"/>
              <a:pathLst>
                <a:path w="58331" h="34265" extrusionOk="0">
                  <a:moveTo>
                    <a:pt x="49735" y="0"/>
                  </a:moveTo>
                  <a:cubicBezTo>
                    <a:pt x="49686" y="0"/>
                    <a:pt x="49637" y="10"/>
                    <a:pt x="49578" y="20"/>
                  </a:cubicBezTo>
                  <a:lnTo>
                    <a:pt x="12766" y="5331"/>
                  </a:lnTo>
                  <a:cubicBezTo>
                    <a:pt x="12166" y="5419"/>
                    <a:pt x="11743" y="5980"/>
                    <a:pt x="11832" y="6589"/>
                  </a:cubicBezTo>
                  <a:lnTo>
                    <a:pt x="12432" y="10691"/>
                  </a:lnTo>
                  <a:lnTo>
                    <a:pt x="4102" y="11645"/>
                  </a:lnTo>
                  <a:cubicBezTo>
                    <a:pt x="3512" y="11704"/>
                    <a:pt x="3079" y="12215"/>
                    <a:pt x="3118" y="12805"/>
                  </a:cubicBezTo>
                  <a:cubicBezTo>
                    <a:pt x="3118" y="12844"/>
                    <a:pt x="3315" y="16621"/>
                    <a:pt x="925" y="17300"/>
                  </a:cubicBezTo>
                  <a:cubicBezTo>
                    <a:pt x="345" y="17457"/>
                    <a:pt x="1" y="18047"/>
                    <a:pt x="148" y="18627"/>
                  </a:cubicBezTo>
                  <a:lnTo>
                    <a:pt x="3069" y="30331"/>
                  </a:lnTo>
                  <a:cubicBezTo>
                    <a:pt x="3196" y="30836"/>
                    <a:pt x="3647" y="31176"/>
                    <a:pt x="4145" y="31176"/>
                  </a:cubicBezTo>
                  <a:cubicBezTo>
                    <a:pt x="4228" y="31176"/>
                    <a:pt x="4312" y="31167"/>
                    <a:pt x="4397" y="31147"/>
                  </a:cubicBezTo>
                  <a:cubicBezTo>
                    <a:pt x="4646" y="31095"/>
                    <a:pt x="4895" y="31066"/>
                    <a:pt x="5144" y="31066"/>
                  </a:cubicBezTo>
                  <a:cubicBezTo>
                    <a:pt x="5180" y="31066"/>
                    <a:pt x="5216" y="31067"/>
                    <a:pt x="5252" y="31068"/>
                  </a:cubicBezTo>
                  <a:cubicBezTo>
                    <a:pt x="6954" y="31068"/>
                    <a:pt x="8095" y="31894"/>
                    <a:pt x="8645" y="33507"/>
                  </a:cubicBezTo>
                  <a:cubicBezTo>
                    <a:pt x="8793" y="33960"/>
                    <a:pt x="9216" y="34255"/>
                    <a:pt x="9688" y="34264"/>
                  </a:cubicBezTo>
                  <a:cubicBezTo>
                    <a:pt x="9747" y="34255"/>
                    <a:pt x="9796" y="34255"/>
                    <a:pt x="9855" y="34245"/>
                  </a:cubicBezTo>
                  <a:lnTo>
                    <a:pt x="46893" y="28619"/>
                  </a:lnTo>
                  <a:cubicBezTo>
                    <a:pt x="47473" y="28531"/>
                    <a:pt x="47886" y="28010"/>
                    <a:pt x="47827" y="27419"/>
                  </a:cubicBezTo>
                  <a:cubicBezTo>
                    <a:pt x="47817" y="27311"/>
                    <a:pt x="47601" y="24715"/>
                    <a:pt x="50158" y="23830"/>
                  </a:cubicBezTo>
                  <a:cubicBezTo>
                    <a:pt x="50247" y="23849"/>
                    <a:pt x="50335" y="23859"/>
                    <a:pt x="50424" y="23859"/>
                  </a:cubicBezTo>
                  <a:cubicBezTo>
                    <a:pt x="50522" y="23859"/>
                    <a:pt x="50620" y="23849"/>
                    <a:pt x="50719" y="23820"/>
                  </a:cubicBezTo>
                  <a:cubicBezTo>
                    <a:pt x="51397" y="23663"/>
                    <a:pt x="51810" y="22984"/>
                    <a:pt x="51653" y="22305"/>
                  </a:cubicBezTo>
                  <a:lnTo>
                    <a:pt x="51407" y="21312"/>
                  </a:lnTo>
                  <a:lnTo>
                    <a:pt x="54574" y="20437"/>
                  </a:lnTo>
                  <a:cubicBezTo>
                    <a:pt x="55125" y="20279"/>
                    <a:pt x="55459" y="19739"/>
                    <a:pt x="55371" y="19178"/>
                  </a:cubicBezTo>
                  <a:cubicBezTo>
                    <a:pt x="55282" y="18539"/>
                    <a:pt x="55302" y="17899"/>
                    <a:pt x="55439" y="17280"/>
                  </a:cubicBezTo>
                  <a:cubicBezTo>
                    <a:pt x="55705" y="16149"/>
                    <a:pt x="56344" y="15470"/>
                    <a:pt x="57406" y="15205"/>
                  </a:cubicBezTo>
                  <a:cubicBezTo>
                    <a:pt x="57967" y="15057"/>
                    <a:pt x="58331" y="14497"/>
                    <a:pt x="58223" y="13926"/>
                  </a:cubicBezTo>
                  <a:lnTo>
                    <a:pt x="56216" y="3364"/>
                  </a:lnTo>
                  <a:cubicBezTo>
                    <a:pt x="56113" y="2839"/>
                    <a:pt x="55656" y="2465"/>
                    <a:pt x="55142" y="2465"/>
                  </a:cubicBezTo>
                  <a:cubicBezTo>
                    <a:pt x="55068" y="2465"/>
                    <a:pt x="54993" y="2472"/>
                    <a:pt x="54918" y="2488"/>
                  </a:cubicBezTo>
                  <a:cubicBezTo>
                    <a:pt x="54603" y="2538"/>
                    <a:pt x="54279" y="2557"/>
                    <a:pt x="53954" y="2557"/>
                  </a:cubicBezTo>
                  <a:cubicBezTo>
                    <a:pt x="52273" y="2557"/>
                    <a:pt x="51201" y="1947"/>
                    <a:pt x="50788" y="738"/>
                  </a:cubicBezTo>
                  <a:cubicBezTo>
                    <a:pt x="50630" y="295"/>
                    <a:pt x="50207" y="0"/>
                    <a:pt x="49735" y="0"/>
                  </a:cubicBezTo>
                  <a:close/>
                </a:path>
              </a:pathLst>
            </a:custGeom>
            <a:solidFill>
              <a:schemeClr val="accent6"/>
            </a:solidFill>
            <a:ln w="762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7">
              <a:extLst>
                <a:ext uri="{FF2B5EF4-FFF2-40B4-BE49-F238E27FC236}">
                  <a16:creationId xmlns:a16="http://schemas.microsoft.com/office/drawing/2014/main" id="{DEA2406E-1BDE-59BC-10C9-58A277F6CFE2}"/>
                </a:ext>
              </a:extLst>
            </p:cNvPr>
            <p:cNvSpPr/>
            <p:nvPr/>
          </p:nvSpPr>
          <p:spPr>
            <a:xfrm>
              <a:off x="3306325" y="1580675"/>
              <a:ext cx="1397800" cy="800825"/>
            </a:xfrm>
            <a:custGeom>
              <a:avLst/>
              <a:gdLst/>
              <a:ahLst/>
              <a:cxnLst/>
              <a:rect l="l" t="t" r="r" b="b"/>
              <a:pathLst>
                <a:path w="55912" h="32033" extrusionOk="0">
                  <a:moveTo>
                    <a:pt x="48515" y="1"/>
                  </a:moveTo>
                  <a:lnTo>
                    <a:pt x="11704" y="5311"/>
                  </a:lnTo>
                  <a:lnTo>
                    <a:pt x="12481" y="10553"/>
                  </a:lnTo>
                  <a:lnTo>
                    <a:pt x="3000" y="11625"/>
                  </a:lnTo>
                  <a:cubicBezTo>
                    <a:pt x="3000" y="11625"/>
                    <a:pt x="3315" y="16326"/>
                    <a:pt x="0" y="17251"/>
                  </a:cubicBezTo>
                  <a:lnTo>
                    <a:pt x="2931" y="28954"/>
                  </a:lnTo>
                  <a:cubicBezTo>
                    <a:pt x="2931" y="28954"/>
                    <a:pt x="3382" y="28845"/>
                    <a:pt x="4036" y="28845"/>
                  </a:cubicBezTo>
                  <a:cubicBezTo>
                    <a:pt x="5367" y="28845"/>
                    <a:pt x="7538" y="29296"/>
                    <a:pt x="8468" y="32032"/>
                  </a:cubicBezTo>
                  <a:lnTo>
                    <a:pt x="45516" y="26417"/>
                  </a:lnTo>
                  <a:cubicBezTo>
                    <a:pt x="45516" y="26417"/>
                    <a:pt x="45132" y="22414"/>
                    <a:pt x="49214" y="21490"/>
                  </a:cubicBezTo>
                  <a:lnTo>
                    <a:pt x="48899" y="19405"/>
                  </a:lnTo>
                  <a:lnTo>
                    <a:pt x="53059" y="18254"/>
                  </a:lnTo>
                  <a:cubicBezTo>
                    <a:pt x="53059" y="18254"/>
                    <a:pt x="52292" y="13937"/>
                    <a:pt x="55911" y="13012"/>
                  </a:cubicBezTo>
                  <a:lnTo>
                    <a:pt x="53905" y="2459"/>
                  </a:lnTo>
                  <a:cubicBezTo>
                    <a:pt x="53905" y="2459"/>
                    <a:pt x="53415" y="2559"/>
                    <a:pt x="52722" y="2559"/>
                  </a:cubicBezTo>
                  <a:cubicBezTo>
                    <a:pt x="51381" y="2559"/>
                    <a:pt x="49281" y="2186"/>
                    <a:pt x="4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7">
              <a:extLst>
                <a:ext uri="{FF2B5EF4-FFF2-40B4-BE49-F238E27FC236}">
                  <a16:creationId xmlns:a16="http://schemas.microsoft.com/office/drawing/2014/main" id="{E4E1E787-45B0-76A5-A71B-2B7BE9786521}"/>
                </a:ext>
              </a:extLst>
            </p:cNvPr>
            <p:cNvSpPr/>
            <p:nvPr/>
          </p:nvSpPr>
          <p:spPr>
            <a:xfrm>
              <a:off x="3598900" y="1713450"/>
              <a:ext cx="730500" cy="131075"/>
            </a:xfrm>
            <a:custGeom>
              <a:avLst/>
              <a:gdLst/>
              <a:ahLst/>
              <a:cxnLst/>
              <a:rect l="l" t="t" r="r" b="b"/>
              <a:pathLst>
                <a:path w="29220" h="5243" extrusionOk="0">
                  <a:moveTo>
                    <a:pt x="1" y="0"/>
                  </a:moveTo>
                  <a:lnTo>
                    <a:pt x="778" y="5242"/>
                  </a:lnTo>
                  <a:lnTo>
                    <a:pt x="29220" y="10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7">
              <a:extLst>
                <a:ext uri="{FF2B5EF4-FFF2-40B4-BE49-F238E27FC236}">
                  <a16:creationId xmlns:a16="http://schemas.microsoft.com/office/drawing/2014/main" id="{90C0BA99-2E41-6643-C073-91C861B92186}"/>
                </a:ext>
              </a:extLst>
            </p:cNvPr>
            <p:cNvSpPr/>
            <p:nvPr/>
          </p:nvSpPr>
          <p:spPr>
            <a:xfrm>
              <a:off x="4326650" y="1740200"/>
              <a:ext cx="213975" cy="381425"/>
            </a:xfrm>
            <a:custGeom>
              <a:avLst/>
              <a:gdLst/>
              <a:ahLst/>
              <a:cxnLst/>
              <a:rect l="l" t="t" r="r" b="b"/>
              <a:pathLst>
                <a:path w="8559" h="15257" extrusionOk="0">
                  <a:moveTo>
                    <a:pt x="164" y="1"/>
                  </a:moveTo>
                  <a:cubicBezTo>
                    <a:pt x="83" y="1"/>
                    <a:pt x="0" y="63"/>
                    <a:pt x="12" y="170"/>
                  </a:cubicBezTo>
                  <a:cubicBezTo>
                    <a:pt x="228" y="1084"/>
                    <a:pt x="779" y="1891"/>
                    <a:pt x="1556" y="2432"/>
                  </a:cubicBezTo>
                  <a:cubicBezTo>
                    <a:pt x="2232" y="2887"/>
                    <a:pt x="3059" y="3115"/>
                    <a:pt x="4027" y="3115"/>
                  </a:cubicBezTo>
                  <a:cubicBezTo>
                    <a:pt x="4437" y="3115"/>
                    <a:pt x="4872" y="3074"/>
                    <a:pt x="5332" y="2992"/>
                  </a:cubicBezTo>
                  <a:lnTo>
                    <a:pt x="8253" y="15138"/>
                  </a:lnTo>
                  <a:cubicBezTo>
                    <a:pt x="8263" y="15207"/>
                    <a:pt x="8332" y="15256"/>
                    <a:pt x="8401" y="15256"/>
                  </a:cubicBezTo>
                  <a:lnTo>
                    <a:pt x="8430" y="15256"/>
                  </a:lnTo>
                  <a:cubicBezTo>
                    <a:pt x="8509" y="15227"/>
                    <a:pt x="8558" y="15148"/>
                    <a:pt x="8538" y="15069"/>
                  </a:cubicBezTo>
                  <a:lnTo>
                    <a:pt x="5588" y="2776"/>
                  </a:lnTo>
                  <a:cubicBezTo>
                    <a:pt x="5571" y="2709"/>
                    <a:pt x="5512" y="2663"/>
                    <a:pt x="5446" y="2663"/>
                  </a:cubicBezTo>
                  <a:cubicBezTo>
                    <a:pt x="5434" y="2663"/>
                    <a:pt x="5423" y="2665"/>
                    <a:pt x="5411" y="2668"/>
                  </a:cubicBezTo>
                  <a:cubicBezTo>
                    <a:pt x="4919" y="2767"/>
                    <a:pt x="4454" y="2816"/>
                    <a:pt x="4020" y="2816"/>
                  </a:cubicBezTo>
                  <a:cubicBezTo>
                    <a:pt x="3119" y="2816"/>
                    <a:pt x="2347" y="2604"/>
                    <a:pt x="1723" y="2186"/>
                  </a:cubicBezTo>
                  <a:cubicBezTo>
                    <a:pt x="1015" y="1684"/>
                    <a:pt x="513" y="956"/>
                    <a:pt x="307" y="111"/>
                  </a:cubicBezTo>
                  <a:cubicBezTo>
                    <a:pt x="286" y="35"/>
                    <a:pt x="225" y="1"/>
                    <a:pt x="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7">
              <a:extLst>
                <a:ext uri="{FF2B5EF4-FFF2-40B4-BE49-F238E27FC236}">
                  <a16:creationId xmlns:a16="http://schemas.microsoft.com/office/drawing/2014/main" id="{9B162077-5DD0-B493-9D20-A65BD0ECC81C}"/>
                </a:ext>
              </a:extLst>
            </p:cNvPr>
            <p:cNvSpPr/>
            <p:nvPr/>
          </p:nvSpPr>
          <p:spPr>
            <a:xfrm>
              <a:off x="4491900" y="1673375"/>
              <a:ext cx="108700" cy="259900"/>
            </a:xfrm>
            <a:custGeom>
              <a:avLst/>
              <a:gdLst/>
              <a:ahLst/>
              <a:cxnLst/>
              <a:rect l="l" t="t" r="r" b="b"/>
              <a:pathLst>
                <a:path w="4348" h="10396" extrusionOk="0">
                  <a:moveTo>
                    <a:pt x="2273" y="0"/>
                  </a:moveTo>
                  <a:lnTo>
                    <a:pt x="1" y="305"/>
                  </a:lnTo>
                  <a:lnTo>
                    <a:pt x="2155" y="10396"/>
                  </a:lnTo>
                  <a:lnTo>
                    <a:pt x="4348" y="1009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7">
              <a:extLst>
                <a:ext uri="{FF2B5EF4-FFF2-40B4-BE49-F238E27FC236}">
                  <a16:creationId xmlns:a16="http://schemas.microsoft.com/office/drawing/2014/main" id="{CFA1CA80-6EEA-0A7F-D1AD-F460EE7C730F}"/>
                </a:ext>
              </a:extLst>
            </p:cNvPr>
            <p:cNvSpPr/>
            <p:nvPr/>
          </p:nvSpPr>
          <p:spPr>
            <a:xfrm>
              <a:off x="3392875" y="1985875"/>
              <a:ext cx="108950" cy="259900"/>
            </a:xfrm>
            <a:custGeom>
              <a:avLst/>
              <a:gdLst/>
              <a:ahLst/>
              <a:cxnLst/>
              <a:rect l="l" t="t" r="r" b="b"/>
              <a:pathLst>
                <a:path w="4358" h="10396" extrusionOk="0">
                  <a:moveTo>
                    <a:pt x="2272" y="0"/>
                  </a:moveTo>
                  <a:lnTo>
                    <a:pt x="0" y="315"/>
                  </a:lnTo>
                  <a:lnTo>
                    <a:pt x="2164" y="10396"/>
                  </a:lnTo>
                  <a:lnTo>
                    <a:pt x="4357" y="10091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7">
              <a:extLst>
                <a:ext uri="{FF2B5EF4-FFF2-40B4-BE49-F238E27FC236}">
                  <a16:creationId xmlns:a16="http://schemas.microsoft.com/office/drawing/2014/main" id="{2443CB91-9E2B-13B2-C35E-F5E5A9B53DDD}"/>
                </a:ext>
              </a:extLst>
            </p:cNvPr>
            <p:cNvSpPr/>
            <p:nvPr/>
          </p:nvSpPr>
          <p:spPr>
            <a:xfrm>
              <a:off x="4281450" y="1864650"/>
              <a:ext cx="108950" cy="259925"/>
            </a:xfrm>
            <a:custGeom>
              <a:avLst/>
              <a:gdLst/>
              <a:ahLst/>
              <a:cxnLst/>
              <a:rect l="l" t="t" r="r" b="b"/>
              <a:pathLst>
                <a:path w="4358" h="10397" extrusionOk="0">
                  <a:moveTo>
                    <a:pt x="2272" y="1"/>
                  </a:moveTo>
                  <a:lnTo>
                    <a:pt x="0" y="306"/>
                  </a:lnTo>
                  <a:lnTo>
                    <a:pt x="2154" y="10396"/>
                  </a:lnTo>
                  <a:lnTo>
                    <a:pt x="4357" y="10091"/>
                  </a:lnTo>
                  <a:lnTo>
                    <a:pt x="2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7">
              <a:extLst>
                <a:ext uri="{FF2B5EF4-FFF2-40B4-BE49-F238E27FC236}">
                  <a16:creationId xmlns:a16="http://schemas.microsoft.com/office/drawing/2014/main" id="{3A4F63F6-09F2-1312-599D-5C180481DBA5}"/>
                </a:ext>
              </a:extLst>
            </p:cNvPr>
            <p:cNvSpPr/>
            <p:nvPr/>
          </p:nvSpPr>
          <p:spPr>
            <a:xfrm>
              <a:off x="3574825" y="2023375"/>
              <a:ext cx="98125" cy="122575"/>
            </a:xfrm>
            <a:custGeom>
              <a:avLst/>
              <a:gdLst/>
              <a:ahLst/>
              <a:cxnLst/>
              <a:rect l="l" t="t" r="r" b="b"/>
              <a:pathLst>
                <a:path w="3925" h="4903" extrusionOk="0">
                  <a:moveTo>
                    <a:pt x="2173" y="1"/>
                  </a:moveTo>
                  <a:cubicBezTo>
                    <a:pt x="2102" y="1"/>
                    <a:pt x="2029" y="5"/>
                    <a:pt x="1957" y="15"/>
                  </a:cubicBezTo>
                  <a:cubicBezTo>
                    <a:pt x="462" y="221"/>
                    <a:pt x="0" y="1638"/>
                    <a:pt x="157" y="2818"/>
                  </a:cubicBezTo>
                  <a:cubicBezTo>
                    <a:pt x="301" y="3885"/>
                    <a:pt x="779" y="4903"/>
                    <a:pt x="2115" y="4903"/>
                  </a:cubicBezTo>
                  <a:cubicBezTo>
                    <a:pt x="2244" y="4903"/>
                    <a:pt x="2382" y="4893"/>
                    <a:pt x="2528" y="4873"/>
                  </a:cubicBezTo>
                  <a:cubicBezTo>
                    <a:pt x="3305" y="4765"/>
                    <a:pt x="3727" y="4273"/>
                    <a:pt x="3924" y="3526"/>
                  </a:cubicBezTo>
                  <a:lnTo>
                    <a:pt x="3767" y="3467"/>
                  </a:lnTo>
                  <a:cubicBezTo>
                    <a:pt x="3609" y="4027"/>
                    <a:pt x="3216" y="4539"/>
                    <a:pt x="2567" y="4627"/>
                  </a:cubicBezTo>
                  <a:cubicBezTo>
                    <a:pt x="2520" y="4634"/>
                    <a:pt x="2474" y="4637"/>
                    <a:pt x="2429" y="4637"/>
                  </a:cubicBezTo>
                  <a:cubicBezTo>
                    <a:pt x="1618" y="4637"/>
                    <a:pt x="1143" y="3654"/>
                    <a:pt x="1003" y="2601"/>
                  </a:cubicBezTo>
                  <a:cubicBezTo>
                    <a:pt x="816" y="1244"/>
                    <a:pt x="1269" y="290"/>
                    <a:pt x="2046" y="192"/>
                  </a:cubicBezTo>
                  <a:cubicBezTo>
                    <a:pt x="2102" y="185"/>
                    <a:pt x="2157" y="181"/>
                    <a:pt x="2208" y="181"/>
                  </a:cubicBezTo>
                  <a:cubicBezTo>
                    <a:pt x="2579" y="181"/>
                    <a:pt x="2820" y="348"/>
                    <a:pt x="2872" y="408"/>
                  </a:cubicBezTo>
                  <a:lnTo>
                    <a:pt x="2872" y="418"/>
                  </a:lnTo>
                  <a:lnTo>
                    <a:pt x="2813" y="418"/>
                  </a:lnTo>
                  <a:cubicBezTo>
                    <a:pt x="2577" y="457"/>
                    <a:pt x="2419" y="684"/>
                    <a:pt x="2459" y="920"/>
                  </a:cubicBezTo>
                  <a:cubicBezTo>
                    <a:pt x="2485" y="1145"/>
                    <a:pt x="2672" y="1302"/>
                    <a:pt x="2884" y="1302"/>
                  </a:cubicBezTo>
                  <a:cubicBezTo>
                    <a:pt x="2912" y="1302"/>
                    <a:pt x="2941" y="1299"/>
                    <a:pt x="2970" y="1293"/>
                  </a:cubicBezTo>
                  <a:cubicBezTo>
                    <a:pt x="3226" y="1274"/>
                    <a:pt x="3413" y="1028"/>
                    <a:pt x="3364" y="772"/>
                  </a:cubicBezTo>
                  <a:cubicBezTo>
                    <a:pt x="3302" y="316"/>
                    <a:pt x="2763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7">
              <a:extLst>
                <a:ext uri="{FF2B5EF4-FFF2-40B4-BE49-F238E27FC236}">
                  <a16:creationId xmlns:a16="http://schemas.microsoft.com/office/drawing/2014/main" id="{D5386073-7B11-3952-1582-6B7D6490A06D}"/>
                </a:ext>
              </a:extLst>
            </p:cNvPr>
            <p:cNvSpPr/>
            <p:nvPr/>
          </p:nvSpPr>
          <p:spPr>
            <a:xfrm>
              <a:off x="3676850" y="2013175"/>
              <a:ext cx="61500" cy="121475"/>
            </a:xfrm>
            <a:custGeom>
              <a:avLst/>
              <a:gdLst/>
              <a:ahLst/>
              <a:cxnLst/>
              <a:rect l="l" t="t" r="r" b="b"/>
              <a:pathLst>
                <a:path w="2460" h="4859" extrusionOk="0">
                  <a:moveTo>
                    <a:pt x="1830" y="0"/>
                  </a:moveTo>
                  <a:lnTo>
                    <a:pt x="0" y="246"/>
                  </a:lnTo>
                  <a:lnTo>
                    <a:pt x="20" y="384"/>
                  </a:lnTo>
                  <a:lnTo>
                    <a:pt x="522" y="354"/>
                  </a:lnTo>
                  <a:lnTo>
                    <a:pt x="1102" y="4613"/>
                  </a:lnTo>
                  <a:lnTo>
                    <a:pt x="610" y="4711"/>
                  </a:lnTo>
                  <a:lnTo>
                    <a:pt x="630" y="4858"/>
                  </a:lnTo>
                  <a:lnTo>
                    <a:pt x="2459" y="4613"/>
                  </a:lnTo>
                  <a:lnTo>
                    <a:pt x="2439" y="4465"/>
                  </a:lnTo>
                  <a:lnTo>
                    <a:pt x="1938" y="4504"/>
                  </a:lnTo>
                  <a:lnTo>
                    <a:pt x="1358" y="236"/>
                  </a:lnTo>
                  <a:lnTo>
                    <a:pt x="1849" y="138"/>
                  </a:lnTo>
                  <a:lnTo>
                    <a:pt x="1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7">
              <a:extLst>
                <a:ext uri="{FF2B5EF4-FFF2-40B4-BE49-F238E27FC236}">
                  <a16:creationId xmlns:a16="http://schemas.microsoft.com/office/drawing/2014/main" id="{78DB18BC-054E-9E34-23A5-66E97F13B0D5}"/>
                </a:ext>
              </a:extLst>
            </p:cNvPr>
            <p:cNvSpPr/>
            <p:nvPr/>
          </p:nvSpPr>
          <p:spPr>
            <a:xfrm>
              <a:off x="3742250" y="1996200"/>
              <a:ext cx="107950" cy="129350"/>
            </a:xfrm>
            <a:custGeom>
              <a:avLst/>
              <a:gdLst/>
              <a:ahLst/>
              <a:cxnLst/>
              <a:rect l="l" t="t" r="r" b="b"/>
              <a:pathLst>
                <a:path w="4318" h="5174" extrusionOk="0">
                  <a:moveTo>
                    <a:pt x="4131" y="0"/>
                  </a:moveTo>
                  <a:lnTo>
                    <a:pt x="2941" y="168"/>
                  </a:lnTo>
                  <a:lnTo>
                    <a:pt x="2961" y="305"/>
                  </a:lnTo>
                  <a:lnTo>
                    <a:pt x="3453" y="276"/>
                  </a:lnTo>
                  <a:lnTo>
                    <a:pt x="3934" y="3452"/>
                  </a:lnTo>
                  <a:lnTo>
                    <a:pt x="699" y="472"/>
                  </a:lnTo>
                  <a:lnTo>
                    <a:pt x="1" y="561"/>
                  </a:lnTo>
                  <a:lnTo>
                    <a:pt x="20" y="709"/>
                  </a:lnTo>
                  <a:lnTo>
                    <a:pt x="522" y="679"/>
                  </a:lnTo>
                  <a:lnTo>
                    <a:pt x="1132" y="4928"/>
                  </a:lnTo>
                  <a:lnTo>
                    <a:pt x="640" y="5036"/>
                  </a:lnTo>
                  <a:lnTo>
                    <a:pt x="669" y="5173"/>
                  </a:lnTo>
                  <a:lnTo>
                    <a:pt x="1859" y="5016"/>
                  </a:lnTo>
                  <a:lnTo>
                    <a:pt x="1840" y="4869"/>
                  </a:lnTo>
                  <a:lnTo>
                    <a:pt x="1348" y="4908"/>
                  </a:lnTo>
                  <a:lnTo>
                    <a:pt x="876" y="1780"/>
                  </a:lnTo>
                  <a:lnTo>
                    <a:pt x="876" y="1780"/>
                  </a:lnTo>
                  <a:lnTo>
                    <a:pt x="4111" y="4770"/>
                  </a:lnTo>
                  <a:lnTo>
                    <a:pt x="4318" y="4751"/>
                  </a:lnTo>
                  <a:lnTo>
                    <a:pt x="3659" y="246"/>
                  </a:lnTo>
                  <a:lnTo>
                    <a:pt x="4151" y="148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7">
              <a:extLst>
                <a:ext uri="{FF2B5EF4-FFF2-40B4-BE49-F238E27FC236}">
                  <a16:creationId xmlns:a16="http://schemas.microsoft.com/office/drawing/2014/main" id="{81C32314-7A45-58C5-BFE4-EC51988BE7B0}"/>
                </a:ext>
              </a:extLst>
            </p:cNvPr>
            <p:cNvSpPr/>
            <p:nvPr/>
          </p:nvSpPr>
          <p:spPr>
            <a:xfrm>
              <a:off x="3865425" y="1982675"/>
              <a:ext cx="98875" cy="126400"/>
            </a:xfrm>
            <a:custGeom>
              <a:avLst/>
              <a:gdLst/>
              <a:ahLst/>
              <a:cxnLst/>
              <a:rect l="l" t="t" r="r" b="b"/>
              <a:pathLst>
                <a:path w="3955" h="5056" extrusionOk="0">
                  <a:moveTo>
                    <a:pt x="3187" y="0"/>
                  </a:moveTo>
                  <a:lnTo>
                    <a:pt x="1" y="433"/>
                  </a:lnTo>
                  <a:lnTo>
                    <a:pt x="20" y="581"/>
                  </a:lnTo>
                  <a:lnTo>
                    <a:pt x="522" y="541"/>
                  </a:lnTo>
                  <a:lnTo>
                    <a:pt x="1102" y="4810"/>
                  </a:lnTo>
                  <a:lnTo>
                    <a:pt x="611" y="4908"/>
                  </a:lnTo>
                  <a:lnTo>
                    <a:pt x="630" y="5056"/>
                  </a:lnTo>
                  <a:lnTo>
                    <a:pt x="3954" y="4603"/>
                  </a:lnTo>
                  <a:lnTo>
                    <a:pt x="3807" y="3275"/>
                  </a:lnTo>
                  <a:lnTo>
                    <a:pt x="3669" y="3295"/>
                  </a:lnTo>
                  <a:cubicBezTo>
                    <a:pt x="3630" y="4052"/>
                    <a:pt x="3522" y="4475"/>
                    <a:pt x="2754" y="4583"/>
                  </a:cubicBezTo>
                  <a:cubicBezTo>
                    <a:pt x="2518" y="4613"/>
                    <a:pt x="2174" y="4642"/>
                    <a:pt x="1928" y="4662"/>
                  </a:cubicBezTo>
                  <a:lnTo>
                    <a:pt x="1643" y="2587"/>
                  </a:lnTo>
                  <a:cubicBezTo>
                    <a:pt x="1751" y="2558"/>
                    <a:pt x="1938" y="2528"/>
                    <a:pt x="1997" y="2528"/>
                  </a:cubicBezTo>
                  <a:cubicBezTo>
                    <a:pt x="2053" y="2520"/>
                    <a:pt x="2104" y="2516"/>
                    <a:pt x="2153" y="2516"/>
                  </a:cubicBezTo>
                  <a:cubicBezTo>
                    <a:pt x="2485" y="2516"/>
                    <a:pt x="2666" y="2703"/>
                    <a:pt x="2735" y="3226"/>
                  </a:cubicBezTo>
                  <a:lnTo>
                    <a:pt x="2912" y="3197"/>
                  </a:lnTo>
                  <a:lnTo>
                    <a:pt x="2676" y="1466"/>
                  </a:lnTo>
                  <a:lnTo>
                    <a:pt x="2499" y="1486"/>
                  </a:lnTo>
                  <a:cubicBezTo>
                    <a:pt x="2587" y="2095"/>
                    <a:pt x="2410" y="2292"/>
                    <a:pt x="1968" y="2351"/>
                  </a:cubicBezTo>
                  <a:cubicBezTo>
                    <a:pt x="1879" y="2361"/>
                    <a:pt x="1712" y="2390"/>
                    <a:pt x="1614" y="2390"/>
                  </a:cubicBezTo>
                  <a:lnTo>
                    <a:pt x="1348" y="463"/>
                  </a:lnTo>
                  <a:cubicBezTo>
                    <a:pt x="1594" y="404"/>
                    <a:pt x="1830" y="364"/>
                    <a:pt x="2037" y="335"/>
                  </a:cubicBezTo>
                  <a:cubicBezTo>
                    <a:pt x="2113" y="324"/>
                    <a:pt x="2184" y="319"/>
                    <a:pt x="2251" y="319"/>
                  </a:cubicBezTo>
                  <a:cubicBezTo>
                    <a:pt x="2852" y="319"/>
                    <a:pt x="3071" y="744"/>
                    <a:pt x="3266" y="1328"/>
                  </a:cubicBezTo>
                  <a:lnTo>
                    <a:pt x="3394" y="1309"/>
                  </a:lnTo>
                  <a:lnTo>
                    <a:pt x="31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7">
              <a:extLst>
                <a:ext uri="{FF2B5EF4-FFF2-40B4-BE49-F238E27FC236}">
                  <a16:creationId xmlns:a16="http://schemas.microsoft.com/office/drawing/2014/main" id="{173F1BC5-7BD7-F5EE-5C4E-A782EA60791E}"/>
                </a:ext>
              </a:extLst>
            </p:cNvPr>
            <p:cNvSpPr/>
            <p:nvPr/>
          </p:nvSpPr>
          <p:spPr>
            <a:xfrm>
              <a:off x="3971400" y="1960800"/>
              <a:ext cx="149525" cy="133525"/>
            </a:xfrm>
            <a:custGeom>
              <a:avLst/>
              <a:gdLst/>
              <a:ahLst/>
              <a:cxnLst/>
              <a:rect l="l" t="t" r="r" b="b"/>
              <a:pathLst>
                <a:path w="5981" h="5341" extrusionOk="0">
                  <a:moveTo>
                    <a:pt x="5341" y="0"/>
                  </a:moveTo>
                  <a:lnTo>
                    <a:pt x="4013" y="177"/>
                  </a:lnTo>
                  <a:lnTo>
                    <a:pt x="3217" y="3796"/>
                  </a:lnTo>
                  <a:lnTo>
                    <a:pt x="3207" y="3796"/>
                  </a:lnTo>
                  <a:lnTo>
                    <a:pt x="1387" y="541"/>
                  </a:lnTo>
                  <a:lnTo>
                    <a:pt x="1" y="728"/>
                  </a:lnTo>
                  <a:lnTo>
                    <a:pt x="20" y="875"/>
                  </a:lnTo>
                  <a:lnTo>
                    <a:pt x="532" y="836"/>
                  </a:lnTo>
                  <a:lnTo>
                    <a:pt x="1122" y="5095"/>
                  </a:lnTo>
                  <a:lnTo>
                    <a:pt x="630" y="5193"/>
                  </a:lnTo>
                  <a:lnTo>
                    <a:pt x="650" y="5340"/>
                  </a:lnTo>
                  <a:lnTo>
                    <a:pt x="1820" y="5183"/>
                  </a:lnTo>
                  <a:lnTo>
                    <a:pt x="1800" y="5036"/>
                  </a:lnTo>
                  <a:lnTo>
                    <a:pt x="1309" y="5075"/>
                  </a:lnTo>
                  <a:lnTo>
                    <a:pt x="699" y="964"/>
                  </a:lnTo>
                  <a:lnTo>
                    <a:pt x="3000" y="5085"/>
                  </a:lnTo>
                  <a:lnTo>
                    <a:pt x="3128" y="5065"/>
                  </a:lnTo>
                  <a:lnTo>
                    <a:pt x="4092" y="659"/>
                  </a:lnTo>
                  <a:lnTo>
                    <a:pt x="4623" y="4613"/>
                  </a:lnTo>
                  <a:lnTo>
                    <a:pt x="4131" y="4711"/>
                  </a:lnTo>
                  <a:lnTo>
                    <a:pt x="4151" y="4859"/>
                  </a:lnTo>
                  <a:lnTo>
                    <a:pt x="5980" y="4613"/>
                  </a:lnTo>
                  <a:lnTo>
                    <a:pt x="5960" y="4475"/>
                  </a:lnTo>
                  <a:lnTo>
                    <a:pt x="5459" y="4505"/>
                  </a:lnTo>
                  <a:lnTo>
                    <a:pt x="4869" y="246"/>
                  </a:lnTo>
                  <a:lnTo>
                    <a:pt x="5361" y="148"/>
                  </a:lnTo>
                  <a:lnTo>
                    <a:pt x="53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7">
              <a:extLst>
                <a:ext uri="{FF2B5EF4-FFF2-40B4-BE49-F238E27FC236}">
                  <a16:creationId xmlns:a16="http://schemas.microsoft.com/office/drawing/2014/main" id="{1DFF2C59-0153-267C-2AB9-B59ACEF1A511}"/>
                </a:ext>
              </a:extLst>
            </p:cNvPr>
            <p:cNvSpPr/>
            <p:nvPr/>
          </p:nvSpPr>
          <p:spPr>
            <a:xfrm>
              <a:off x="4134175" y="1948500"/>
              <a:ext cx="102550" cy="125900"/>
            </a:xfrm>
            <a:custGeom>
              <a:avLst/>
              <a:gdLst/>
              <a:ahLst/>
              <a:cxnLst/>
              <a:rect l="l" t="t" r="r" b="b"/>
              <a:pathLst>
                <a:path w="4102" h="5036" extrusionOk="0">
                  <a:moveTo>
                    <a:pt x="1220" y="1259"/>
                  </a:moveTo>
                  <a:lnTo>
                    <a:pt x="2134" y="3157"/>
                  </a:lnTo>
                  <a:lnTo>
                    <a:pt x="816" y="3364"/>
                  </a:lnTo>
                  <a:lnTo>
                    <a:pt x="1200" y="1259"/>
                  </a:lnTo>
                  <a:close/>
                  <a:moveTo>
                    <a:pt x="1436" y="0"/>
                  </a:moveTo>
                  <a:lnTo>
                    <a:pt x="1289" y="20"/>
                  </a:lnTo>
                  <a:lnTo>
                    <a:pt x="384" y="4800"/>
                  </a:lnTo>
                  <a:lnTo>
                    <a:pt x="0" y="4888"/>
                  </a:lnTo>
                  <a:lnTo>
                    <a:pt x="20" y="5036"/>
                  </a:lnTo>
                  <a:lnTo>
                    <a:pt x="1033" y="4898"/>
                  </a:lnTo>
                  <a:lnTo>
                    <a:pt x="1013" y="4751"/>
                  </a:lnTo>
                  <a:lnTo>
                    <a:pt x="571" y="4780"/>
                  </a:lnTo>
                  <a:lnTo>
                    <a:pt x="787" y="3561"/>
                  </a:lnTo>
                  <a:lnTo>
                    <a:pt x="2233" y="3364"/>
                  </a:lnTo>
                  <a:lnTo>
                    <a:pt x="2783" y="4475"/>
                  </a:lnTo>
                  <a:lnTo>
                    <a:pt x="2351" y="4564"/>
                  </a:lnTo>
                  <a:lnTo>
                    <a:pt x="2370" y="4711"/>
                  </a:lnTo>
                  <a:lnTo>
                    <a:pt x="4101" y="4475"/>
                  </a:lnTo>
                  <a:lnTo>
                    <a:pt x="4082" y="4328"/>
                  </a:lnTo>
                  <a:lnTo>
                    <a:pt x="3649" y="4357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7">
              <a:extLst>
                <a:ext uri="{FF2B5EF4-FFF2-40B4-BE49-F238E27FC236}">
                  <a16:creationId xmlns:a16="http://schemas.microsoft.com/office/drawing/2014/main" id="{7AE0F7EC-7BFF-F378-B07F-BCD4DF0A6C30}"/>
                </a:ext>
              </a:extLst>
            </p:cNvPr>
            <p:cNvSpPr/>
            <p:nvPr/>
          </p:nvSpPr>
          <p:spPr>
            <a:xfrm>
              <a:off x="3581700" y="2119825"/>
              <a:ext cx="697075" cy="167500"/>
            </a:xfrm>
            <a:custGeom>
              <a:avLst/>
              <a:gdLst/>
              <a:ahLst/>
              <a:cxnLst/>
              <a:rect l="l" t="t" r="r" b="b"/>
              <a:pathLst>
                <a:path w="27883" h="6700" extrusionOk="0">
                  <a:moveTo>
                    <a:pt x="27203" y="160"/>
                  </a:moveTo>
                  <a:lnTo>
                    <a:pt x="27705" y="2323"/>
                  </a:lnTo>
                  <a:lnTo>
                    <a:pt x="522" y="6533"/>
                  </a:lnTo>
                  <a:lnTo>
                    <a:pt x="158" y="4369"/>
                  </a:lnTo>
                  <a:lnTo>
                    <a:pt x="27203" y="160"/>
                  </a:lnTo>
                  <a:close/>
                  <a:moveTo>
                    <a:pt x="27265" y="0"/>
                  </a:moveTo>
                  <a:cubicBezTo>
                    <a:pt x="27261" y="0"/>
                    <a:pt x="27256" y="1"/>
                    <a:pt x="27253" y="2"/>
                  </a:cubicBezTo>
                  <a:lnTo>
                    <a:pt x="59" y="4231"/>
                  </a:lnTo>
                  <a:cubicBezTo>
                    <a:pt x="40" y="4241"/>
                    <a:pt x="30" y="4251"/>
                    <a:pt x="10" y="4261"/>
                  </a:cubicBezTo>
                  <a:cubicBezTo>
                    <a:pt x="0" y="4280"/>
                    <a:pt x="0" y="4300"/>
                    <a:pt x="0" y="4320"/>
                  </a:cubicBezTo>
                  <a:lnTo>
                    <a:pt x="384" y="6631"/>
                  </a:lnTo>
                  <a:cubicBezTo>
                    <a:pt x="394" y="6670"/>
                    <a:pt x="423" y="6690"/>
                    <a:pt x="463" y="6700"/>
                  </a:cubicBezTo>
                  <a:lnTo>
                    <a:pt x="472" y="6690"/>
                  </a:lnTo>
                  <a:lnTo>
                    <a:pt x="27813" y="2461"/>
                  </a:lnTo>
                  <a:cubicBezTo>
                    <a:pt x="27833" y="2451"/>
                    <a:pt x="27853" y="2441"/>
                    <a:pt x="27862" y="2422"/>
                  </a:cubicBezTo>
                  <a:cubicBezTo>
                    <a:pt x="27872" y="2412"/>
                    <a:pt x="27882" y="2382"/>
                    <a:pt x="27872" y="2363"/>
                  </a:cubicBezTo>
                  <a:lnTo>
                    <a:pt x="27331" y="61"/>
                  </a:lnTo>
                  <a:cubicBezTo>
                    <a:pt x="27323" y="27"/>
                    <a:pt x="27292" y="0"/>
                    <a:pt x="27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7">
              <a:extLst>
                <a:ext uri="{FF2B5EF4-FFF2-40B4-BE49-F238E27FC236}">
                  <a16:creationId xmlns:a16="http://schemas.microsoft.com/office/drawing/2014/main" id="{3314FF99-26AA-07B7-7222-E478BF0A62BB}"/>
                </a:ext>
              </a:extLst>
            </p:cNvPr>
            <p:cNvSpPr/>
            <p:nvPr/>
          </p:nvSpPr>
          <p:spPr>
            <a:xfrm>
              <a:off x="3523925" y="1815475"/>
              <a:ext cx="696825" cy="167475"/>
            </a:xfrm>
            <a:custGeom>
              <a:avLst/>
              <a:gdLst/>
              <a:ahLst/>
              <a:cxnLst/>
              <a:rect l="l" t="t" r="r" b="b"/>
              <a:pathLst>
                <a:path w="27873" h="6699" extrusionOk="0">
                  <a:moveTo>
                    <a:pt x="27203" y="168"/>
                  </a:moveTo>
                  <a:lnTo>
                    <a:pt x="27705" y="2332"/>
                  </a:lnTo>
                  <a:lnTo>
                    <a:pt x="521" y="6541"/>
                  </a:lnTo>
                  <a:lnTo>
                    <a:pt x="158" y="4377"/>
                  </a:lnTo>
                  <a:lnTo>
                    <a:pt x="27203" y="168"/>
                  </a:lnTo>
                  <a:close/>
                  <a:moveTo>
                    <a:pt x="27252" y="1"/>
                  </a:moveTo>
                  <a:lnTo>
                    <a:pt x="59" y="4240"/>
                  </a:lnTo>
                  <a:cubicBezTo>
                    <a:pt x="40" y="4240"/>
                    <a:pt x="30" y="4249"/>
                    <a:pt x="10" y="4269"/>
                  </a:cubicBezTo>
                  <a:cubicBezTo>
                    <a:pt x="0" y="4289"/>
                    <a:pt x="0" y="4308"/>
                    <a:pt x="0" y="4328"/>
                  </a:cubicBezTo>
                  <a:lnTo>
                    <a:pt x="384" y="6639"/>
                  </a:lnTo>
                  <a:cubicBezTo>
                    <a:pt x="394" y="6679"/>
                    <a:pt x="423" y="6698"/>
                    <a:pt x="462" y="6698"/>
                  </a:cubicBezTo>
                  <a:lnTo>
                    <a:pt x="482" y="6698"/>
                  </a:lnTo>
                  <a:lnTo>
                    <a:pt x="27813" y="2469"/>
                  </a:lnTo>
                  <a:cubicBezTo>
                    <a:pt x="27833" y="2460"/>
                    <a:pt x="27852" y="2450"/>
                    <a:pt x="27862" y="2430"/>
                  </a:cubicBezTo>
                  <a:cubicBezTo>
                    <a:pt x="27872" y="2410"/>
                    <a:pt x="27872" y="2391"/>
                    <a:pt x="27872" y="2371"/>
                  </a:cubicBezTo>
                  <a:lnTo>
                    <a:pt x="27331" y="60"/>
                  </a:lnTo>
                  <a:cubicBezTo>
                    <a:pt x="27321" y="21"/>
                    <a:pt x="27292" y="1"/>
                    <a:pt x="27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1" name="Google Shape;631;p27">
            <a:extLst>
              <a:ext uri="{FF2B5EF4-FFF2-40B4-BE49-F238E27FC236}">
                <a16:creationId xmlns:a16="http://schemas.microsoft.com/office/drawing/2014/main" id="{AD2D6850-9600-3925-9B04-6D24122C8E69}"/>
              </a:ext>
            </a:extLst>
          </p:cNvPr>
          <p:cNvGrpSpPr/>
          <p:nvPr/>
        </p:nvGrpSpPr>
        <p:grpSpPr>
          <a:xfrm>
            <a:off x="8031392" y="269211"/>
            <a:ext cx="898762" cy="763062"/>
            <a:chOff x="8039217" y="153473"/>
            <a:chExt cx="898762" cy="763062"/>
          </a:xfrm>
        </p:grpSpPr>
        <p:sp>
          <p:nvSpPr>
            <p:cNvPr id="632" name="Google Shape;632;p27">
              <a:extLst>
                <a:ext uri="{FF2B5EF4-FFF2-40B4-BE49-F238E27FC236}">
                  <a16:creationId xmlns:a16="http://schemas.microsoft.com/office/drawing/2014/main" id="{79F01BF6-23AE-2F88-825F-A1A4E71D9888}"/>
                </a:ext>
              </a:extLst>
            </p:cNvPr>
            <p:cNvSpPr/>
            <p:nvPr/>
          </p:nvSpPr>
          <p:spPr>
            <a:xfrm>
              <a:off x="8040344" y="153473"/>
              <a:ext cx="897635" cy="762241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7">
              <a:extLst>
                <a:ext uri="{FF2B5EF4-FFF2-40B4-BE49-F238E27FC236}">
                  <a16:creationId xmlns:a16="http://schemas.microsoft.com/office/drawing/2014/main" id="{5537E060-C451-7746-8F1B-39D8198FB599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7">
              <a:extLst>
                <a:ext uri="{FF2B5EF4-FFF2-40B4-BE49-F238E27FC236}">
                  <a16:creationId xmlns:a16="http://schemas.microsoft.com/office/drawing/2014/main" id="{50B6306E-DEF7-486C-EF0B-1BA6DBD8EBFB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7">
              <a:extLst>
                <a:ext uri="{FF2B5EF4-FFF2-40B4-BE49-F238E27FC236}">
                  <a16:creationId xmlns:a16="http://schemas.microsoft.com/office/drawing/2014/main" id="{440C1B10-E893-1CB5-2541-D06A0BC3E9E7}"/>
                </a:ext>
              </a:extLst>
            </p:cNvPr>
            <p:cNvSpPr/>
            <p:nvPr/>
          </p:nvSpPr>
          <p:spPr>
            <a:xfrm>
              <a:off x="8039217" y="209790"/>
              <a:ext cx="883169" cy="70674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rgbClr val="000000">
                <a:alpha val="158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7">
              <a:extLst>
                <a:ext uri="{FF2B5EF4-FFF2-40B4-BE49-F238E27FC236}">
                  <a16:creationId xmlns:a16="http://schemas.microsoft.com/office/drawing/2014/main" id="{F00DA53C-9A58-3D97-A385-8C73D3C47A77}"/>
                </a:ext>
              </a:extLst>
            </p:cNvPr>
            <p:cNvSpPr/>
            <p:nvPr/>
          </p:nvSpPr>
          <p:spPr>
            <a:xfrm>
              <a:off x="8053511" y="154046"/>
              <a:ext cx="883150" cy="706669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7">
              <a:extLst>
                <a:ext uri="{FF2B5EF4-FFF2-40B4-BE49-F238E27FC236}">
                  <a16:creationId xmlns:a16="http://schemas.microsoft.com/office/drawing/2014/main" id="{3699E54D-66F2-AEE0-D440-7E6082A9E0F6}"/>
                </a:ext>
              </a:extLst>
            </p:cNvPr>
            <p:cNvSpPr/>
            <p:nvPr/>
          </p:nvSpPr>
          <p:spPr>
            <a:xfrm>
              <a:off x="8371692" y="194541"/>
              <a:ext cx="184583" cy="171073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7">
              <a:extLst>
                <a:ext uri="{FF2B5EF4-FFF2-40B4-BE49-F238E27FC236}">
                  <a16:creationId xmlns:a16="http://schemas.microsoft.com/office/drawing/2014/main" id="{1CD8BEFB-67A9-6192-A41B-CBB127CF0AAF}"/>
                </a:ext>
              </a:extLst>
            </p:cNvPr>
            <p:cNvSpPr/>
            <p:nvPr/>
          </p:nvSpPr>
          <p:spPr>
            <a:xfrm>
              <a:off x="8169661" y="289154"/>
              <a:ext cx="204496" cy="167518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7">
              <a:extLst>
                <a:ext uri="{FF2B5EF4-FFF2-40B4-BE49-F238E27FC236}">
                  <a16:creationId xmlns:a16="http://schemas.microsoft.com/office/drawing/2014/main" id="{F0B2676C-C66E-87CF-BF7C-959D4FBDC723}"/>
                </a:ext>
              </a:extLst>
            </p:cNvPr>
            <p:cNvSpPr/>
            <p:nvPr/>
          </p:nvSpPr>
          <p:spPr>
            <a:xfrm>
              <a:off x="8185542" y="508460"/>
              <a:ext cx="226759" cy="18626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7">
              <a:extLst>
                <a:ext uri="{FF2B5EF4-FFF2-40B4-BE49-F238E27FC236}">
                  <a16:creationId xmlns:a16="http://schemas.microsoft.com/office/drawing/2014/main" id="{2B1BD34B-C996-4209-4E3D-3959E4E63F99}"/>
                </a:ext>
              </a:extLst>
            </p:cNvPr>
            <p:cNvSpPr/>
            <p:nvPr/>
          </p:nvSpPr>
          <p:spPr>
            <a:xfrm>
              <a:off x="8459082" y="602405"/>
              <a:ext cx="213057" cy="213535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7">
              <a:extLst>
                <a:ext uri="{FF2B5EF4-FFF2-40B4-BE49-F238E27FC236}">
                  <a16:creationId xmlns:a16="http://schemas.microsoft.com/office/drawing/2014/main" id="{12C37610-A18E-4E5A-8FF2-72B12499F763}"/>
                </a:ext>
              </a:extLst>
            </p:cNvPr>
            <p:cNvSpPr/>
            <p:nvPr/>
          </p:nvSpPr>
          <p:spPr>
            <a:xfrm>
              <a:off x="8657922" y="501294"/>
              <a:ext cx="226893" cy="19775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7">
              <a:extLst>
                <a:ext uri="{FF2B5EF4-FFF2-40B4-BE49-F238E27FC236}">
                  <a16:creationId xmlns:a16="http://schemas.microsoft.com/office/drawing/2014/main" id="{74447724-D0D7-8F6B-8931-E69C6E26BC90}"/>
                </a:ext>
              </a:extLst>
            </p:cNvPr>
            <p:cNvSpPr/>
            <p:nvPr/>
          </p:nvSpPr>
          <p:spPr>
            <a:xfrm>
              <a:off x="8599101" y="294505"/>
              <a:ext cx="204133" cy="169544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7">
              <a:extLst>
                <a:ext uri="{FF2B5EF4-FFF2-40B4-BE49-F238E27FC236}">
                  <a16:creationId xmlns:a16="http://schemas.microsoft.com/office/drawing/2014/main" id="{ABB103A5-F305-F020-275B-71FD431122CC}"/>
                </a:ext>
              </a:extLst>
            </p:cNvPr>
            <p:cNvSpPr/>
            <p:nvPr/>
          </p:nvSpPr>
          <p:spPr>
            <a:xfrm>
              <a:off x="8440851" y="419503"/>
              <a:ext cx="144739" cy="123718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7">
              <a:extLst>
                <a:ext uri="{FF2B5EF4-FFF2-40B4-BE49-F238E27FC236}">
                  <a16:creationId xmlns:a16="http://schemas.microsoft.com/office/drawing/2014/main" id="{0FFDC407-F14E-5C28-C73A-6B0BFDC0DEC0}"/>
                </a:ext>
              </a:extLst>
            </p:cNvPr>
            <p:cNvSpPr/>
            <p:nvPr/>
          </p:nvSpPr>
          <p:spPr>
            <a:xfrm>
              <a:off x="8264199" y="251297"/>
              <a:ext cx="488280" cy="488853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5" name="Google Shape;645;p27">
            <a:extLst>
              <a:ext uri="{FF2B5EF4-FFF2-40B4-BE49-F238E27FC236}">
                <a16:creationId xmlns:a16="http://schemas.microsoft.com/office/drawing/2014/main" id="{E89C1E4C-8246-61F8-947B-ADA7803C8163}"/>
              </a:ext>
            </a:extLst>
          </p:cNvPr>
          <p:cNvGrpSpPr/>
          <p:nvPr/>
        </p:nvGrpSpPr>
        <p:grpSpPr>
          <a:xfrm rot="657575">
            <a:off x="4953944" y="4227780"/>
            <a:ext cx="773062" cy="656341"/>
            <a:chOff x="3502275" y="3218775"/>
            <a:chExt cx="1175775" cy="998250"/>
          </a:xfrm>
        </p:grpSpPr>
        <p:sp>
          <p:nvSpPr>
            <p:cNvPr id="646" name="Google Shape;646;p27">
              <a:extLst>
                <a:ext uri="{FF2B5EF4-FFF2-40B4-BE49-F238E27FC236}">
                  <a16:creationId xmlns:a16="http://schemas.microsoft.com/office/drawing/2014/main" id="{C14337F5-74B0-BBAB-7980-97CB1A74431F}"/>
                </a:ext>
              </a:extLst>
            </p:cNvPr>
            <p:cNvSpPr/>
            <p:nvPr/>
          </p:nvSpPr>
          <p:spPr>
            <a:xfrm>
              <a:off x="3503750" y="3218775"/>
              <a:ext cx="1174300" cy="997175"/>
            </a:xfrm>
            <a:custGeom>
              <a:avLst/>
              <a:gdLst/>
              <a:ahLst/>
              <a:cxnLst/>
              <a:rect l="l" t="t" r="r" b="b"/>
              <a:pathLst>
                <a:path w="46972" h="39887" extrusionOk="0">
                  <a:moveTo>
                    <a:pt x="22449" y="1"/>
                  </a:moveTo>
                  <a:cubicBezTo>
                    <a:pt x="12983" y="1"/>
                    <a:pt x="4766" y="5542"/>
                    <a:pt x="2932" y="13892"/>
                  </a:cubicBezTo>
                  <a:cubicBezTo>
                    <a:pt x="2863" y="14197"/>
                    <a:pt x="2804" y="14492"/>
                    <a:pt x="2755" y="14797"/>
                  </a:cubicBezTo>
                  <a:cubicBezTo>
                    <a:pt x="2518" y="15456"/>
                    <a:pt x="2322" y="16125"/>
                    <a:pt x="2174" y="16803"/>
                  </a:cubicBezTo>
                  <a:cubicBezTo>
                    <a:pt x="1" y="26697"/>
                    <a:pt x="7613" y="36768"/>
                    <a:pt x="19179" y="39305"/>
                  </a:cubicBezTo>
                  <a:cubicBezTo>
                    <a:pt x="20976" y="39698"/>
                    <a:pt x="22764" y="39886"/>
                    <a:pt x="24509" y="39886"/>
                  </a:cubicBezTo>
                  <a:cubicBezTo>
                    <a:pt x="33981" y="39886"/>
                    <a:pt x="42206" y="34345"/>
                    <a:pt x="44041" y="25999"/>
                  </a:cubicBezTo>
                  <a:cubicBezTo>
                    <a:pt x="44110" y="25694"/>
                    <a:pt x="44169" y="25399"/>
                    <a:pt x="44218" y="25094"/>
                  </a:cubicBezTo>
                  <a:cubicBezTo>
                    <a:pt x="44454" y="24435"/>
                    <a:pt x="44651" y="23766"/>
                    <a:pt x="44808" y="23088"/>
                  </a:cubicBezTo>
                  <a:cubicBezTo>
                    <a:pt x="46972" y="13204"/>
                    <a:pt x="39360" y="3123"/>
                    <a:pt x="27794" y="586"/>
                  </a:cubicBezTo>
                  <a:cubicBezTo>
                    <a:pt x="25991" y="190"/>
                    <a:pt x="24199" y="1"/>
                    <a:pt x="22449" y="1"/>
                  </a:cubicBezTo>
                  <a:close/>
                </a:path>
              </a:pathLst>
            </a:custGeom>
            <a:solidFill>
              <a:schemeClr val="accent6"/>
            </a:solidFill>
            <a:ln w="122925" cap="flat" cmpd="sng">
              <a:solidFill>
                <a:schemeClr val="accent6"/>
              </a:solidFill>
              <a:prstDash val="solid"/>
              <a:miter lim="9834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7">
              <a:extLst>
                <a:ext uri="{FF2B5EF4-FFF2-40B4-BE49-F238E27FC236}">
                  <a16:creationId xmlns:a16="http://schemas.microsoft.com/office/drawing/2014/main" id="{FB8E86A4-734F-8569-1980-46FB636B1F3B}"/>
                </a:ext>
              </a:extLst>
            </p:cNvPr>
            <p:cNvSpPr/>
            <p:nvPr/>
          </p:nvSpPr>
          <p:spPr>
            <a:xfrm>
              <a:off x="3502275" y="3292450"/>
              <a:ext cx="1155375" cy="924575"/>
            </a:xfrm>
            <a:custGeom>
              <a:avLst/>
              <a:gdLst/>
              <a:ahLst/>
              <a:cxnLst/>
              <a:rect l="l" t="t" r="r" b="b"/>
              <a:pathLst>
                <a:path w="46215" h="36983" extrusionOk="0">
                  <a:moveTo>
                    <a:pt x="21678" y="1"/>
                  </a:moveTo>
                  <a:cubicBezTo>
                    <a:pt x="12210" y="1"/>
                    <a:pt x="4000" y="5547"/>
                    <a:pt x="2174" y="13886"/>
                  </a:cubicBezTo>
                  <a:cubicBezTo>
                    <a:pt x="1" y="23780"/>
                    <a:pt x="7613" y="33850"/>
                    <a:pt x="19169" y="36398"/>
                  </a:cubicBezTo>
                  <a:cubicBezTo>
                    <a:pt x="20971" y="36793"/>
                    <a:pt x="22763" y="36982"/>
                    <a:pt x="24512" y="36982"/>
                  </a:cubicBezTo>
                  <a:cubicBezTo>
                    <a:pt x="33987" y="36982"/>
                    <a:pt x="42206" y="31435"/>
                    <a:pt x="44041" y="23091"/>
                  </a:cubicBezTo>
                  <a:cubicBezTo>
                    <a:pt x="46214" y="13197"/>
                    <a:pt x="38602" y="3127"/>
                    <a:pt x="27037" y="589"/>
                  </a:cubicBezTo>
                  <a:cubicBezTo>
                    <a:pt x="25229" y="191"/>
                    <a:pt x="23432" y="1"/>
                    <a:pt x="216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7">
              <a:extLst>
                <a:ext uri="{FF2B5EF4-FFF2-40B4-BE49-F238E27FC236}">
                  <a16:creationId xmlns:a16="http://schemas.microsoft.com/office/drawing/2014/main" id="{D37067A7-BFF1-DEF0-D3E4-E718875B35BE}"/>
                </a:ext>
              </a:extLst>
            </p:cNvPr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rgbClr val="1F15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7">
              <a:extLst>
                <a:ext uri="{FF2B5EF4-FFF2-40B4-BE49-F238E27FC236}">
                  <a16:creationId xmlns:a16="http://schemas.microsoft.com/office/drawing/2014/main" id="{4BF4C66A-B2C9-13A7-2DDD-DABD24689D4F}"/>
                </a:ext>
              </a:extLst>
            </p:cNvPr>
            <p:cNvSpPr/>
            <p:nvPr/>
          </p:nvSpPr>
          <p:spPr>
            <a:xfrm>
              <a:off x="3520975" y="3219525"/>
              <a:ext cx="1155350" cy="924475"/>
            </a:xfrm>
            <a:custGeom>
              <a:avLst/>
              <a:gdLst/>
              <a:ahLst/>
              <a:cxnLst/>
              <a:rect l="l" t="t" r="r" b="b"/>
              <a:pathLst>
                <a:path w="46214" h="36979" extrusionOk="0">
                  <a:moveTo>
                    <a:pt x="21697" y="0"/>
                  </a:moveTo>
                  <a:cubicBezTo>
                    <a:pt x="12225" y="0"/>
                    <a:pt x="4008" y="5541"/>
                    <a:pt x="2174" y="13892"/>
                  </a:cubicBezTo>
                  <a:cubicBezTo>
                    <a:pt x="0" y="23776"/>
                    <a:pt x="7612" y="33856"/>
                    <a:pt x="19178" y="36394"/>
                  </a:cubicBezTo>
                  <a:cubicBezTo>
                    <a:pt x="20982" y="36789"/>
                    <a:pt x="22776" y="36979"/>
                    <a:pt x="24527" y="36979"/>
                  </a:cubicBezTo>
                  <a:cubicBezTo>
                    <a:pt x="33999" y="36979"/>
                    <a:pt x="42216" y="31438"/>
                    <a:pt x="44050" y="23087"/>
                  </a:cubicBezTo>
                  <a:cubicBezTo>
                    <a:pt x="46214" y="13203"/>
                    <a:pt x="38602" y="3123"/>
                    <a:pt x="27046" y="585"/>
                  </a:cubicBezTo>
                  <a:cubicBezTo>
                    <a:pt x="25242" y="190"/>
                    <a:pt x="23448" y="0"/>
                    <a:pt x="216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7">
              <a:extLst>
                <a:ext uri="{FF2B5EF4-FFF2-40B4-BE49-F238E27FC236}">
                  <a16:creationId xmlns:a16="http://schemas.microsoft.com/office/drawing/2014/main" id="{02FED0C4-46CF-0598-54E4-607944F94622}"/>
                </a:ext>
              </a:extLst>
            </p:cNvPr>
            <p:cNvSpPr/>
            <p:nvPr/>
          </p:nvSpPr>
          <p:spPr>
            <a:xfrm>
              <a:off x="3937225" y="3272500"/>
              <a:ext cx="241475" cy="223800"/>
            </a:xfrm>
            <a:custGeom>
              <a:avLst/>
              <a:gdLst/>
              <a:ahLst/>
              <a:cxnLst/>
              <a:rect l="l" t="t" r="r" b="b"/>
              <a:pathLst>
                <a:path w="9659" h="8952" extrusionOk="0">
                  <a:moveTo>
                    <a:pt x="4683" y="1"/>
                  </a:moveTo>
                  <a:cubicBezTo>
                    <a:pt x="4455" y="1"/>
                    <a:pt x="4234" y="8"/>
                    <a:pt x="4023" y="20"/>
                  </a:cubicBezTo>
                  <a:cubicBezTo>
                    <a:pt x="2184" y="128"/>
                    <a:pt x="69" y="984"/>
                    <a:pt x="10" y="3128"/>
                  </a:cubicBezTo>
                  <a:cubicBezTo>
                    <a:pt x="1" y="3738"/>
                    <a:pt x="119" y="4348"/>
                    <a:pt x="355" y="4918"/>
                  </a:cubicBezTo>
                  <a:cubicBezTo>
                    <a:pt x="394" y="5016"/>
                    <a:pt x="443" y="5115"/>
                    <a:pt x="492" y="5213"/>
                  </a:cubicBezTo>
                  <a:cubicBezTo>
                    <a:pt x="1013" y="6255"/>
                    <a:pt x="1889" y="7121"/>
                    <a:pt x="2853" y="7819"/>
                  </a:cubicBezTo>
                  <a:cubicBezTo>
                    <a:pt x="3541" y="8321"/>
                    <a:pt x="4288" y="8773"/>
                    <a:pt x="5124" y="8911"/>
                  </a:cubicBezTo>
                  <a:cubicBezTo>
                    <a:pt x="5293" y="8938"/>
                    <a:pt x="5460" y="8952"/>
                    <a:pt x="5624" y="8952"/>
                  </a:cubicBezTo>
                  <a:cubicBezTo>
                    <a:pt x="6866" y="8952"/>
                    <a:pt x="7960" y="8195"/>
                    <a:pt x="8655" y="7170"/>
                  </a:cubicBezTo>
                  <a:cubicBezTo>
                    <a:pt x="8891" y="6826"/>
                    <a:pt x="9088" y="6452"/>
                    <a:pt x="9235" y="6069"/>
                  </a:cubicBezTo>
                  <a:cubicBezTo>
                    <a:pt x="9550" y="5252"/>
                    <a:pt x="9658" y="4377"/>
                    <a:pt x="9570" y="3512"/>
                  </a:cubicBezTo>
                  <a:cubicBezTo>
                    <a:pt x="9560" y="3403"/>
                    <a:pt x="9540" y="3295"/>
                    <a:pt x="9521" y="3177"/>
                  </a:cubicBezTo>
                  <a:cubicBezTo>
                    <a:pt x="9412" y="2518"/>
                    <a:pt x="9137" y="1899"/>
                    <a:pt x="8714" y="1377"/>
                  </a:cubicBezTo>
                  <a:cubicBezTo>
                    <a:pt x="7806" y="283"/>
                    <a:pt x="6115" y="1"/>
                    <a:pt x="46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7">
              <a:extLst>
                <a:ext uri="{FF2B5EF4-FFF2-40B4-BE49-F238E27FC236}">
                  <a16:creationId xmlns:a16="http://schemas.microsoft.com/office/drawing/2014/main" id="{76496AF0-1363-8726-DAB2-EB70B80B1C99}"/>
                </a:ext>
              </a:extLst>
            </p:cNvPr>
            <p:cNvSpPr/>
            <p:nvPr/>
          </p:nvSpPr>
          <p:spPr>
            <a:xfrm>
              <a:off x="3672925" y="3396275"/>
              <a:ext cx="267525" cy="219150"/>
            </a:xfrm>
            <a:custGeom>
              <a:avLst/>
              <a:gdLst/>
              <a:ahLst/>
              <a:cxnLst/>
              <a:rect l="l" t="t" r="r" b="b"/>
              <a:pathLst>
                <a:path w="10701" h="8766" extrusionOk="0">
                  <a:moveTo>
                    <a:pt x="6357" y="1"/>
                  </a:moveTo>
                  <a:cubicBezTo>
                    <a:pt x="4885" y="1"/>
                    <a:pt x="3406" y="1080"/>
                    <a:pt x="2410" y="2032"/>
                  </a:cubicBezTo>
                  <a:cubicBezTo>
                    <a:pt x="1062" y="3301"/>
                    <a:pt x="0" y="5327"/>
                    <a:pt x="1338" y="6989"/>
                  </a:cubicBezTo>
                  <a:cubicBezTo>
                    <a:pt x="2292" y="8159"/>
                    <a:pt x="3659" y="8641"/>
                    <a:pt x="5095" y="8740"/>
                  </a:cubicBezTo>
                  <a:cubicBezTo>
                    <a:pt x="5203" y="8759"/>
                    <a:pt x="5301" y="8759"/>
                    <a:pt x="5409" y="8759"/>
                  </a:cubicBezTo>
                  <a:cubicBezTo>
                    <a:pt x="5550" y="8763"/>
                    <a:pt x="5689" y="8765"/>
                    <a:pt x="5827" y="8765"/>
                  </a:cubicBezTo>
                  <a:cubicBezTo>
                    <a:pt x="6068" y="8765"/>
                    <a:pt x="6307" y="8758"/>
                    <a:pt x="6550" y="8740"/>
                  </a:cubicBezTo>
                  <a:cubicBezTo>
                    <a:pt x="7386" y="8680"/>
                    <a:pt x="8252" y="8543"/>
                    <a:pt x="8979" y="8110"/>
                  </a:cubicBezTo>
                  <a:cubicBezTo>
                    <a:pt x="10238" y="7353"/>
                    <a:pt x="10700" y="5897"/>
                    <a:pt x="10553" y="4501"/>
                  </a:cubicBezTo>
                  <a:cubicBezTo>
                    <a:pt x="10445" y="3429"/>
                    <a:pt x="10012" y="2416"/>
                    <a:pt x="9323" y="1590"/>
                  </a:cubicBezTo>
                  <a:cubicBezTo>
                    <a:pt x="9255" y="1501"/>
                    <a:pt x="9186" y="1422"/>
                    <a:pt x="9117" y="1354"/>
                  </a:cubicBezTo>
                  <a:cubicBezTo>
                    <a:pt x="8507" y="695"/>
                    <a:pt x="7730" y="193"/>
                    <a:pt x="6865" y="46"/>
                  </a:cubicBezTo>
                  <a:cubicBezTo>
                    <a:pt x="6696" y="15"/>
                    <a:pt x="6527" y="1"/>
                    <a:pt x="6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7">
              <a:extLst>
                <a:ext uri="{FF2B5EF4-FFF2-40B4-BE49-F238E27FC236}">
                  <a16:creationId xmlns:a16="http://schemas.microsoft.com/office/drawing/2014/main" id="{EBE675FC-520C-77AD-B74F-658620936024}"/>
                </a:ext>
              </a:extLst>
            </p:cNvPr>
            <p:cNvSpPr/>
            <p:nvPr/>
          </p:nvSpPr>
          <p:spPr>
            <a:xfrm>
              <a:off x="3693700" y="3683175"/>
              <a:ext cx="296650" cy="243675"/>
            </a:xfrm>
            <a:custGeom>
              <a:avLst/>
              <a:gdLst/>
              <a:ahLst/>
              <a:cxnLst/>
              <a:rect l="l" t="t" r="r" b="b"/>
              <a:pathLst>
                <a:path w="11866" h="9747" extrusionOk="0">
                  <a:moveTo>
                    <a:pt x="5958" y="0"/>
                  </a:moveTo>
                  <a:cubicBezTo>
                    <a:pt x="5441" y="0"/>
                    <a:pt x="4925" y="32"/>
                    <a:pt x="4431" y="106"/>
                  </a:cubicBezTo>
                  <a:cubicBezTo>
                    <a:pt x="4323" y="125"/>
                    <a:pt x="4224" y="135"/>
                    <a:pt x="4116" y="165"/>
                  </a:cubicBezTo>
                  <a:cubicBezTo>
                    <a:pt x="2483" y="470"/>
                    <a:pt x="1136" y="1286"/>
                    <a:pt x="792" y="3056"/>
                  </a:cubicBezTo>
                  <a:cubicBezTo>
                    <a:pt x="1" y="7114"/>
                    <a:pt x="4026" y="9747"/>
                    <a:pt x="6962" y="9747"/>
                  </a:cubicBezTo>
                  <a:cubicBezTo>
                    <a:pt x="7677" y="9747"/>
                    <a:pt x="8326" y="9591"/>
                    <a:pt x="8827" y="9262"/>
                  </a:cubicBezTo>
                  <a:cubicBezTo>
                    <a:pt x="8925" y="9213"/>
                    <a:pt x="9014" y="9144"/>
                    <a:pt x="9092" y="9075"/>
                  </a:cubicBezTo>
                  <a:lnTo>
                    <a:pt x="9112" y="9055"/>
                  </a:lnTo>
                  <a:cubicBezTo>
                    <a:pt x="10607" y="7698"/>
                    <a:pt x="11453" y="5141"/>
                    <a:pt x="11708" y="3214"/>
                  </a:cubicBezTo>
                  <a:cubicBezTo>
                    <a:pt x="11866" y="1896"/>
                    <a:pt x="10981" y="686"/>
                    <a:pt x="9692" y="420"/>
                  </a:cubicBezTo>
                  <a:cubicBezTo>
                    <a:pt x="8643" y="208"/>
                    <a:pt x="7293" y="0"/>
                    <a:pt x="5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7">
              <a:extLst>
                <a:ext uri="{FF2B5EF4-FFF2-40B4-BE49-F238E27FC236}">
                  <a16:creationId xmlns:a16="http://schemas.microsoft.com/office/drawing/2014/main" id="{D35E1465-FD12-D2DC-657F-A6DDD2081BD5}"/>
                </a:ext>
              </a:extLst>
            </p:cNvPr>
            <p:cNvSpPr/>
            <p:nvPr/>
          </p:nvSpPr>
          <p:spPr>
            <a:xfrm>
              <a:off x="4051550" y="3806075"/>
              <a:ext cx="278725" cy="279350"/>
            </a:xfrm>
            <a:custGeom>
              <a:avLst/>
              <a:gdLst/>
              <a:ahLst/>
              <a:cxnLst/>
              <a:rect l="l" t="t" r="r" b="b"/>
              <a:pathLst>
                <a:path w="11149" h="11174" extrusionOk="0">
                  <a:moveTo>
                    <a:pt x="5069" y="1"/>
                  </a:moveTo>
                  <a:cubicBezTo>
                    <a:pt x="4314" y="1"/>
                    <a:pt x="3567" y="337"/>
                    <a:pt x="3069" y="973"/>
                  </a:cubicBezTo>
                  <a:cubicBezTo>
                    <a:pt x="1948" y="2389"/>
                    <a:pt x="453" y="4602"/>
                    <a:pt x="148" y="6657"/>
                  </a:cubicBezTo>
                  <a:cubicBezTo>
                    <a:pt x="129" y="6755"/>
                    <a:pt x="109" y="6864"/>
                    <a:pt x="99" y="6972"/>
                  </a:cubicBezTo>
                  <a:cubicBezTo>
                    <a:pt x="1" y="8152"/>
                    <a:pt x="335" y="9263"/>
                    <a:pt x="1417" y="10099"/>
                  </a:cubicBezTo>
                  <a:cubicBezTo>
                    <a:pt x="2392" y="10858"/>
                    <a:pt x="3448" y="11174"/>
                    <a:pt x="4484" y="11174"/>
                  </a:cubicBezTo>
                  <a:cubicBezTo>
                    <a:pt x="7922" y="11174"/>
                    <a:pt x="11149" y="7698"/>
                    <a:pt x="10514" y="5379"/>
                  </a:cubicBezTo>
                  <a:cubicBezTo>
                    <a:pt x="10445" y="5123"/>
                    <a:pt x="10357" y="4877"/>
                    <a:pt x="10249" y="4641"/>
                  </a:cubicBezTo>
                  <a:cubicBezTo>
                    <a:pt x="10209" y="4543"/>
                    <a:pt x="10160" y="4444"/>
                    <a:pt x="10111" y="4346"/>
                  </a:cubicBezTo>
                  <a:cubicBezTo>
                    <a:pt x="9314" y="2772"/>
                    <a:pt x="7790" y="1327"/>
                    <a:pt x="6462" y="422"/>
                  </a:cubicBezTo>
                  <a:cubicBezTo>
                    <a:pt x="6036" y="138"/>
                    <a:pt x="5551" y="1"/>
                    <a:pt x="5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7">
              <a:extLst>
                <a:ext uri="{FF2B5EF4-FFF2-40B4-BE49-F238E27FC236}">
                  <a16:creationId xmlns:a16="http://schemas.microsoft.com/office/drawing/2014/main" id="{7649E4E1-5B89-767F-DFEF-020F7D819067}"/>
                </a:ext>
              </a:extLst>
            </p:cNvPr>
            <p:cNvSpPr/>
            <p:nvPr/>
          </p:nvSpPr>
          <p:spPr>
            <a:xfrm>
              <a:off x="4311675" y="3673800"/>
              <a:ext cx="296825" cy="258700"/>
            </a:xfrm>
            <a:custGeom>
              <a:avLst/>
              <a:gdLst/>
              <a:ahLst/>
              <a:cxnLst/>
              <a:rect l="l" t="t" r="r" b="b"/>
              <a:pathLst>
                <a:path w="11873" h="10348" extrusionOk="0">
                  <a:moveTo>
                    <a:pt x="3907" y="1"/>
                  </a:moveTo>
                  <a:cubicBezTo>
                    <a:pt x="2779" y="1"/>
                    <a:pt x="1674" y="332"/>
                    <a:pt x="729" y="963"/>
                  </a:cubicBezTo>
                  <a:cubicBezTo>
                    <a:pt x="424" y="1169"/>
                    <a:pt x="217" y="1504"/>
                    <a:pt x="188" y="1877"/>
                  </a:cubicBezTo>
                  <a:cubicBezTo>
                    <a:pt x="1" y="3874"/>
                    <a:pt x="807" y="5939"/>
                    <a:pt x="1879" y="7522"/>
                  </a:cubicBezTo>
                  <a:cubicBezTo>
                    <a:pt x="1948" y="7621"/>
                    <a:pt x="2007" y="7709"/>
                    <a:pt x="2076" y="7798"/>
                  </a:cubicBezTo>
                  <a:cubicBezTo>
                    <a:pt x="3148" y="9293"/>
                    <a:pt x="4427" y="10306"/>
                    <a:pt x="5233" y="10345"/>
                  </a:cubicBezTo>
                  <a:cubicBezTo>
                    <a:pt x="5267" y="10347"/>
                    <a:pt x="5300" y="10348"/>
                    <a:pt x="5334" y="10348"/>
                  </a:cubicBezTo>
                  <a:cubicBezTo>
                    <a:pt x="8436" y="10348"/>
                    <a:pt x="11873" y="3249"/>
                    <a:pt x="7446" y="953"/>
                  </a:cubicBezTo>
                  <a:cubicBezTo>
                    <a:pt x="6669" y="530"/>
                    <a:pt x="5823" y="245"/>
                    <a:pt x="4958" y="97"/>
                  </a:cubicBezTo>
                  <a:cubicBezTo>
                    <a:pt x="4849" y="78"/>
                    <a:pt x="4741" y="58"/>
                    <a:pt x="4643" y="48"/>
                  </a:cubicBezTo>
                  <a:cubicBezTo>
                    <a:pt x="4397" y="16"/>
                    <a:pt x="4152" y="1"/>
                    <a:pt x="3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7">
              <a:extLst>
                <a:ext uri="{FF2B5EF4-FFF2-40B4-BE49-F238E27FC236}">
                  <a16:creationId xmlns:a16="http://schemas.microsoft.com/office/drawing/2014/main" id="{4D621E7F-B818-9B5D-3D56-01F7814A29ED}"/>
                </a:ext>
              </a:extLst>
            </p:cNvPr>
            <p:cNvSpPr/>
            <p:nvPr/>
          </p:nvSpPr>
          <p:spPr>
            <a:xfrm>
              <a:off x="4234725" y="3403275"/>
              <a:ext cx="267050" cy="221800"/>
            </a:xfrm>
            <a:custGeom>
              <a:avLst/>
              <a:gdLst/>
              <a:ahLst/>
              <a:cxnLst/>
              <a:rect l="l" t="t" r="r" b="b"/>
              <a:pathLst>
                <a:path w="10682" h="8872" extrusionOk="0">
                  <a:moveTo>
                    <a:pt x="3921" y="0"/>
                  </a:moveTo>
                  <a:cubicBezTo>
                    <a:pt x="3507" y="0"/>
                    <a:pt x="3137" y="80"/>
                    <a:pt x="2804" y="218"/>
                  </a:cubicBezTo>
                  <a:cubicBezTo>
                    <a:pt x="2695" y="267"/>
                    <a:pt x="2587" y="316"/>
                    <a:pt x="2489" y="375"/>
                  </a:cubicBezTo>
                  <a:cubicBezTo>
                    <a:pt x="758" y="1369"/>
                    <a:pt x="207" y="4063"/>
                    <a:pt x="50" y="5145"/>
                  </a:cubicBezTo>
                  <a:cubicBezTo>
                    <a:pt x="1" y="5470"/>
                    <a:pt x="50" y="5794"/>
                    <a:pt x="187" y="6079"/>
                  </a:cubicBezTo>
                  <a:cubicBezTo>
                    <a:pt x="1088" y="7838"/>
                    <a:pt x="3336" y="8871"/>
                    <a:pt x="5436" y="8871"/>
                  </a:cubicBezTo>
                  <a:cubicBezTo>
                    <a:pt x="6179" y="8871"/>
                    <a:pt x="6904" y="8742"/>
                    <a:pt x="7544" y="8469"/>
                  </a:cubicBezTo>
                  <a:cubicBezTo>
                    <a:pt x="7652" y="8430"/>
                    <a:pt x="7741" y="8381"/>
                    <a:pt x="7849" y="8332"/>
                  </a:cubicBezTo>
                  <a:cubicBezTo>
                    <a:pt x="7947" y="8282"/>
                    <a:pt x="8045" y="8214"/>
                    <a:pt x="8144" y="8155"/>
                  </a:cubicBezTo>
                  <a:cubicBezTo>
                    <a:pt x="10681" y="6542"/>
                    <a:pt x="9816" y="1733"/>
                    <a:pt x="5174" y="218"/>
                  </a:cubicBezTo>
                  <a:cubicBezTo>
                    <a:pt x="4717" y="67"/>
                    <a:pt x="4301" y="0"/>
                    <a:pt x="3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7">
              <a:extLst>
                <a:ext uri="{FF2B5EF4-FFF2-40B4-BE49-F238E27FC236}">
                  <a16:creationId xmlns:a16="http://schemas.microsoft.com/office/drawing/2014/main" id="{0D7AEBD5-B21F-FD17-89AF-AAB4F8D553E8}"/>
                </a:ext>
              </a:extLst>
            </p:cNvPr>
            <p:cNvSpPr/>
            <p:nvPr/>
          </p:nvSpPr>
          <p:spPr>
            <a:xfrm>
              <a:off x="4027700" y="3566800"/>
              <a:ext cx="189350" cy="161850"/>
            </a:xfrm>
            <a:custGeom>
              <a:avLst/>
              <a:gdLst/>
              <a:ahLst/>
              <a:cxnLst/>
              <a:rect l="l" t="t" r="r" b="b"/>
              <a:pathLst>
                <a:path w="7574" h="6474" extrusionOk="0">
                  <a:moveTo>
                    <a:pt x="4328" y="1"/>
                  </a:moveTo>
                  <a:cubicBezTo>
                    <a:pt x="1446" y="1"/>
                    <a:pt x="1" y="3482"/>
                    <a:pt x="2046" y="5528"/>
                  </a:cubicBezTo>
                  <a:cubicBezTo>
                    <a:pt x="2664" y="6146"/>
                    <a:pt x="3492" y="6473"/>
                    <a:pt x="4335" y="6473"/>
                  </a:cubicBezTo>
                  <a:cubicBezTo>
                    <a:pt x="4754" y="6473"/>
                    <a:pt x="5176" y="6393"/>
                    <a:pt x="5577" y="6226"/>
                  </a:cubicBezTo>
                  <a:cubicBezTo>
                    <a:pt x="6787" y="5725"/>
                    <a:pt x="7574" y="4544"/>
                    <a:pt x="7574" y="3236"/>
                  </a:cubicBezTo>
                  <a:cubicBezTo>
                    <a:pt x="7564" y="1446"/>
                    <a:pt x="6118" y="1"/>
                    <a:pt x="4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7">
              <a:extLst>
                <a:ext uri="{FF2B5EF4-FFF2-40B4-BE49-F238E27FC236}">
                  <a16:creationId xmlns:a16="http://schemas.microsoft.com/office/drawing/2014/main" id="{ACB49584-23E6-5A73-8839-E1FC9F0CCCC9}"/>
                </a:ext>
              </a:extLst>
            </p:cNvPr>
            <p:cNvSpPr/>
            <p:nvPr/>
          </p:nvSpPr>
          <p:spPr>
            <a:xfrm>
              <a:off x="3796600" y="3346750"/>
              <a:ext cx="638775" cy="639525"/>
            </a:xfrm>
            <a:custGeom>
              <a:avLst/>
              <a:gdLst/>
              <a:ahLst/>
              <a:cxnLst/>
              <a:rect l="l" t="t" r="r" b="b"/>
              <a:pathLst>
                <a:path w="25551" h="25581" extrusionOk="0">
                  <a:moveTo>
                    <a:pt x="12766" y="1"/>
                  </a:moveTo>
                  <a:cubicBezTo>
                    <a:pt x="10366" y="1"/>
                    <a:pt x="8015" y="669"/>
                    <a:pt x="5980" y="1958"/>
                  </a:cubicBezTo>
                  <a:cubicBezTo>
                    <a:pt x="6019" y="2046"/>
                    <a:pt x="6068" y="2145"/>
                    <a:pt x="6117" y="2243"/>
                  </a:cubicBezTo>
                  <a:cubicBezTo>
                    <a:pt x="8123" y="977"/>
                    <a:pt x="10434" y="315"/>
                    <a:pt x="12778" y="315"/>
                  </a:cubicBezTo>
                  <a:cubicBezTo>
                    <a:pt x="13584" y="315"/>
                    <a:pt x="14393" y="393"/>
                    <a:pt x="15195" y="551"/>
                  </a:cubicBezTo>
                  <a:cubicBezTo>
                    <a:pt x="15185" y="443"/>
                    <a:pt x="15165" y="335"/>
                    <a:pt x="15146" y="217"/>
                  </a:cubicBezTo>
                  <a:cubicBezTo>
                    <a:pt x="14359" y="69"/>
                    <a:pt x="13562" y="1"/>
                    <a:pt x="12766" y="1"/>
                  </a:cubicBezTo>
                  <a:close/>
                  <a:moveTo>
                    <a:pt x="20329" y="2479"/>
                  </a:moveTo>
                  <a:cubicBezTo>
                    <a:pt x="20220" y="2528"/>
                    <a:pt x="20112" y="2577"/>
                    <a:pt x="20014" y="2636"/>
                  </a:cubicBezTo>
                  <a:cubicBezTo>
                    <a:pt x="22699" y="4564"/>
                    <a:pt x="24518" y="7465"/>
                    <a:pt x="25069" y="10730"/>
                  </a:cubicBezTo>
                  <a:cubicBezTo>
                    <a:pt x="25177" y="10691"/>
                    <a:pt x="25275" y="10642"/>
                    <a:pt x="25374" y="10593"/>
                  </a:cubicBezTo>
                  <a:cubicBezTo>
                    <a:pt x="24794" y="7337"/>
                    <a:pt x="22994" y="4436"/>
                    <a:pt x="20329" y="2479"/>
                  </a:cubicBezTo>
                  <a:close/>
                  <a:moveTo>
                    <a:pt x="4170" y="3335"/>
                  </a:moveTo>
                  <a:cubicBezTo>
                    <a:pt x="2026" y="5272"/>
                    <a:pt x="610" y="7878"/>
                    <a:pt x="148" y="10721"/>
                  </a:cubicBezTo>
                  <a:cubicBezTo>
                    <a:pt x="256" y="10730"/>
                    <a:pt x="354" y="10740"/>
                    <a:pt x="462" y="10740"/>
                  </a:cubicBezTo>
                  <a:cubicBezTo>
                    <a:pt x="924" y="7977"/>
                    <a:pt x="2301" y="5449"/>
                    <a:pt x="4376" y="3571"/>
                  </a:cubicBezTo>
                  <a:cubicBezTo>
                    <a:pt x="4308" y="3482"/>
                    <a:pt x="4239" y="3403"/>
                    <a:pt x="4170" y="3335"/>
                  </a:cubicBezTo>
                  <a:close/>
                  <a:moveTo>
                    <a:pt x="25236" y="13130"/>
                  </a:moveTo>
                  <a:cubicBezTo>
                    <a:pt x="25167" y="15854"/>
                    <a:pt x="24194" y="18490"/>
                    <a:pt x="22482" y="20604"/>
                  </a:cubicBezTo>
                  <a:cubicBezTo>
                    <a:pt x="22551" y="20703"/>
                    <a:pt x="22610" y="20791"/>
                    <a:pt x="22669" y="20880"/>
                  </a:cubicBezTo>
                  <a:cubicBezTo>
                    <a:pt x="24459" y="18696"/>
                    <a:pt x="25472" y="15992"/>
                    <a:pt x="25551" y="13179"/>
                  </a:cubicBezTo>
                  <a:cubicBezTo>
                    <a:pt x="25443" y="13160"/>
                    <a:pt x="25344" y="13140"/>
                    <a:pt x="25236" y="13130"/>
                  </a:cubicBezTo>
                  <a:close/>
                  <a:moveTo>
                    <a:pt x="315" y="13563"/>
                  </a:moveTo>
                  <a:cubicBezTo>
                    <a:pt x="207" y="13582"/>
                    <a:pt x="108" y="13592"/>
                    <a:pt x="0" y="13612"/>
                  </a:cubicBezTo>
                  <a:cubicBezTo>
                    <a:pt x="236" y="17172"/>
                    <a:pt x="1937" y="20477"/>
                    <a:pt x="4711" y="22709"/>
                  </a:cubicBezTo>
                  <a:cubicBezTo>
                    <a:pt x="4809" y="22660"/>
                    <a:pt x="4898" y="22591"/>
                    <a:pt x="4976" y="22522"/>
                  </a:cubicBezTo>
                  <a:cubicBezTo>
                    <a:pt x="2223" y="20319"/>
                    <a:pt x="531" y="17074"/>
                    <a:pt x="315" y="13563"/>
                  </a:cubicBezTo>
                  <a:close/>
                  <a:moveTo>
                    <a:pt x="20299" y="22719"/>
                  </a:moveTo>
                  <a:cubicBezTo>
                    <a:pt x="18147" y="24362"/>
                    <a:pt x="15519" y="25256"/>
                    <a:pt x="12810" y="25256"/>
                  </a:cubicBezTo>
                  <a:cubicBezTo>
                    <a:pt x="12795" y="25256"/>
                    <a:pt x="12780" y="25256"/>
                    <a:pt x="12766" y="25256"/>
                  </a:cubicBezTo>
                  <a:cubicBezTo>
                    <a:pt x="11959" y="25256"/>
                    <a:pt x="11143" y="25178"/>
                    <a:pt x="10346" y="25030"/>
                  </a:cubicBezTo>
                  <a:cubicBezTo>
                    <a:pt x="10327" y="25128"/>
                    <a:pt x="10317" y="25237"/>
                    <a:pt x="10307" y="25345"/>
                  </a:cubicBezTo>
                  <a:cubicBezTo>
                    <a:pt x="11113" y="25502"/>
                    <a:pt x="11939" y="25581"/>
                    <a:pt x="12766" y="25581"/>
                  </a:cubicBezTo>
                  <a:cubicBezTo>
                    <a:pt x="15539" y="25581"/>
                    <a:pt x="18234" y="24686"/>
                    <a:pt x="20437" y="23014"/>
                  </a:cubicBezTo>
                  <a:cubicBezTo>
                    <a:pt x="20397" y="22916"/>
                    <a:pt x="20348" y="22827"/>
                    <a:pt x="20309" y="22729"/>
                  </a:cubicBezTo>
                  <a:lnTo>
                    <a:pt x="20299" y="227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76079891"/>
      </p:ext>
    </p:extLst>
  </p:cSld>
  <p:clrMapOvr>
    <a:masterClrMapping/>
  </p:clrMapOvr>
</p:sld>
</file>

<file path=ppt/theme/theme1.xml><?xml version="1.0" encoding="utf-8"?>
<a:theme xmlns:a="http://schemas.openxmlformats.org/drawingml/2006/main" name="Film Script Project Proposal by Slidesgo">
  <a:themeElements>
    <a:clrScheme name="Simple Light">
      <a:dk1>
        <a:srgbClr val="9E855C"/>
      </a:dk1>
      <a:lt1>
        <a:srgbClr val="385963"/>
      </a:lt1>
      <a:dk2>
        <a:srgbClr val="F7F9F5"/>
      </a:dk2>
      <a:lt2>
        <a:srgbClr val="17262A"/>
      </a:lt2>
      <a:accent1>
        <a:srgbClr val="46656F"/>
      </a:accent1>
      <a:accent2>
        <a:srgbClr val="6A8A95"/>
      </a:accent2>
      <a:accent3>
        <a:srgbClr val="A5B7BD"/>
      </a:accent3>
      <a:accent4>
        <a:srgbClr val="C5CFD3"/>
      </a:accent4>
      <a:accent5>
        <a:srgbClr val="C6B9A3"/>
      </a:accent5>
      <a:accent6>
        <a:srgbClr val="FFFFFF"/>
      </a:accent6>
      <a:hlink>
        <a:srgbClr val="17262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563</Words>
  <Application>Microsoft Office PowerPoint</Application>
  <PresentationFormat>全屏显示(16:9)</PresentationFormat>
  <Paragraphs>101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ID初心少女体简</vt:lpstr>
      <vt:lpstr>微软雅黑</vt:lpstr>
      <vt:lpstr>Rajdhani</vt:lpstr>
      <vt:lpstr>Wingdings</vt:lpstr>
      <vt:lpstr>华文新魏</vt:lpstr>
      <vt:lpstr>Arial</vt:lpstr>
      <vt:lpstr>Fira Sans</vt:lpstr>
      <vt:lpstr>华文楷体</vt:lpstr>
      <vt:lpstr>Nunito Light</vt:lpstr>
      <vt:lpstr>Film Script Project Proposal by Slidesgo</vt:lpstr>
      <vt:lpstr>智能多说话人视频字幕生成系统  </vt:lpstr>
      <vt:lpstr>小组分工</vt:lpstr>
      <vt:lpstr>小组分工</vt:lpstr>
      <vt:lpstr>设计背景</vt:lpstr>
      <vt:lpstr>设计背景</vt:lpstr>
      <vt:lpstr>技术实现</vt:lpstr>
      <vt:lpstr>技术实现</vt:lpstr>
      <vt:lpstr>技术实现—前端</vt:lpstr>
      <vt:lpstr>技术实现—前端</vt:lpstr>
      <vt:lpstr>技术实现—Generator</vt:lpstr>
      <vt:lpstr>技术实现—Generator</vt:lpstr>
      <vt:lpstr>技术实现—Generator</vt:lpstr>
      <vt:lpstr>技术实现—Generator</vt:lpstr>
      <vt:lpstr>技术实现—Generator</vt:lpstr>
      <vt:lpstr>技术实现—Generator</vt:lpstr>
      <vt:lpstr>技术实现—Generator</vt:lpstr>
      <vt:lpstr>技术实现—Generator</vt:lpstr>
      <vt:lpstr>技术实现—Generator</vt:lpstr>
      <vt:lpstr>成果展示</vt:lpstr>
      <vt:lpstr>改进建议</vt:lpstr>
      <vt:lpstr>改进建议</vt:lpstr>
      <vt:lpstr>感谢观看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李晓彬</dc:creator>
  <cp:lastModifiedBy>晓彬 李</cp:lastModifiedBy>
  <cp:revision>22</cp:revision>
  <dcterms:modified xsi:type="dcterms:W3CDTF">2025-07-11T09:02:04Z</dcterms:modified>
</cp:coreProperties>
</file>